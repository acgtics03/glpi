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607" r:id="rId2"/>
    <p:sldId id="674" r:id="rId3"/>
    <p:sldId id="899" r:id="rId4"/>
    <p:sldId id="652" r:id="rId5"/>
    <p:sldId id="600" r:id="rId6"/>
    <p:sldId id="903" r:id="rId7"/>
    <p:sldId id="595" r:id="rId8"/>
    <p:sldId id="901" r:id="rId9"/>
    <p:sldId id="861" r:id="rId10"/>
    <p:sldId id="478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6056"/>
    <a:srgbClr val="C1392B"/>
    <a:srgbClr val="F6AA30"/>
    <a:srgbClr val="52BFA5"/>
    <a:srgbClr val="2C3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AAF33-D0D6-4A26-85AC-8D52E537542F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3E57E-E0D1-4CB3-9176-DCEB0834752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8914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8C4DF-AAE0-4189-86BF-D887DA2F8DF7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28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7CB1C-969D-4A90-8691-933F85096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D72737-14E6-4AF0-A585-AFDB28403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631EC-B10B-4AA5-A714-F31D99E7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5D8C15-D979-4AE8-A9E5-F4A5F174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4A47B-1E2F-46E8-ABCF-8DFC6905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348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DDA9C-2C1C-4742-A9C6-FD070770E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1B4104-76F1-46F9-B8D3-E38A8EA52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F57592-A0F2-437F-9574-0668AD1D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E831FD-2462-449E-BBBF-02F7C78D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BCA98C-0B36-4FE9-9012-67D5B760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06817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B3435-C244-4303-9D74-85AD12B63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DFB3A8-955C-418F-904B-C5A6AF3A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B2FBD6-AAD7-445D-9E23-F09AFC6F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DFB366-6602-455B-B6AC-CB77BED9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CA2849-9A7E-4021-806E-71186F45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312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5B5EF-EB3E-486F-826C-9B5C4CD6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2D95ED-4B20-410E-A1B0-426504FBE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8F0984-793B-462B-8B62-2B58A1802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5E17E0-9EFA-4E76-BF1F-33E7CB4BA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D66BF0-C347-4682-B8A2-706FAA77F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7C4DFB-AB1E-44F6-B4CD-74133BD8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766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3EC29-C073-46D2-8025-60238933E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4F93E3-E5B6-4A32-BAE9-FF1F2A627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555ADC-6B93-431F-B6FD-F13552973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5B9C35-FAC4-4CEC-8697-D9C4670EB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207139-5479-47CC-A839-D55AFAF00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D98C03D-BCD7-43AB-9558-5808DAE5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C17582B-58B2-410C-A5B7-92B793FA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C87A98F-77BB-4318-8109-0C507C46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564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3EFE6-5F8C-449E-A64A-5E416B27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55BFB6-C0F2-4C14-8304-C5E9874C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71585D-5C4E-4D98-AF9F-9C92F016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683CBA-625C-4EA1-944F-19B9C8EC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935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D5B9464-50D0-4B0A-8393-016BCF90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233686-73FF-409D-B004-95649DEB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1FA658-F4C9-4341-A625-DF1B31E6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774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BDD3D-E308-4BA0-8E0C-00690625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C34CAD-F381-43B4-90CD-7CC7B2A2F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F64278-61C7-44CC-BB6C-1D48609FD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E24E4B-1FDE-4E18-BDB4-A3466A275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727335-AD6B-4E0B-B41D-505E94AF1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EE0C32-D64A-4626-90F5-E62AC5C6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068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A35F8-B134-4F62-9286-8457C50B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F53807-2EDE-4CAF-BCB7-16E1923DE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C828E-0FAD-476B-AF5F-02F8AF6CF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5F174C-95DE-4F4B-B4B3-594372BD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E83FC1-6FF0-4090-AE48-2382AD0E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591060-01AB-4D6D-B9D9-BAB9FDDA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9B325-F496-44A0-AE94-A27866A7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D2D716-B026-49FD-987E-CA3FE7130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4C4F76-0FBF-403A-8304-A76941BC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D862B-09CD-43FF-BC95-E3627FB6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FBAAF5-B86E-4E76-ABDC-197AEFC8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273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33C08D-B3C4-4829-AC4F-7767C9A8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1B92BD-5F03-4270-911B-907F4ECA5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5ACB51-D788-49A3-B3D5-054A093DA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0D72B3-38BF-4EF7-A9AA-F484033D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9D929B-CE84-41B1-B199-0253F4EF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2711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 cen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5333" b="0" i="0">
                <a:solidFill>
                  <a:schemeClr val="tx1">
                    <a:lumMod val="50000"/>
                    <a:lumOff val="50000"/>
                  </a:schemeClr>
                </a:solidFill>
                <a:latin typeface="Raleway Light" charset="0"/>
                <a:ea typeface="Raleway Light" charset="0"/>
                <a:cs typeface="Raleway Light" charset="0"/>
              </a:defRPr>
            </a:lvl1pPr>
            <a:lvl2pPr marL="609585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2pPr>
            <a:lvl3pPr marL="1219170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3pPr>
            <a:lvl4pPr marL="1828754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4pPr>
            <a:lvl5pPr marL="2438339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5pPr>
          </a:lstStyle>
          <a:p>
            <a:pPr lvl="0"/>
            <a:r>
              <a:rPr lang="es-ES_tradnl"/>
              <a:t>TITLE EXAMPLE</a:t>
            </a:r>
            <a:endParaRPr lang="es-ES_tradnl" dirty="0"/>
          </a:p>
        </p:txBody>
      </p:sp>
      <p:sp>
        <p:nvSpPr>
          <p:cNvPr id="4" name="Marcador de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333" b="1" i="0" baseline="0">
                <a:solidFill>
                  <a:schemeClr val="accent2"/>
                </a:solidFill>
                <a:latin typeface="Raleway Black" charset="0"/>
                <a:ea typeface="Raleway Black" charset="0"/>
                <a:cs typeface="Raleway Black" charset="0"/>
              </a:defRPr>
            </a:lvl1pPr>
            <a:lvl2pPr marL="609585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2pPr>
            <a:lvl3pPr marL="1219170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3pPr>
            <a:lvl4pPr marL="1828754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4pPr>
            <a:lvl5pPr marL="2438339" indent="0">
              <a:buNone/>
              <a:defRPr sz="5333" b="0" i="0">
                <a:latin typeface="Raleway Light" charset="0"/>
                <a:ea typeface="Raleway Light" charset="0"/>
                <a:cs typeface="Raleway Light" charset="0"/>
              </a:defRPr>
            </a:lvl5pPr>
          </a:lstStyle>
          <a:p>
            <a:pPr lvl="0"/>
            <a:r>
              <a:rPr lang="es-ES_tradnl"/>
              <a:t>SUBTITLE EXAMPLE 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1158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151F60-F97E-4083-9CD9-AC00B7E8F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1E4630-6A98-497F-9189-D7B438999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68F23-31B8-4CF7-825D-BDDB908B8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C55C-0F1F-4FF2-8CA9-491EBDE8169A}" type="datetimeFigureOut">
              <a:rPr lang="es-PE" smtClean="0"/>
              <a:t>20/02/2020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46EA7B-721A-4D78-B6BE-C873B7A7F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5B00B9-997F-4F2F-AAD0-66078E3E6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B360A-3B0A-4E79-A5B3-E89E2D08EB9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361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112 Rectángulo"/>
          <p:cNvSpPr/>
          <p:nvPr/>
        </p:nvSpPr>
        <p:spPr>
          <a:xfrm>
            <a:off x="-43548" y="4804030"/>
            <a:ext cx="12235548" cy="2072640"/>
          </a:xfrm>
          <a:prstGeom prst="rect">
            <a:avLst/>
          </a:prstGeom>
          <a:solidFill>
            <a:srgbClr val="2C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800" spc="300">
              <a:latin typeface="Roboto Thin"/>
            </a:endParaRPr>
          </a:p>
        </p:txBody>
      </p:sp>
      <p:grpSp>
        <p:nvGrpSpPr>
          <p:cNvPr id="11267" name="18 Grupo"/>
          <p:cNvGrpSpPr>
            <a:grpSpLocks/>
          </p:cNvGrpSpPr>
          <p:nvPr/>
        </p:nvGrpSpPr>
        <p:grpSpPr bwMode="auto">
          <a:xfrm>
            <a:off x="1146403" y="0"/>
            <a:ext cx="2073513" cy="4468091"/>
            <a:chOff x="3143251" y="428625"/>
            <a:chExt cx="2197100" cy="4729163"/>
          </a:xfrm>
        </p:grpSpPr>
        <p:grpSp>
          <p:nvGrpSpPr>
            <p:cNvPr id="11361" name="Group 52"/>
            <p:cNvGrpSpPr>
              <a:grpSpLocks/>
            </p:cNvGrpSpPr>
            <p:nvPr/>
          </p:nvGrpSpPr>
          <p:grpSpPr bwMode="auto">
            <a:xfrm>
              <a:off x="3143251" y="428625"/>
              <a:ext cx="2197100" cy="4729163"/>
              <a:chOff x="15617236" y="-201963"/>
              <a:chExt cx="4562592" cy="9820903"/>
            </a:xfrm>
          </p:grpSpPr>
          <p:grpSp>
            <p:nvGrpSpPr>
              <p:cNvPr id="11366" name="Group 53"/>
              <p:cNvGrpSpPr>
                <a:grpSpLocks/>
              </p:cNvGrpSpPr>
              <p:nvPr/>
            </p:nvGrpSpPr>
            <p:grpSpPr bwMode="auto">
              <a:xfrm rot="10800000">
                <a:off x="15617236" y="1887815"/>
                <a:ext cx="4562592" cy="7731125"/>
                <a:chOff x="9633551" y="4338638"/>
                <a:chExt cx="4562595" cy="7731125"/>
              </a:xfrm>
            </p:grpSpPr>
            <p:sp>
              <p:nvSpPr>
                <p:cNvPr id="7173" name="Freeform 149"/>
                <p:cNvSpPr>
                  <a:spLocks/>
                </p:cNvSpPr>
                <p:nvPr/>
              </p:nvSpPr>
              <p:spPr bwMode="auto">
                <a:xfrm>
                  <a:off x="11940482" y="7377872"/>
                  <a:ext cx="1376269" cy="2014240"/>
                </a:xfrm>
                <a:custGeom>
                  <a:avLst/>
                  <a:gdLst>
                    <a:gd name="T0" fmla="*/ 930275 w 866"/>
                    <a:gd name="T1" fmla="*/ 298450 h 1270"/>
                    <a:gd name="T2" fmla="*/ 987425 w 866"/>
                    <a:gd name="T3" fmla="*/ 263525 h 1270"/>
                    <a:gd name="T4" fmla="*/ 1060450 w 866"/>
                    <a:gd name="T5" fmla="*/ 254000 h 1270"/>
                    <a:gd name="T6" fmla="*/ 1092200 w 866"/>
                    <a:gd name="T7" fmla="*/ 257175 h 1270"/>
                    <a:gd name="T8" fmla="*/ 1155700 w 866"/>
                    <a:gd name="T9" fmla="*/ 285750 h 1270"/>
                    <a:gd name="T10" fmla="*/ 1212850 w 866"/>
                    <a:gd name="T11" fmla="*/ 323850 h 1270"/>
                    <a:gd name="T12" fmla="*/ 1273175 w 866"/>
                    <a:gd name="T13" fmla="*/ 374650 h 1270"/>
                    <a:gd name="T14" fmla="*/ 1374775 w 866"/>
                    <a:gd name="T15" fmla="*/ 0 h 1270"/>
                    <a:gd name="T16" fmla="*/ 0 w 866"/>
                    <a:gd name="T17" fmla="*/ 1470025 h 1270"/>
                    <a:gd name="T18" fmla="*/ 501650 w 866"/>
                    <a:gd name="T19" fmla="*/ 1470025 h 1270"/>
                    <a:gd name="T20" fmla="*/ 527050 w 866"/>
                    <a:gd name="T21" fmla="*/ 1479550 h 1270"/>
                    <a:gd name="T22" fmla="*/ 536575 w 866"/>
                    <a:gd name="T23" fmla="*/ 1504950 h 1270"/>
                    <a:gd name="T24" fmla="*/ 536575 w 866"/>
                    <a:gd name="T25" fmla="*/ 1676400 h 1270"/>
                    <a:gd name="T26" fmla="*/ 523875 w 866"/>
                    <a:gd name="T27" fmla="*/ 1704975 h 1270"/>
                    <a:gd name="T28" fmla="*/ 495300 w 866"/>
                    <a:gd name="T29" fmla="*/ 1730375 h 1270"/>
                    <a:gd name="T30" fmla="*/ 441325 w 866"/>
                    <a:gd name="T31" fmla="*/ 1793875 h 1270"/>
                    <a:gd name="T32" fmla="*/ 415925 w 866"/>
                    <a:gd name="T33" fmla="*/ 1838325 h 1270"/>
                    <a:gd name="T34" fmla="*/ 409575 w 866"/>
                    <a:gd name="T35" fmla="*/ 1860550 h 1270"/>
                    <a:gd name="T36" fmla="*/ 419100 w 866"/>
                    <a:gd name="T37" fmla="*/ 1917700 h 1270"/>
                    <a:gd name="T38" fmla="*/ 447675 w 866"/>
                    <a:gd name="T39" fmla="*/ 1965325 h 1270"/>
                    <a:gd name="T40" fmla="*/ 460375 w 866"/>
                    <a:gd name="T41" fmla="*/ 1978025 h 1270"/>
                    <a:gd name="T42" fmla="*/ 488950 w 866"/>
                    <a:gd name="T43" fmla="*/ 1997075 h 1270"/>
                    <a:gd name="T44" fmla="*/ 542925 w 866"/>
                    <a:gd name="T45" fmla="*/ 2012950 h 1270"/>
                    <a:gd name="T46" fmla="*/ 581025 w 866"/>
                    <a:gd name="T47" fmla="*/ 2016125 h 1270"/>
                    <a:gd name="T48" fmla="*/ 647700 w 866"/>
                    <a:gd name="T49" fmla="*/ 2012950 h 1270"/>
                    <a:gd name="T50" fmla="*/ 714375 w 866"/>
                    <a:gd name="T51" fmla="*/ 1993900 h 1270"/>
                    <a:gd name="T52" fmla="*/ 758825 w 866"/>
                    <a:gd name="T53" fmla="*/ 1968500 h 1270"/>
                    <a:gd name="T54" fmla="*/ 777875 w 866"/>
                    <a:gd name="T55" fmla="*/ 1939925 h 1270"/>
                    <a:gd name="T56" fmla="*/ 793750 w 866"/>
                    <a:gd name="T57" fmla="*/ 1908175 h 1270"/>
                    <a:gd name="T58" fmla="*/ 793750 w 866"/>
                    <a:gd name="T59" fmla="*/ 1885950 h 1270"/>
                    <a:gd name="T60" fmla="*/ 790575 w 866"/>
                    <a:gd name="T61" fmla="*/ 1847850 h 1270"/>
                    <a:gd name="T62" fmla="*/ 777875 w 866"/>
                    <a:gd name="T63" fmla="*/ 1809750 h 1270"/>
                    <a:gd name="T64" fmla="*/ 733425 w 866"/>
                    <a:gd name="T65" fmla="*/ 1749425 h 1270"/>
                    <a:gd name="T66" fmla="*/ 685800 w 866"/>
                    <a:gd name="T67" fmla="*/ 1708150 h 1270"/>
                    <a:gd name="T68" fmla="*/ 666750 w 866"/>
                    <a:gd name="T69" fmla="*/ 1692275 h 1270"/>
                    <a:gd name="T70" fmla="*/ 654050 w 866"/>
                    <a:gd name="T71" fmla="*/ 1679575 h 1270"/>
                    <a:gd name="T72" fmla="*/ 647700 w 866"/>
                    <a:gd name="T73" fmla="*/ 1663700 h 1270"/>
                    <a:gd name="T74" fmla="*/ 647700 w 866"/>
                    <a:gd name="T75" fmla="*/ 1495425 h 1270"/>
                    <a:gd name="T76" fmla="*/ 657225 w 866"/>
                    <a:gd name="T77" fmla="*/ 1470025 h 1270"/>
                    <a:gd name="T78" fmla="*/ 682625 w 866"/>
                    <a:gd name="T79" fmla="*/ 1460500 h 1270"/>
                    <a:gd name="T80" fmla="*/ 1374775 w 866"/>
                    <a:gd name="T81" fmla="*/ 631825 h 1270"/>
                    <a:gd name="T82" fmla="*/ 1301750 w 866"/>
                    <a:gd name="T83" fmla="*/ 631825 h 1270"/>
                    <a:gd name="T84" fmla="*/ 1238250 w 866"/>
                    <a:gd name="T85" fmla="*/ 692150 h 1270"/>
                    <a:gd name="T86" fmla="*/ 1177925 w 866"/>
                    <a:gd name="T87" fmla="*/ 736600 h 1270"/>
                    <a:gd name="T88" fmla="*/ 1108075 w 866"/>
                    <a:gd name="T89" fmla="*/ 768350 h 1270"/>
                    <a:gd name="T90" fmla="*/ 1073150 w 866"/>
                    <a:gd name="T91" fmla="*/ 771525 h 1270"/>
                    <a:gd name="T92" fmla="*/ 1031875 w 866"/>
                    <a:gd name="T93" fmla="*/ 768350 h 1270"/>
                    <a:gd name="T94" fmla="*/ 993775 w 866"/>
                    <a:gd name="T95" fmla="*/ 758825 h 1270"/>
                    <a:gd name="T96" fmla="*/ 958850 w 866"/>
                    <a:gd name="T97" fmla="*/ 739775 h 1270"/>
                    <a:gd name="T98" fmla="*/ 923925 w 866"/>
                    <a:gd name="T99" fmla="*/ 714375 h 1270"/>
                    <a:gd name="T100" fmla="*/ 895350 w 866"/>
                    <a:gd name="T101" fmla="*/ 679450 h 1270"/>
                    <a:gd name="T102" fmla="*/ 876300 w 866"/>
                    <a:gd name="T103" fmla="*/ 631825 h 1270"/>
                    <a:gd name="T104" fmla="*/ 860425 w 866"/>
                    <a:gd name="T105" fmla="*/ 577850 h 1270"/>
                    <a:gd name="T106" fmla="*/ 857250 w 866"/>
                    <a:gd name="T107" fmla="*/ 511175 h 1270"/>
                    <a:gd name="T108" fmla="*/ 857250 w 866"/>
                    <a:gd name="T109" fmla="*/ 469900 h 1270"/>
                    <a:gd name="T110" fmla="*/ 869950 w 866"/>
                    <a:gd name="T111" fmla="*/ 400050 h 1270"/>
                    <a:gd name="T112" fmla="*/ 892175 w 866"/>
                    <a:gd name="T113" fmla="*/ 349250 h 1270"/>
                    <a:gd name="T114" fmla="*/ 917575 w 866"/>
                    <a:gd name="T115" fmla="*/ 311150 h 1270"/>
                    <a:gd name="T116" fmla="*/ 930275 w 866"/>
                    <a:gd name="T117" fmla="*/ 298450 h 1270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866"/>
                    <a:gd name="T178" fmla="*/ 0 h 1270"/>
                    <a:gd name="T179" fmla="*/ 866 w 866"/>
                    <a:gd name="T180" fmla="*/ 1270 h 1270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866" h="1270">
                      <a:moveTo>
                        <a:pt x="586" y="188"/>
                      </a:moveTo>
                      <a:lnTo>
                        <a:pt x="586" y="188"/>
                      </a:lnTo>
                      <a:lnTo>
                        <a:pt x="602" y="174"/>
                      </a:lnTo>
                      <a:lnTo>
                        <a:pt x="622" y="166"/>
                      </a:lnTo>
                      <a:lnTo>
                        <a:pt x="644" y="160"/>
                      </a:lnTo>
                      <a:lnTo>
                        <a:pt x="668" y="160"/>
                      </a:lnTo>
                      <a:lnTo>
                        <a:pt x="688" y="162"/>
                      </a:lnTo>
                      <a:lnTo>
                        <a:pt x="708" y="170"/>
                      </a:lnTo>
                      <a:lnTo>
                        <a:pt x="728" y="180"/>
                      </a:lnTo>
                      <a:lnTo>
                        <a:pt x="746" y="192"/>
                      </a:lnTo>
                      <a:lnTo>
                        <a:pt x="764" y="204"/>
                      </a:lnTo>
                      <a:lnTo>
                        <a:pt x="780" y="216"/>
                      </a:lnTo>
                      <a:lnTo>
                        <a:pt x="802" y="236"/>
                      </a:lnTo>
                      <a:lnTo>
                        <a:pt x="866" y="236"/>
                      </a:lnTo>
                      <a:lnTo>
                        <a:pt x="866" y="0"/>
                      </a:lnTo>
                      <a:lnTo>
                        <a:pt x="0" y="0"/>
                      </a:lnTo>
                      <a:lnTo>
                        <a:pt x="0" y="926"/>
                      </a:lnTo>
                      <a:lnTo>
                        <a:pt x="316" y="926"/>
                      </a:lnTo>
                      <a:lnTo>
                        <a:pt x="324" y="928"/>
                      </a:lnTo>
                      <a:lnTo>
                        <a:pt x="332" y="932"/>
                      </a:lnTo>
                      <a:lnTo>
                        <a:pt x="336" y="940"/>
                      </a:lnTo>
                      <a:lnTo>
                        <a:pt x="338" y="948"/>
                      </a:lnTo>
                      <a:lnTo>
                        <a:pt x="338" y="1056"/>
                      </a:lnTo>
                      <a:lnTo>
                        <a:pt x="336" y="1066"/>
                      </a:lnTo>
                      <a:lnTo>
                        <a:pt x="330" y="1074"/>
                      </a:lnTo>
                      <a:lnTo>
                        <a:pt x="312" y="1090"/>
                      </a:lnTo>
                      <a:lnTo>
                        <a:pt x="288" y="1116"/>
                      </a:lnTo>
                      <a:lnTo>
                        <a:pt x="278" y="1130"/>
                      </a:lnTo>
                      <a:lnTo>
                        <a:pt x="268" y="1144"/>
                      </a:lnTo>
                      <a:lnTo>
                        <a:pt x="262" y="1158"/>
                      </a:lnTo>
                      <a:lnTo>
                        <a:pt x="258" y="1172"/>
                      </a:lnTo>
                      <a:lnTo>
                        <a:pt x="260" y="1190"/>
                      </a:lnTo>
                      <a:lnTo>
                        <a:pt x="264" y="1208"/>
                      </a:lnTo>
                      <a:lnTo>
                        <a:pt x="272" y="1224"/>
                      </a:lnTo>
                      <a:lnTo>
                        <a:pt x="282" y="1238"/>
                      </a:lnTo>
                      <a:lnTo>
                        <a:pt x="290" y="1246"/>
                      </a:lnTo>
                      <a:lnTo>
                        <a:pt x="298" y="1252"/>
                      </a:lnTo>
                      <a:lnTo>
                        <a:pt x="308" y="1258"/>
                      </a:lnTo>
                      <a:lnTo>
                        <a:pt x="318" y="1262"/>
                      </a:lnTo>
                      <a:lnTo>
                        <a:pt x="342" y="1268"/>
                      </a:lnTo>
                      <a:lnTo>
                        <a:pt x="366" y="1270"/>
                      </a:lnTo>
                      <a:lnTo>
                        <a:pt x="386" y="1270"/>
                      </a:lnTo>
                      <a:lnTo>
                        <a:pt x="408" y="1268"/>
                      </a:lnTo>
                      <a:lnTo>
                        <a:pt x="428" y="1264"/>
                      </a:lnTo>
                      <a:lnTo>
                        <a:pt x="450" y="1256"/>
                      </a:lnTo>
                      <a:lnTo>
                        <a:pt x="468" y="1246"/>
                      </a:lnTo>
                      <a:lnTo>
                        <a:pt x="478" y="1240"/>
                      </a:lnTo>
                      <a:lnTo>
                        <a:pt x="484" y="1232"/>
                      </a:lnTo>
                      <a:lnTo>
                        <a:pt x="490" y="1222"/>
                      </a:lnTo>
                      <a:lnTo>
                        <a:pt x="496" y="1212"/>
                      </a:lnTo>
                      <a:lnTo>
                        <a:pt x="500" y="1202"/>
                      </a:lnTo>
                      <a:lnTo>
                        <a:pt x="500" y="1188"/>
                      </a:lnTo>
                      <a:lnTo>
                        <a:pt x="500" y="1176"/>
                      </a:lnTo>
                      <a:lnTo>
                        <a:pt x="498" y="1164"/>
                      </a:lnTo>
                      <a:lnTo>
                        <a:pt x="496" y="1152"/>
                      </a:lnTo>
                      <a:lnTo>
                        <a:pt x="490" y="1140"/>
                      </a:lnTo>
                      <a:lnTo>
                        <a:pt x="478" y="1120"/>
                      </a:lnTo>
                      <a:lnTo>
                        <a:pt x="462" y="1102"/>
                      </a:lnTo>
                      <a:lnTo>
                        <a:pt x="446" y="1088"/>
                      </a:lnTo>
                      <a:lnTo>
                        <a:pt x="432" y="1076"/>
                      </a:lnTo>
                      <a:lnTo>
                        <a:pt x="420" y="1066"/>
                      </a:lnTo>
                      <a:lnTo>
                        <a:pt x="414" y="1062"/>
                      </a:lnTo>
                      <a:lnTo>
                        <a:pt x="412" y="1058"/>
                      </a:lnTo>
                      <a:lnTo>
                        <a:pt x="410" y="1052"/>
                      </a:lnTo>
                      <a:lnTo>
                        <a:pt x="408" y="1048"/>
                      </a:lnTo>
                      <a:lnTo>
                        <a:pt x="408" y="942"/>
                      </a:lnTo>
                      <a:lnTo>
                        <a:pt x="410" y="934"/>
                      </a:lnTo>
                      <a:lnTo>
                        <a:pt x="414" y="926"/>
                      </a:lnTo>
                      <a:lnTo>
                        <a:pt x="422" y="922"/>
                      </a:lnTo>
                      <a:lnTo>
                        <a:pt x="430" y="920"/>
                      </a:lnTo>
                      <a:lnTo>
                        <a:pt x="866" y="920"/>
                      </a:lnTo>
                      <a:lnTo>
                        <a:pt x="866" y="398"/>
                      </a:lnTo>
                      <a:lnTo>
                        <a:pt x="820" y="398"/>
                      </a:lnTo>
                      <a:lnTo>
                        <a:pt x="796" y="422"/>
                      </a:lnTo>
                      <a:lnTo>
                        <a:pt x="780" y="436"/>
                      </a:lnTo>
                      <a:lnTo>
                        <a:pt x="762" y="452"/>
                      </a:lnTo>
                      <a:lnTo>
                        <a:pt x="742" y="464"/>
                      </a:lnTo>
                      <a:lnTo>
                        <a:pt x="720" y="476"/>
                      </a:lnTo>
                      <a:lnTo>
                        <a:pt x="698" y="484"/>
                      </a:lnTo>
                      <a:lnTo>
                        <a:pt x="686" y="486"/>
                      </a:lnTo>
                      <a:lnTo>
                        <a:pt x="676" y="486"/>
                      </a:lnTo>
                      <a:lnTo>
                        <a:pt x="650" y="484"/>
                      </a:lnTo>
                      <a:lnTo>
                        <a:pt x="638" y="482"/>
                      </a:lnTo>
                      <a:lnTo>
                        <a:pt x="626" y="478"/>
                      </a:lnTo>
                      <a:lnTo>
                        <a:pt x="614" y="472"/>
                      </a:lnTo>
                      <a:lnTo>
                        <a:pt x="604" y="466"/>
                      </a:lnTo>
                      <a:lnTo>
                        <a:pt x="592" y="458"/>
                      </a:lnTo>
                      <a:lnTo>
                        <a:pt x="582" y="450"/>
                      </a:lnTo>
                      <a:lnTo>
                        <a:pt x="574" y="440"/>
                      </a:lnTo>
                      <a:lnTo>
                        <a:pt x="564" y="428"/>
                      </a:lnTo>
                      <a:lnTo>
                        <a:pt x="558" y="414"/>
                      </a:lnTo>
                      <a:lnTo>
                        <a:pt x="552" y="398"/>
                      </a:lnTo>
                      <a:lnTo>
                        <a:pt x="546" y="382"/>
                      </a:lnTo>
                      <a:lnTo>
                        <a:pt x="542" y="364"/>
                      </a:lnTo>
                      <a:lnTo>
                        <a:pt x="540" y="344"/>
                      </a:lnTo>
                      <a:lnTo>
                        <a:pt x="540" y="322"/>
                      </a:lnTo>
                      <a:lnTo>
                        <a:pt x="540" y="296"/>
                      </a:lnTo>
                      <a:lnTo>
                        <a:pt x="544" y="272"/>
                      </a:lnTo>
                      <a:lnTo>
                        <a:pt x="548" y="252"/>
                      </a:lnTo>
                      <a:lnTo>
                        <a:pt x="554" y="234"/>
                      </a:lnTo>
                      <a:lnTo>
                        <a:pt x="562" y="220"/>
                      </a:lnTo>
                      <a:lnTo>
                        <a:pt x="570" y="208"/>
                      </a:lnTo>
                      <a:lnTo>
                        <a:pt x="578" y="196"/>
                      </a:lnTo>
                      <a:lnTo>
                        <a:pt x="586" y="188"/>
                      </a:lnTo>
                      <a:close/>
                    </a:path>
                  </a:pathLst>
                </a:custGeom>
                <a:solidFill>
                  <a:srgbClr val="2C3F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1369" name="Freeform 150"/>
                <p:cNvSpPr>
                  <a:spLocks/>
                </p:cNvSpPr>
                <p:nvPr/>
              </p:nvSpPr>
              <p:spPr bwMode="auto">
                <a:xfrm>
                  <a:off x="10493984" y="7358425"/>
                  <a:ext cx="1381307" cy="1470333"/>
                </a:xfrm>
                <a:custGeom>
                  <a:avLst/>
                  <a:gdLst>
                    <a:gd name="T0" fmla="*/ 2147483647 w 870"/>
                    <a:gd name="T1" fmla="*/ 0 h 926"/>
                    <a:gd name="T2" fmla="*/ 2147483647 w 870"/>
                    <a:gd name="T3" fmla="*/ 0 h 926"/>
                    <a:gd name="T4" fmla="*/ 2147483647 w 870"/>
                    <a:gd name="T5" fmla="*/ 2147483647 h 926"/>
                    <a:gd name="T6" fmla="*/ 2147483647 w 870"/>
                    <a:gd name="T7" fmla="*/ 2147483647 h 926"/>
                    <a:gd name="T8" fmla="*/ 2147483647 w 870"/>
                    <a:gd name="T9" fmla="*/ 2147483647 h 926"/>
                    <a:gd name="T10" fmla="*/ 2147483647 w 870"/>
                    <a:gd name="T11" fmla="*/ 2147483647 h 926"/>
                    <a:gd name="T12" fmla="*/ 2147483647 w 870"/>
                    <a:gd name="T13" fmla="*/ 2147483647 h 926"/>
                    <a:gd name="T14" fmla="*/ 2147483647 w 870"/>
                    <a:gd name="T15" fmla="*/ 2147483647 h 926"/>
                    <a:gd name="T16" fmla="*/ 2147483647 w 870"/>
                    <a:gd name="T17" fmla="*/ 2147483647 h 926"/>
                    <a:gd name="T18" fmla="*/ 2147483647 w 870"/>
                    <a:gd name="T19" fmla="*/ 2147483647 h 926"/>
                    <a:gd name="T20" fmla="*/ 2147483647 w 870"/>
                    <a:gd name="T21" fmla="*/ 2147483647 h 926"/>
                    <a:gd name="T22" fmla="*/ 2147483647 w 870"/>
                    <a:gd name="T23" fmla="*/ 2147483647 h 926"/>
                    <a:gd name="T24" fmla="*/ 2147483647 w 870"/>
                    <a:gd name="T25" fmla="*/ 2147483647 h 926"/>
                    <a:gd name="T26" fmla="*/ 2147483647 w 870"/>
                    <a:gd name="T27" fmla="*/ 2147483647 h 926"/>
                    <a:gd name="T28" fmla="*/ 2147483647 w 870"/>
                    <a:gd name="T29" fmla="*/ 2147483647 h 926"/>
                    <a:gd name="T30" fmla="*/ 2147483647 w 870"/>
                    <a:gd name="T31" fmla="*/ 2147483647 h 926"/>
                    <a:gd name="T32" fmla="*/ 2147483647 w 870"/>
                    <a:gd name="T33" fmla="*/ 2147483647 h 926"/>
                    <a:gd name="T34" fmla="*/ 2147483647 w 870"/>
                    <a:gd name="T35" fmla="*/ 2147483647 h 926"/>
                    <a:gd name="T36" fmla="*/ 2147483647 w 870"/>
                    <a:gd name="T37" fmla="*/ 2147483647 h 926"/>
                    <a:gd name="T38" fmla="*/ 2147483647 w 870"/>
                    <a:gd name="T39" fmla="*/ 2147483647 h 926"/>
                    <a:gd name="T40" fmla="*/ 2147483647 w 870"/>
                    <a:gd name="T41" fmla="*/ 2147483647 h 926"/>
                    <a:gd name="T42" fmla="*/ 2147483647 w 870"/>
                    <a:gd name="T43" fmla="*/ 2147483647 h 926"/>
                    <a:gd name="T44" fmla="*/ 2147483647 w 870"/>
                    <a:gd name="T45" fmla="*/ 2147483647 h 926"/>
                    <a:gd name="T46" fmla="*/ 2147483647 w 870"/>
                    <a:gd name="T47" fmla="*/ 2147483647 h 926"/>
                    <a:gd name="T48" fmla="*/ 2147483647 w 870"/>
                    <a:gd name="T49" fmla="*/ 2147483647 h 926"/>
                    <a:gd name="T50" fmla="*/ 2147483647 w 870"/>
                    <a:gd name="T51" fmla="*/ 2147483647 h 926"/>
                    <a:gd name="T52" fmla="*/ 2147483647 w 870"/>
                    <a:gd name="T53" fmla="*/ 2147483647 h 926"/>
                    <a:gd name="T54" fmla="*/ 2147483647 w 870"/>
                    <a:gd name="T55" fmla="*/ 2147483647 h 926"/>
                    <a:gd name="T56" fmla="*/ 2147483647 w 870"/>
                    <a:gd name="T57" fmla="*/ 2147483647 h 926"/>
                    <a:gd name="T58" fmla="*/ 2147483647 w 870"/>
                    <a:gd name="T59" fmla="*/ 2147483647 h 926"/>
                    <a:gd name="T60" fmla="*/ 2147483647 w 870"/>
                    <a:gd name="T61" fmla="*/ 2147483647 h 926"/>
                    <a:gd name="T62" fmla="*/ 2147483647 w 870"/>
                    <a:gd name="T63" fmla="*/ 2147483647 h 926"/>
                    <a:gd name="T64" fmla="*/ 2147483647 w 870"/>
                    <a:gd name="T65" fmla="*/ 2147483647 h 926"/>
                    <a:gd name="T66" fmla="*/ 2147483647 w 870"/>
                    <a:gd name="T67" fmla="*/ 2147483647 h 926"/>
                    <a:gd name="T68" fmla="*/ 2147483647 w 870"/>
                    <a:gd name="T69" fmla="*/ 2147483647 h 926"/>
                    <a:gd name="T70" fmla="*/ 2147483647 w 870"/>
                    <a:gd name="T71" fmla="*/ 2147483647 h 926"/>
                    <a:gd name="T72" fmla="*/ 2147483647 w 870"/>
                    <a:gd name="T73" fmla="*/ 2147483647 h 926"/>
                    <a:gd name="T74" fmla="*/ 2147483647 w 870"/>
                    <a:gd name="T75" fmla="*/ 2147483647 h 926"/>
                    <a:gd name="T76" fmla="*/ 2147483647 w 870"/>
                    <a:gd name="T77" fmla="*/ 2147483647 h 926"/>
                    <a:gd name="T78" fmla="*/ 2147483647 w 870"/>
                    <a:gd name="T79" fmla="*/ 2147483647 h 926"/>
                    <a:gd name="T80" fmla="*/ 2147483647 w 870"/>
                    <a:gd name="T81" fmla="*/ 2147483647 h 926"/>
                    <a:gd name="T82" fmla="*/ 2147483647 w 870"/>
                    <a:gd name="T83" fmla="*/ 2147483647 h 926"/>
                    <a:gd name="T84" fmla="*/ 2147483647 w 870"/>
                    <a:gd name="T85" fmla="*/ 2147483647 h 926"/>
                    <a:gd name="T86" fmla="*/ 2147483647 w 870"/>
                    <a:gd name="T87" fmla="*/ 2147483647 h 926"/>
                    <a:gd name="T88" fmla="*/ 2147483647 w 870"/>
                    <a:gd name="T89" fmla="*/ 2147483647 h 926"/>
                    <a:gd name="T90" fmla="*/ 2147483647 w 870"/>
                    <a:gd name="T91" fmla="*/ 2147483647 h 926"/>
                    <a:gd name="T92" fmla="*/ 2147483647 w 870"/>
                    <a:gd name="T93" fmla="*/ 2147483647 h 926"/>
                    <a:gd name="T94" fmla="*/ 2147483647 w 870"/>
                    <a:gd name="T95" fmla="*/ 2147483647 h 926"/>
                    <a:gd name="T96" fmla="*/ 2147483647 w 870"/>
                    <a:gd name="T97" fmla="*/ 2147483647 h 926"/>
                    <a:gd name="T98" fmla="*/ 2147483647 w 870"/>
                    <a:gd name="T99" fmla="*/ 2147483647 h 926"/>
                    <a:gd name="T100" fmla="*/ 2147483647 w 870"/>
                    <a:gd name="T101" fmla="*/ 2147483647 h 926"/>
                    <a:gd name="T102" fmla="*/ 2147483647 w 870"/>
                    <a:gd name="T103" fmla="*/ 2147483647 h 926"/>
                    <a:gd name="T104" fmla="*/ 2147483647 w 870"/>
                    <a:gd name="T105" fmla="*/ 2147483647 h 926"/>
                    <a:gd name="T106" fmla="*/ 2147483647 w 870"/>
                    <a:gd name="T107" fmla="*/ 2147483647 h 926"/>
                    <a:gd name="T108" fmla="*/ 0 w 870"/>
                    <a:gd name="T109" fmla="*/ 2147483647 h 926"/>
                    <a:gd name="T110" fmla="*/ 0 w 870"/>
                    <a:gd name="T111" fmla="*/ 2147483647 h 926"/>
                    <a:gd name="T112" fmla="*/ 0 w 870"/>
                    <a:gd name="T113" fmla="*/ 2147483647 h 926"/>
                    <a:gd name="T114" fmla="*/ 2147483647 w 870"/>
                    <a:gd name="T115" fmla="*/ 2147483647 h 926"/>
                    <a:gd name="T116" fmla="*/ 2147483647 w 870"/>
                    <a:gd name="T117" fmla="*/ 2147483647 h 926"/>
                    <a:gd name="T118" fmla="*/ 2147483647 w 870"/>
                    <a:gd name="T119" fmla="*/ 0 h 92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870"/>
                    <a:gd name="T181" fmla="*/ 0 h 926"/>
                    <a:gd name="T182" fmla="*/ 870 w 870"/>
                    <a:gd name="T183" fmla="*/ 926 h 92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870" h="926">
                      <a:moveTo>
                        <a:pt x="870" y="0"/>
                      </a:moveTo>
                      <a:lnTo>
                        <a:pt x="4" y="0"/>
                      </a:lnTo>
                      <a:lnTo>
                        <a:pt x="4" y="226"/>
                      </a:lnTo>
                      <a:lnTo>
                        <a:pt x="64" y="226"/>
                      </a:lnTo>
                      <a:lnTo>
                        <a:pt x="70" y="214"/>
                      </a:lnTo>
                      <a:lnTo>
                        <a:pt x="80" y="200"/>
                      </a:lnTo>
                      <a:lnTo>
                        <a:pt x="94" y="186"/>
                      </a:lnTo>
                      <a:lnTo>
                        <a:pt x="110" y="172"/>
                      </a:lnTo>
                      <a:lnTo>
                        <a:pt x="128" y="158"/>
                      </a:lnTo>
                      <a:lnTo>
                        <a:pt x="152" y="148"/>
                      </a:lnTo>
                      <a:lnTo>
                        <a:pt x="164" y="144"/>
                      </a:lnTo>
                      <a:lnTo>
                        <a:pt x="178" y="142"/>
                      </a:lnTo>
                      <a:lnTo>
                        <a:pt x="194" y="140"/>
                      </a:lnTo>
                      <a:lnTo>
                        <a:pt x="208" y="140"/>
                      </a:lnTo>
                      <a:lnTo>
                        <a:pt x="230" y="142"/>
                      </a:lnTo>
                      <a:lnTo>
                        <a:pt x="250" y="146"/>
                      </a:lnTo>
                      <a:lnTo>
                        <a:pt x="266" y="154"/>
                      </a:lnTo>
                      <a:lnTo>
                        <a:pt x="280" y="162"/>
                      </a:lnTo>
                      <a:lnTo>
                        <a:pt x="292" y="172"/>
                      </a:lnTo>
                      <a:lnTo>
                        <a:pt x="302" y="184"/>
                      </a:lnTo>
                      <a:lnTo>
                        <a:pt x="310" y="198"/>
                      </a:lnTo>
                      <a:lnTo>
                        <a:pt x="316" y="210"/>
                      </a:lnTo>
                      <a:lnTo>
                        <a:pt x="322" y="224"/>
                      </a:lnTo>
                      <a:lnTo>
                        <a:pt x="326" y="238"/>
                      </a:lnTo>
                      <a:lnTo>
                        <a:pt x="330" y="266"/>
                      </a:lnTo>
                      <a:lnTo>
                        <a:pt x="332" y="290"/>
                      </a:lnTo>
                      <a:lnTo>
                        <a:pt x="332" y="308"/>
                      </a:lnTo>
                      <a:lnTo>
                        <a:pt x="332" y="330"/>
                      </a:lnTo>
                      <a:lnTo>
                        <a:pt x="330" y="350"/>
                      </a:lnTo>
                      <a:lnTo>
                        <a:pt x="326" y="368"/>
                      </a:lnTo>
                      <a:lnTo>
                        <a:pt x="322" y="386"/>
                      </a:lnTo>
                      <a:lnTo>
                        <a:pt x="316" y="400"/>
                      </a:lnTo>
                      <a:lnTo>
                        <a:pt x="308" y="414"/>
                      </a:lnTo>
                      <a:lnTo>
                        <a:pt x="300" y="426"/>
                      </a:lnTo>
                      <a:lnTo>
                        <a:pt x="290" y="438"/>
                      </a:lnTo>
                      <a:lnTo>
                        <a:pt x="282" y="444"/>
                      </a:lnTo>
                      <a:lnTo>
                        <a:pt x="272" y="452"/>
                      </a:lnTo>
                      <a:lnTo>
                        <a:pt x="262" y="456"/>
                      </a:lnTo>
                      <a:lnTo>
                        <a:pt x="252" y="460"/>
                      </a:lnTo>
                      <a:lnTo>
                        <a:pt x="228" y="466"/>
                      </a:lnTo>
                      <a:lnTo>
                        <a:pt x="200" y="468"/>
                      </a:lnTo>
                      <a:lnTo>
                        <a:pt x="174" y="464"/>
                      </a:lnTo>
                      <a:lnTo>
                        <a:pt x="150" y="458"/>
                      </a:lnTo>
                      <a:lnTo>
                        <a:pt x="130" y="450"/>
                      </a:lnTo>
                      <a:lnTo>
                        <a:pt x="112" y="438"/>
                      </a:lnTo>
                      <a:lnTo>
                        <a:pt x="98" y="426"/>
                      </a:lnTo>
                      <a:lnTo>
                        <a:pt x="86" y="412"/>
                      </a:lnTo>
                      <a:lnTo>
                        <a:pt x="76" y="398"/>
                      </a:lnTo>
                      <a:lnTo>
                        <a:pt x="68" y="384"/>
                      </a:lnTo>
                      <a:lnTo>
                        <a:pt x="0" y="384"/>
                      </a:lnTo>
                      <a:lnTo>
                        <a:pt x="0" y="884"/>
                      </a:lnTo>
                      <a:lnTo>
                        <a:pt x="18" y="926"/>
                      </a:lnTo>
                      <a:lnTo>
                        <a:pt x="870" y="926"/>
                      </a:lnTo>
                      <a:lnTo>
                        <a:pt x="870" y="0"/>
                      </a:lnTo>
                      <a:close/>
                    </a:path>
                  </a:pathLst>
                </a:custGeom>
                <a:solidFill>
                  <a:srgbClr val="C139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7" name="Freeform 151"/>
                <p:cNvSpPr>
                  <a:spLocks/>
                </p:cNvSpPr>
                <p:nvPr/>
              </p:nvSpPr>
              <p:spPr bwMode="auto">
                <a:xfrm>
                  <a:off x="10497172" y="4338638"/>
                  <a:ext cx="3537291" cy="1946700"/>
                </a:xfrm>
                <a:custGeom>
                  <a:avLst/>
                  <a:gdLst>
                    <a:gd name="T0" fmla="*/ 372 w 2228"/>
                    <a:gd name="T1" fmla="*/ 886 h 1228"/>
                    <a:gd name="T2" fmla="*/ 394 w 2228"/>
                    <a:gd name="T3" fmla="*/ 898 h 1228"/>
                    <a:gd name="T4" fmla="*/ 394 w 2228"/>
                    <a:gd name="T5" fmla="*/ 1018 h 1228"/>
                    <a:gd name="T6" fmla="*/ 390 w 2228"/>
                    <a:gd name="T7" fmla="*/ 1034 h 1228"/>
                    <a:gd name="T8" fmla="*/ 368 w 2228"/>
                    <a:gd name="T9" fmla="*/ 1050 h 1228"/>
                    <a:gd name="T10" fmla="*/ 338 w 2228"/>
                    <a:gd name="T11" fmla="*/ 1084 h 1228"/>
                    <a:gd name="T12" fmla="*/ 322 w 2228"/>
                    <a:gd name="T13" fmla="*/ 1126 h 1228"/>
                    <a:gd name="T14" fmla="*/ 328 w 2228"/>
                    <a:gd name="T15" fmla="*/ 1164 h 1228"/>
                    <a:gd name="T16" fmla="*/ 364 w 2228"/>
                    <a:gd name="T17" fmla="*/ 1210 h 1228"/>
                    <a:gd name="T18" fmla="*/ 414 w 2228"/>
                    <a:gd name="T19" fmla="*/ 1228 h 1228"/>
                    <a:gd name="T20" fmla="*/ 452 w 2228"/>
                    <a:gd name="T21" fmla="*/ 1228 h 1228"/>
                    <a:gd name="T22" fmla="*/ 518 w 2228"/>
                    <a:gd name="T23" fmla="*/ 1202 h 1228"/>
                    <a:gd name="T24" fmla="*/ 554 w 2228"/>
                    <a:gd name="T25" fmla="*/ 1158 h 1228"/>
                    <a:gd name="T26" fmla="*/ 558 w 2228"/>
                    <a:gd name="T27" fmla="*/ 1138 h 1228"/>
                    <a:gd name="T28" fmla="*/ 552 w 2228"/>
                    <a:gd name="T29" fmla="*/ 1102 h 1228"/>
                    <a:gd name="T30" fmla="*/ 534 w 2228"/>
                    <a:gd name="T31" fmla="*/ 1072 h 1228"/>
                    <a:gd name="T32" fmla="*/ 492 w 2228"/>
                    <a:gd name="T33" fmla="*/ 1040 h 1228"/>
                    <a:gd name="T34" fmla="*/ 474 w 2228"/>
                    <a:gd name="T35" fmla="*/ 1030 h 1228"/>
                    <a:gd name="T36" fmla="*/ 466 w 2228"/>
                    <a:gd name="T37" fmla="*/ 1012 h 1228"/>
                    <a:gd name="T38" fmla="*/ 470 w 2228"/>
                    <a:gd name="T39" fmla="*/ 904 h 1228"/>
                    <a:gd name="T40" fmla="*/ 490 w 2228"/>
                    <a:gd name="T41" fmla="*/ 892 h 1228"/>
                    <a:gd name="T42" fmla="*/ 1294 w 2228"/>
                    <a:gd name="T43" fmla="*/ 820 h 1228"/>
                    <a:gd name="T44" fmla="*/ 1256 w 2228"/>
                    <a:gd name="T45" fmla="*/ 788 h 1228"/>
                    <a:gd name="T46" fmla="*/ 1220 w 2228"/>
                    <a:gd name="T47" fmla="*/ 730 h 1228"/>
                    <a:gd name="T48" fmla="*/ 1210 w 2228"/>
                    <a:gd name="T49" fmla="*/ 674 h 1228"/>
                    <a:gd name="T50" fmla="*/ 1214 w 2228"/>
                    <a:gd name="T51" fmla="*/ 646 h 1228"/>
                    <a:gd name="T52" fmla="*/ 1232 w 2228"/>
                    <a:gd name="T53" fmla="*/ 610 h 1228"/>
                    <a:gd name="T54" fmla="*/ 1260 w 2228"/>
                    <a:gd name="T55" fmla="*/ 584 h 1228"/>
                    <a:gd name="T56" fmla="*/ 1310 w 2228"/>
                    <a:gd name="T57" fmla="*/ 562 h 1228"/>
                    <a:gd name="T58" fmla="*/ 1366 w 2228"/>
                    <a:gd name="T59" fmla="*/ 554 h 1228"/>
                    <a:gd name="T60" fmla="*/ 1454 w 2228"/>
                    <a:gd name="T61" fmla="*/ 568 h 1228"/>
                    <a:gd name="T62" fmla="*/ 1492 w 2228"/>
                    <a:gd name="T63" fmla="*/ 588 h 1228"/>
                    <a:gd name="T64" fmla="*/ 1520 w 2228"/>
                    <a:gd name="T65" fmla="*/ 616 h 1228"/>
                    <a:gd name="T66" fmla="*/ 1534 w 2228"/>
                    <a:gd name="T67" fmla="*/ 656 h 1228"/>
                    <a:gd name="T68" fmla="*/ 1534 w 2228"/>
                    <a:gd name="T69" fmla="*/ 686 h 1228"/>
                    <a:gd name="T70" fmla="*/ 1516 w 2228"/>
                    <a:gd name="T71" fmla="*/ 750 h 1228"/>
                    <a:gd name="T72" fmla="*/ 1478 w 2228"/>
                    <a:gd name="T73" fmla="*/ 802 h 1228"/>
                    <a:gd name="T74" fmla="*/ 2228 w 2228"/>
                    <a:gd name="T75" fmla="*/ 888 h 1228"/>
                    <a:gd name="T76" fmla="*/ 2168 w 2228"/>
                    <a:gd name="T77" fmla="*/ 754 h 1228"/>
                    <a:gd name="T78" fmla="*/ 2052 w 2228"/>
                    <a:gd name="T79" fmla="*/ 564 h 1228"/>
                    <a:gd name="T80" fmla="*/ 1982 w 2228"/>
                    <a:gd name="T81" fmla="*/ 478 h 1228"/>
                    <a:gd name="T82" fmla="*/ 1904 w 2228"/>
                    <a:gd name="T83" fmla="*/ 404 h 1228"/>
                    <a:gd name="T84" fmla="*/ 1798 w 2228"/>
                    <a:gd name="T85" fmla="*/ 318 h 1228"/>
                    <a:gd name="T86" fmla="*/ 1636 w 2228"/>
                    <a:gd name="T87" fmla="*/ 204 h 1228"/>
                    <a:gd name="T88" fmla="*/ 1468 w 2228"/>
                    <a:gd name="T89" fmla="*/ 114 h 1228"/>
                    <a:gd name="T90" fmla="*/ 1282 w 2228"/>
                    <a:gd name="T91" fmla="*/ 48 h 1228"/>
                    <a:gd name="T92" fmla="*/ 1076 w 2228"/>
                    <a:gd name="T93" fmla="*/ 10 h 1228"/>
                    <a:gd name="T94" fmla="*/ 920 w 2228"/>
                    <a:gd name="T95" fmla="*/ 0 h 1228"/>
                    <a:gd name="T96" fmla="*/ 762 w 2228"/>
                    <a:gd name="T97" fmla="*/ 6 h 1228"/>
                    <a:gd name="T98" fmla="*/ 590 w 2228"/>
                    <a:gd name="T99" fmla="*/ 32 h 1228"/>
                    <a:gd name="T100" fmla="*/ 412 w 2228"/>
                    <a:gd name="T101" fmla="*/ 80 h 1228"/>
                    <a:gd name="T102" fmla="*/ 232 w 2228"/>
                    <a:gd name="T103" fmla="*/ 152 h 1228"/>
                    <a:gd name="T104" fmla="*/ 56 w 2228"/>
                    <a:gd name="T105" fmla="*/ 252 h 1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228" h="1228">
                      <a:moveTo>
                        <a:pt x="0" y="886"/>
                      </a:moveTo>
                      <a:lnTo>
                        <a:pt x="372" y="886"/>
                      </a:lnTo>
                      <a:lnTo>
                        <a:pt x="372" y="886"/>
                      </a:lnTo>
                      <a:lnTo>
                        <a:pt x="382" y="886"/>
                      </a:lnTo>
                      <a:lnTo>
                        <a:pt x="388" y="892"/>
                      </a:lnTo>
                      <a:lnTo>
                        <a:pt x="394" y="898"/>
                      </a:lnTo>
                      <a:lnTo>
                        <a:pt x="394" y="908"/>
                      </a:lnTo>
                      <a:lnTo>
                        <a:pt x="394" y="1018"/>
                      </a:lnTo>
                      <a:lnTo>
                        <a:pt x="394" y="1018"/>
                      </a:lnTo>
                      <a:lnTo>
                        <a:pt x="394" y="1024"/>
                      </a:lnTo>
                      <a:lnTo>
                        <a:pt x="392" y="1030"/>
                      </a:lnTo>
                      <a:lnTo>
                        <a:pt x="390" y="1034"/>
                      </a:lnTo>
                      <a:lnTo>
                        <a:pt x="384" y="1038"/>
                      </a:lnTo>
                      <a:lnTo>
                        <a:pt x="384" y="1038"/>
                      </a:lnTo>
                      <a:lnTo>
                        <a:pt x="368" y="1050"/>
                      </a:lnTo>
                      <a:lnTo>
                        <a:pt x="358" y="1060"/>
                      </a:lnTo>
                      <a:lnTo>
                        <a:pt x="346" y="1072"/>
                      </a:lnTo>
                      <a:lnTo>
                        <a:pt x="338" y="1084"/>
                      </a:lnTo>
                      <a:lnTo>
                        <a:pt x="330" y="1098"/>
                      </a:lnTo>
                      <a:lnTo>
                        <a:pt x="324" y="1112"/>
                      </a:lnTo>
                      <a:lnTo>
                        <a:pt x="322" y="1126"/>
                      </a:lnTo>
                      <a:lnTo>
                        <a:pt x="322" y="1126"/>
                      </a:lnTo>
                      <a:lnTo>
                        <a:pt x="324" y="1146"/>
                      </a:lnTo>
                      <a:lnTo>
                        <a:pt x="328" y="1164"/>
                      </a:lnTo>
                      <a:lnTo>
                        <a:pt x="336" y="1182"/>
                      </a:lnTo>
                      <a:lnTo>
                        <a:pt x="348" y="1196"/>
                      </a:lnTo>
                      <a:lnTo>
                        <a:pt x="364" y="1210"/>
                      </a:lnTo>
                      <a:lnTo>
                        <a:pt x="382" y="1220"/>
                      </a:lnTo>
                      <a:lnTo>
                        <a:pt x="402" y="1226"/>
                      </a:lnTo>
                      <a:lnTo>
                        <a:pt x="414" y="1228"/>
                      </a:lnTo>
                      <a:lnTo>
                        <a:pt x="426" y="1228"/>
                      </a:lnTo>
                      <a:lnTo>
                        <a:pt x="426" y="1228"/>
                      </a:lnTo>
                      <a:lnTo>
                        <a:pt x="452" y="1228"/>
                      </a:lnTo>
                      <a:lnTo>
                        <a:pt x="478" y="1222"/>
                      </a:lnTo>
                      <a:lnTo>
                        <a:pt x="500" y="1214"/>
                      </a:lnTo>
                      <a:lnTo>
                        <a:pt x="518" y="1202"/>
                      </a:lnTo>
                      <a:lnTo>
                        <a:pt x="534" y="1190"/>
                      </a:lnTo>
                      <a:lnTo>
                        <a:pt x="546" y="1174"/>
                      </a:lnTo>
                      <a:lnTo>
                        <a:pt x="554" y="1158"/>
                      </a:lnTo>
                      <a:lnTo>
                        <a:pt x="556" y="1148"/>
                      </a:lnTo>
                      <a:lnTo>
                        <a:pt x="558" y="1138"/>
                      </a:lnTo>
                      <a:lnTo>
                        <a:pt x="558" y="1138"/>
                      </a:lnTo>
                      <a:lnTo>
                        <a:pt x="558" y="1126"/>
                      </a:lnTo>
                      <a:lnTo>
                        <a:pt x="556" y="1112"/>
                      </a:lnTo>
                      <a:lnTo>
                        <a:pt x="552" y="1102"/>
                      </a:lnTo>
                      <a:lnTo>
                        <a:pt x="546" y="1090"/>
                      </a:lnTo>
                      <a:lnTo>
                        <a:pt x="540" y="1080"/>
                      </a:lnTo>
                      <a:lnTo>
                        <a:pt x="534" y="1072"/>
                      </a:lnTo>
                      <a:lnTo>
                        <a:pt x="520" y="1058"/>
                      </a:lnTo>
                      <a:lnTo>
                        <a:pt x="506" y="1046"/>
                      </a:lnTo>
                      <a:lnTo>
                        <a:pt x="492" y="1040"/>
                      </a:lnTo>
                      <a:lnTo>
                        <a:pt x="480" y="1034"/>
                      </a:lnTo>
                      <a:lnTo>
                        <a:pt x="480" y="1034"/>
                      </a:lnTo>
                      <a:lnTo>
                        <a:pt x="474" y="1030"/>
                      </a:lnTo>
                      <a:lnTo>
                        <a:pt x="470" y="1024"/>
                      </a:lnTo>
                      <a:lnTo>
                        <a:pt x="466" y="1018"/>
                      </a:lnTo>
                      <a:lnTo>
                        <a:pt x="466" y="1012"/>
                      </a:lnTo>
                      <a:lnTo>
                        <a:pt x="468" y="912"/>
                      </a:lnTo>
                      <a:lnTo>
                        <a:pt x="468" y="912"/>
                      </a:lnTo>
                      <a:lnTo>
                        <a:pt x="470" y="904"/>
                      </a:lnTo>
                      <a:lnTo>
                        <a:pt x="476" y="898"/>
                      </a:lnTo>
                      <a:lnTo>
                        <a:pt x="482" y="894"/>
                      </a:lnTo>
                      <a:lnTo>
                        <a:pt x="490" y="892"/>
                      </a:lnTo>
                      <a:lnTo>
                        <a:pt x="1294" y="892"/>
                      </a:lnTo>
                      <a:lnTo>
                        <a:pt x="1294" y="820"/>
                      </a:lnTo>
                      <a:lnTo>
                        <a:pt x="1294" y="820"/>
                      </a:lnTo>
                      <a:lnTo>
                        <a:pt x="1282" y="812"/>
                      </a:lnTo>
                      <a:lnTo>
                        <a:pt x="1270" y="802"/>
                      </a:lnTo>
                      <a:lnTo>
                        <a:pt x="1256" y="788"/>
                      </a:lnTo>
                      <a:lnTo>
                        <a:pt x="1242" y="772"/>
                      </a:lnTo>
                      <a:lnTo>
                        <a:pt x="1230" y="752"/>
                      </a:lnTo>
                      <a:lnTo>
                        <a:pt x="1220" y="730"/>
                      </a:lnTo>
                      <a:lnTo>
                        <a:pt x="1212" y="704"/>
                      </a:lnTo>
                      <a:lnTo>
                        <a:pt x="1210" y="690"/>
                      </a:lnTo>
                      <a:lnTo>
                        <a:pt x="1210" y="674"/>
                      </a:lnTo>
                      <a:lnTo>
                        <a:pt x="1210" y="674"/>
                      </a:lnTo>
                      <a:lnTo>
                        <a:pt x="1212" y="660"/>
                      </a:lnTo>
                      <a:lnTo>
                        <a:pt x="1214" y="646"/>
                      </a:lnTo>
                      <a:lnTo>
                        <a:pt x="1218" y="632"/>
                      </a:lnTo>
                      <a:lnTo>
                        <a:pt x="1224" y="620"/>
                      </a:lnTo>
                      <a:lnTo>
                        <a:pt x="1232" y="610"/>
                      </a:lnTo>
                      <a:lnTo>
                        <a:pt x="1240" y="600"/>
                      </a:lnTo>
                      <a:lnTo>
                        <a:pt x="1250" y="592"/>
                      </a:lnTo>
                      <a:lnTo>
                        <a:pt x="1260" y="584"/>
                      </a:lnTo>
                      <a:lnTo>
                        <a:pt x="1272" y="576"/>
                      </a:lnTo>
                      <a:lnTo>
                        <a:pt x="1284" y="570"/>
                      </a:lnTo>
                      <a:lnTo>
                        <a:pt x="1310" y="562"/>
                      </a:lnTo>
                      <a:lnTo>
                        <a:pt x="1338" y="556"/>
                      </a:lnTo>
                      <a:lnTo>
                        <a:pt x="1366" y="554"/>
                      </a:lnTo>
                      <a:lnTo>
                        <a:pt x="1366" y="554"/>
                      </a:lnTo>
                      <a:lnTo>
                        <a:pt x="1396" y="556"/>
                      </a:lnTo>
                      <a:lnTo>
                        <a:pt x="1426" y="560"/>
                      </a:lnTo>
                      <a:lnTo>
                        <a:pt x="1454" y="568"/>
                      </a:lnTo>
                      <a:lnTo>
                        <a:pt x="1466" y="574"/>
                      </a:lnTo>
                      <a:lnTo>
                        <a:pt x="1480" y="580"/>
                      </a:lnTo>
                      <a:lnTo>
                        <a:pt x="1492" y="588"/>
                      </a:lnTo>
                      <a:lnTo>
                        <a:pt x="1502" y="596"/>
                      </a:lnTo>
                      <a:lnTo>
                        <a:pt x="1512" y="606"/>
                      </a:lnTo>
                      <a:lnTo>
                        <a:pt x="1520" y="616"/>
                      </a:lnTo>
                      <a:lnTo>
                        <a:pt x="1526" y="628"/>
                      </a:lnTo>
                      <a:lnTo>
                        <a:pt x="1530" y="642"/>
                      </a:lnTo>
                      <a:lnTo>
                        <a:pt x="1534" y="656"/>
                      </a:lnTo>
                      <a:lnTo>
                        <a:pt x="1534" y="672"/>
                      </a:lnTo>
                      <a:lnTo>
                        <a:pt x="1534" y="672"/>
                      </a:lnTo>
                      <a:lnTo>
                        <a:pt x="1534" y="686"/>
                      </a:lnTo>
                      <a:lnTo>
                        <a:pt x="1532" y="700"/>
                      </a:lnTo>
                      <a:lnTo>
                        <a:pt x="1526" y="726"/>
                      </a:lnTo>
                      <a:lnTo>
                        <a:pt x="1516" y="750"/>
                      </a:lnTo>
                      <a:lnTo>
                        <a:pt x="1504" y="770"/>
                      </a:lnTo>
                      <a:lnTo>
                        <a:pt x="1490" y="788"/>
                      </a:lnTo>
                      <a:lnTo>
                        <a:pt x="1478" y="802"/>
                      </a:lnTo>
                      <a:lnTo>
                        <a:pt x="1456" y="822"/>
                      </a:lnTo>
                      <a:lnTo>
                        <a:pt x="1456" y="888"/>
                      </a:lnTo>
                      <a:lnTo>
                        <a:pt x="2228" y="888"/>
                      </a:lnTo>
                      <a:lnTo>
                        <a:pt x="2228" y="888"/>
                      </a:lnTo>
                      <a:lnTo>
                        <a:pt x="2200" y="820"/>
                      </a:lnTo>
                      <a:lnTo>
                        <a:pt x="2168" y="754"/>
                      </a:lnTo>
                      <a:lnTo>
                        <a:pt x="2132" y="688"/>
                      </a:lnTo>
                      <a:lnTo>
                        <a:pt x="2094" y="624"/>
                      </a:lnTo>
                      <a:lnTo>
                        <a:pt x="2052" y="564"/>
                      </a:lnTo>
                      <a:lnTo>
                        <a:pt x="2030" y="534"/>
                      </a:lnTo>
                      <a:lnTo>
                        <a:pt x="2006" y="506"/>
                      </a:lnTo>
                      <a:lnTo>
                        <a:pt x="1982" y="478"/>
                      </a:lnTo>
                      <a:lnTo>
                        <a:pt x="1956" y="452"/>
                      </a:lnTo>
                      <a:lnTo>
                        <a:pt x="1930" y="428"/>
                      </a:lnTo>
                      <a:lnTo>
                        <a:pt x="1904" y="404"/>
                      </a:lnTo>
                      <a:lnTo>
                        <a:pt x="1904" y="404"/>
                      </a:lnTo>
                      <a:lnTo>
                        <a:pt x="1850" y="360"/>
                      </a:lnTo>
                      <a:lnTo>
                        <a:pt x="1798" y="318"/>
                      </a:lnTo>
                      <a:lnTo>
                        <a:pt x="1744" y="278"/>
                      </a:lnTo>
                      <a:lnTo>
                        <a:pt x="1690" y="240"/>
                      </a:lnTo>
                      <a:lnTo>
                        <a:pt x="1636" y="204"/>
                      </a:lnTo>
                      <a:lnTo>
                        <a:pt x="1582" y="172"/>
                      </a:lnTo>
                      <a:lnTo>
                        <a:pt x="1524" y="142"/>
                      </a:lnTo>
                      <a:lnTo>
                        <a:pt x="1468" y="114"/>
                      </a:lnTo>
                      <a:lnTo>
                        <a:pt x="1408" y="88"/>
                      </a:lnTo>
                      <a:lnTo>
                        <a:pt x="1346" y="66"/>
                      </a:lnTo>
                      <a:lnTo>
                        <a:pt x="1282" y="48"/>
                      </a:lnTo>
                      <a:lnTo>
                        <a:pt x="1216" y="32"/>
                      </a:lnTo>
                      <a:lnTo>
                        <a:pt x="1148" y="18"/>
                      </a:lnTo>
                      <a:lnTo>
                        <a:pt x="1076" y="10"/>
                      </a:lnTo>
                      <a:lnTo>
                        <a:pt x="1000" y="2"/>
                      </a:lnTo>
                      <a:lnTo>
                        <a:pt x="920" y="0"/>
                      </a:lnTo>
                      <a:lnTo>
                        <a:pt x="920" y="0"/>
                      </a:lnTo>
                      <a:lnTo>
                        <a:pt x="870" y="0"/>
                      </a:lnTo>
                      <a:lnTo>
                        <a:pt x="816" y="2"/>
                      </a:lnTo>
                      <a:lnTo>
                        <a:pt x="762" y="6"/>
                      </a:lnTo>
                      <a:lnTo>
                        <a:pt x="706" y="12"/>
                      </a:lnTo>
                      <a:lnTo>
                        <a:pt x="648" y="22"/>
                      </a:lnTo>
                      <a:lnTo>
                        <a:pt x="590" y="32"/>
                      </a:lnTo>
                      <a:lnTo>
                        <a:pt x="530" y="46"/>
                      </a:lnTo>
                      <a:lnTo>
                        <a:pt x="472" y="60"/>
                      </a:lnTo>
                      <a:lnTo>
                        <a:pt x="412" y="80"/>
                      </a:lnTo>
                      <a:lnTo>
                        <a:pt x="352" y="100"/>
                      </a:lnTo>
                      <a:lnTo>
                        <a:pt x="292" y="124"/>
                      </a:lnTo>
                      <a:lnTo>
                        <a:pt x="232" y="152"/>
                      </a:lnTo>
                      <a:lnTo>
                        <a:pt x="172" y="182"/>
                      </a:lnTo>
                      <a:lnTo>
                        <a:pt x="114" y="216"/>
                      </a:lnTo>
                      <a:lnTo>
                        <a:pt x="56" y="252"/>
                      </a:lnTo>
                      <a:lnTo>
                        <a:pt x="0" y="292"/>
                      </a:lnTo>
                      <a:lnTo>
                        <a:pt x="0" y="886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1371" name="Freeform 152"/>
                <p:cNvSpPr>
                  <a:spLocks/>
                </p:cNvSpPr>
                <p:nvPr/>
              </p:nvSpPr>
              <p:spPr bwMode="auto">
                <a:xfrm>
                  <a:off x="11941223" y="5284795"/>
                  <a:ext cx="1895586" cy="2004400"/>
                </a:xfrm>
                <a:custGeom>
                  <a:avLst/>
                  <a:gdLst>
                    <a:gd name="T0" fmla="*/ 2147483647 w 1194"/>
                    <a:gd name="T1" fmla="*/ 2147483647 h 1262"/>
                    <a:gd name="T2" fmla="*/ 2147483647 w 1194"/>
                    <a:gd name="T3" fmla="*/ 2147483647 h 1262"/>
                    <a:gd name="T4" fmla="*/ 2147483647 w 1194"/>
                    <a:gd name="T5" fmla="*/ 2147483647 h 1262"/>
                    <a:gd name="T6" fmla="*/ 2147483647 w 1194"/>
                    <a:gd name="T7" fmla="*/ 2147483647 h 1262"/>
                    <a:gd name="T8" fmla="*/ 2147483647 w 1194"/>
                    <a:gd name="T9" fmla="*/ 2147483647 h 1262"/>
                    <a:gd name="T10" fmla="*/ 2147483647 w 1194"/>
                    <a:gd name="T11" fmla="*/ 2147483647 h 1262"/>
                    <a:gd name="T12" fmla="*/ 2147483647 w 1194"/>
                    <a:gd name="T13" fmla="*/ 2147483647 h 1262"/>
                    <a:gd name="T14" fmla="*/ 2147483647 w 1194"/>
                    <a:gd name="T15" fmla="*/ 2147483647 h 1262"/>
                    <a:gd name="T16" fmla="*/ 2147483647 w 1194"/>
                    <a:gd name="T17" fmla="*/ 2147483647 h 1262"/>
                    <a:gd name="T18" fmla="*/ 2147483647 w 1194"/>
                    <a:gd name="T19" fmla="*/ 2147483647 h 1262"/>
                    <a:gd name="T20" fmla="*/ 2147483647 w 1194"/>
                    <a:gd name="T21" fmla="*/ 2147483647 h 1262"/>
                    <a:gd name="T22" fmla="*/ 2147483647 w 1194"/>
                    <a:gd name="T23" fmla="*/ 2147483647 h 1262"/>
                    <a:gd name="T24" fmla="*/ 2147483647 w 1194"/>
                    <a:gd name="T25" fmla="*/ 2147483647 h 1262"/>
                    <a:gd name="T26" fmla="*/ 2147483647 w 1194"/>
                    <a:gd name="T27" fmla="*/ 2147483647 h 1262"/>
                    <a:gd name="T28" fmla="*/ 2147483647 w 1194"/>
                    <a:gd name="T29" fmla="*/ 2147483647 h 1262"/>
                    <a:gd name="T30" fmla="*/ 2147483647 w 1194"/>
                    <a:gd name="T31" fmla="*/ 2147483647 h 1262"/>
                    <a:gd name="T32" fmla="*/ 2147483647 w 1194"/>
                    <a:gd name="T33" fmla="*/ 2147483647 h 1262"/>
                    <a:gd name="T34" fmla="*/ 2147483647 w 1194"/>
                    <a:gd name="T35" fmla="*/ 2147483647 h 1262"/>
                    <a:gd name="T36" fmla="*/ 2147483647 w 1194"/>
                    <a:gd name="T37" fmla="*/ 2147483647 h 1262"/>
                    <a:gd name="T38" fmla="*/ 2147483647 w 1194"/>
                    <a:gd name="T39" fmla="*/ 2147483647 h 1262"/>
                    <a:gd name="T40" fmla="*/ 2147483647 w 1194"/>
                    <a:gd name="T41" fmla="*/ 2147483647 h 1262"/>
                    <a:gd name="T42" fmla="*/ 2147483647 w 1194"/>
                    <a:gd name="T43" fmla="*/ 2147483647 h 1262"/>
                    <a:gd name="T44" fmla="*/ 2147483647 w 1194"/>
                    <a:gd name="T45" fmla="*/ 2147483647 h 1262"/>
                    <a:gd name="T46" fmla="*/ 2147483647 w 1194"/>
                    <a:gd name="T47" fmla="*/ 2147483647 h 1262"/>
                    <a:gd name="T48" fmla="*/ 2147483647 w 1194"/>
                    <a:gd name="T49" fmla="*/ 2147483647 h 1262"/>
                    <a:gd name="T50" fmla="*/ 2147483647 w 1194"/>
                    <a:gd name="T51" fmla="*/ 2147483647 h 1262"/>
                    <a:gd name="T52" fmla="*/ 2147483647 w 1194"/>
                    <a:gd name="T53" fmla="*/ 2147483647 h 1262"/>
                    <a:gd name="T54" fmla="*/ 2147483647 w 1194"/>
                    <a:gd name="T55" fmla="*/ 2147483647 h 1262"/>
                    <a:gd name="T56" fmla="*/ 2147483647 w 1194"/>
                    <a:gd name="T57" fmla="*/ 2147483647 h 1262"/>
                    <a:gd name="T58" fmla="*/ 2147483647 w 1194"/>
                    <a:gd name="T59" fmla="*/ 2147483647 h 1262"/>
                    <a:gd name="T60" fmla="*/ 2147483647 w 1194"/>
                    <a:gd name="T61" fmla="*/ 2147483647 h 1262"/>
                    <a:gd name="T62" fmla="*/ 2147483647 w 1194"/>
                    <a:gd name="T63" fmla="*/ 2147483647 h 1262"/>
                    <a:gd name="T64" fmla="*/ 2147483647 w 1194"/>
                    <a:gd name="T65" fmla="*/ 2147483647 h 1262"/>
                    <a:gd name="T66" fmla="*/ 2147483647 w 1194"/>
                    <a:gd name="T67" fmla="*/ 2147483647 h 1262"/>
                    <a:gd name="T68" fmla="*/ 2147483647 w 1194"/>
                    <a:gd name="T69" fmla="*/ 2147483647 h 1262"/>
                    <a:gd name="T70" fmla="*/ 2147483647 w 1194"/>
                    <a:gd name="T71" fmla="*/ 2147483647 h 1262"/>
                    <a:gd name="T72" fmla="*/ 2147483647 w 1194"/>
                    <a:gd name="T73" fmla="*/ 2147483647 h 1262"/>
                    <a:gd name="T74" fmla="*/ 2147483647 w 1194"/>
                    <a:gd name="T75" fmla="*/ 2147483647 h 1262"/>
                    <a:gd name="T76" fmla="*/ 2147483647 w 1194"/>
                    <a:gd name="T77" fmla="*/ 2147483647 h 1262"/>
                    <a:gd name="T78" fmla="*/ 2147483647 w 1194"/>
                    <a:gd name="T79" fmla="*/ 2147483647 h 1262"/>
                    <a:gd name="T80" fmla="*/ 2147483647 w 1194"/>
                    <a:gd name="T81" fmla="*/ 2147483647 h 1262"/>
                    <a:gd name="T82" fmla="*/ 2147483647 w 1194"/>
                    <a:gd name="T83" fmla="*/ 2147483647 h 1262"/>
                    <a:gd name="T84" fmla="*/ 2147483647 w 1194"/>
                    <a:gd name="T85" fmla="*/ 2147483647 h 1262"/>
                    <a:gd name="T86" fmla="*/ 2147483647 w 1194"/>
                    <a:gd name="T87" fmla="*/ 2147483647 h 1262"/>
                    <a:gd name="T88" fmla="*/ 2147483647 w 1194"/>
                    <a:gd name="T89" fmla="*/ 0 h 1262"/>
                    <a:gd name="T90" fmla="*/ 2147483647 w 1194"/>
                    <a:gd name="T91" fmla="*/ 0 h 1262"/>
                    <a:gd name="T92" fmla="*/ 2147483647 w 1194"/>
                    <a:gd name="T93" fmla="*/ 2147483647 h 1262"/>
                    <a:gd name="T94" fmla="*/ 2147483647 w 1194"/>
                    <a:gd name="T95" fmla="*/ 2147483647 h 1262"/>
                    <a:gd name="T96" fmla="*/ 2147483647 w 1194"/>
                    <a:gd name="T97" fmla="*/ 2147483647 h 1262"/>
                    <a:gd name="T98" fmla="*/ 2147483647 w 1194"/>
                    <a:gd name="T99" fmla="*/ 2147483647 h 1262"/>
                    <a:gd name="T100" fmla="*/ 2147483647 w 1194"/>
                    <a:gd name="T101" fmla="*/ 2147483647 h 1262"/>
                    <a:gd name="T102" fmla="*/ 2147483647 w 1194"/>
                    <a:gd name="T103" fmla="*/ 2147483647 h 1262"/>
                    <a:gd name="T104" fmla="*/ 2147483647 w 1194"/>
                    <a:gd name="T105" fmla="*/ 2147483647 h 1262"/>
                    <a:gd name="T106" fmla="*/ 2147483647 w 1194"/>
                    <a:gd name="T107" fmla="*/ 2147483647 h 1262"/>
                    <a:gd name="T108" fmla="*/ 2147483647 w 1194"/>
                    <a:gd name="T109" fmla="*/ 2147483647 h 1262"/>
                    <a:gd name="T110" fmla="*/ 2147483647 w 1194"/>
                    <a:gd name="T111" fmla="*/ 2147483647 h 1262"/>
                    <a:gd name="T112" fmla="*/ 2147483647 w 1194"/>
                    <a:gd name="T113" fmla="*/ 2147483647 h 1262"/>
                    <a:gd name="T114" fmla="*/ 2147483647 w 1194"/>
                    <a:gd name="T115" fmla="*/ 2147483647 h 1262"/>
                    <a:gd name="T116" fmla="*/ 2147483647 w 1194"/>
                    <a:gd name="T117" fmla="*/ 2147483647 h 1262"/>
                    <a:gd name="T118" fmla="*/ 2147483647 w 1194"/>
                    <a:gd name="T119" fmla="*/ 2147483647 h 1262"/>
                    <a:gd name="T120" fmla="*/ 2147483647 w 1194"/>
                    <a:gd name="T121" fmla="*/ 2147483647 h 1262"/>
                    <a:gd name="T122" fmla="*/ 0 w 1194"/>
                    <a:gd name="T123" fmla="*/ 2147483647 h 1262"/>
                    <a:gd name="T124" fmla="*/ 2147483647 w 1194"/>
                    <a:gd name="T125" fmla="*/ 2147483647 h 1262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1194"/>
                    <a:gd name="T190" fmla="*/ 0 h 1262"/>
                    <a:gd name="T191" fmla="*/ 1194 w 1194"/>
                    <a:gd name="T192" fmla="*/ 1262 h 1262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1194" h="1262">
                      <a:moveTo>
                        <a:pt x="866" y="844"/>
                      </a:moveTo>
                      <a:lnTo>
                        <a:pt x="866" y="844"/>
                      </a:lnTo>
                      <a:lnTo>
                        <a:pt x="868" y="836"/>
                      </a:lnTo>
                      <a:lnTo>
                        <a:pt x="874" y="828"/>
                      </a:lnTo>
                      <a:lnTo>
                        <a:pt x="880" y="824"/>
                      </a:lnTo>
                      <a:lnTo>
                        <a:pt x="890" y="822"/>
                      </a:lnTo>
                      <a:lnTo>
                        <a:pt x="984" y="822"/>
                      </a:lnTo>
                      <a:lnTo>
                        <a:pt x="994" y="824"/>
                      </a:lnTo>
                      <a:lnTo>
                        <a:pt x="1002" y="830"/>
                      </a:lnTo>
                      <a:lnTo>
                        <a:pt x="1020" y="850"/>
                      </a:lnTo>
                      <a:lnTo>
                        <a:pt x="1032" y="862"/>
                      </a:lnTo>
                      <a:lnTo>
                        <a:pt x="1046" y="874"/>
                      </a:lnTo>
                      <a:lnTo>
                        <a:pt x="1062" y="884"/>
                      </a:lnTo>
                      <a:lnTo>
                        <a:pt x="1078" y="894"/>
                      </a:lnTo>
                      <a:lnTo>
                        <a:pt x="1094" y="900"/>
                      </a:lnTo>
                      <a:lnTo>
                        <a:pt x="1112" y="902"/>
                      </a:lnTo>
                      <a:lnTo>
                        <a:pt x="1122" y="900"/>
                      </a:lnTo>
                      <a:lnTo>
                        <a:pt x="1134" y="898"/>
                      </a:lnTo>
                      <a:lnTo>
                        <a:pt x="1142" y="896"/>
                      </a:lnTo>
                      <a:lnTo>
                        <a:pt x="1150" y="890"/>
                      </a:lnTo>
                      <a:lnTo>
                        <a:pt x="1158" y="884"/>
                      </a:lnTo>
                      <a:lnTo>
                        <a:pt x="1166" y="878"/>
                      </a:lnTo>
                      <a:lnTo>
                        <a:pt x="1176" y="862"/>
                      </a:lnTo>
                      <a:lnTo>
                        <a:pt x="1184" y="842"/>
                      </a:lnTo>
                      <a:lnTo>
                        <a:pt x="1190" y="822"/>
                      </a:lnTo>
                      <a:lnTo>
                        <a:pt x="1194" y="800"/>
                      </a:lnTo>
                      <a:lnTo>
                        <a:pt x="1194" y="778"/>
                      </a:lnTo>
                      <a:lnTo>
                        <a:pt x="1194" y="754"/>
                      </a:lnTo>
                      <a:lnTo>
                        <a:pt x="1190" y="732"/>
                      </a:lnTo>
                      <a:lnTo>
                        <a:pt x="1182" y="714"/>
                      </a:lnTo>
                      <a:lnTo>
                        <a:pt x="1174" y="700"/>
                      </a:lnTo>
                      <a:lnTo>
                        <a:pt x="1162" y="686"/>
                      </a:lnTo>
                      <a:lnTo>
                        <a:pt x="1148" y="678"/>
                      </a:lnTo>
                      <a:lnTo>
                        <a:pt x="1132" y="672"/>
                      </a:lnTo>
                      <a:lnTo>
                        <a:pt x="1114" y="668"/>
                      </a:lnTo>
                      <a:lnTo>
                        <a:pt x="1100" y="670"/>
                      </a:lnTo>
                      <a:lnTo>
                        <a:pt x="1086" y="676"/>
                      </a:lnTo>
                      <a:lnTo>
                        <a:pt x="1070" y="684"/>
                      </a:lnTo>
                      <a:lnTo>
                        <a:pt x="1054" y="696"/>
                      </a:lnTo>
                      <a:lnTo>
                        <a:pt x="1038" y="708"/>
                      </a:lnTo>
                      <a:lnTo>
                        <a:pt x="1022" y="722"/>
                      </a:lnTo>
                      <a:lnTo>
                        <a:pt x="998" y="748"/>
                      </a:lnTo>
                      <a:lnTo>
                        <a:pt x="990" y="752"/>
                      </a:lnTo>
                      <a:lnTo>
                        <a:pt x="982" y="754"/>
                      </a:lnTo>
                      <a:lnTo>
                        <a:pt x="882" y="754"/>
                      </a:lnTo>
                      <a:lnTo>
                        <a:pt x="874" y="752"/>
                      </a:lnTo>
                      <a:lnTo>
                        <a:pt x="868" y="748"/>
                      </a:lnTo>
                      <a:lnTo>
                        <a:pt x="862" y="742"/>
                      </a:lnTo>
                      <a:lnTo>
                        <a:pt x="860" y="732"/>
                      </a:lnTo>
                      <a:lnTo>
                        <a:pt x="860" y="334"/>
                      </a:lnTo>
                      <a:lnTo>
                        <a:pt x="522" y="334"/>
                      </a:lnTo>
                      <a:lnTo>
                        <a:pt x="514" y="332"/>
                      </a:lnTo>
                      <a:lnTo>
                        <a:pt x="508" y="328"/>
                      </a:lnTo>
                      <a:lnTo>
                        <a:pt x="502" y="320"/>
                      </a:lnTo>
                      <a:lnTo>
                        <a:pt x="500" y="312"/>
                      </a:lnTo>
                      <a:lnTo>
                        <a:pt x="500" y="214"/>
                      </a:lnTo>
                      <a:lnTo>
                        <a:pt x="502" y="208"/>
                      </a:lnTo>
                      <a:lnTo>
                        <a:pt x="504" y="204"/>
                      </a:lnTo>
                      <a:lnTo>
                        <a:pt x="506" y="198"/>
                      </a:lnTo>
                      <a:lnTo>
                        <a:pt x="512" y="196"/>
                      </a:lnTo>
                      <a:lnTo>
                        <a:pt x="522" y="186"/>
                      </a:lnTo>
                      <a:lnTo>
                        <a:pt x="534" y="176"/>
                      </a:lnTo>
                      <a:lnTo>
                        <a:pt x="546" y="162"/>
                      </a:lnTo>
                      <a:lnTo>
                        <a:pt x="558" y="146"/>
                      </a:lnTo>
                      <a:lnTo>
                        <a:pt x="570" y="124"/>
                      </a:lnTo>
                      <a:lnTo>
                        <a:pt x="574" y="112"/>
                      </a:lnTo>
                      <a:lnTo>
                        <a:pt x="578" y="100"/>
                      </a:lnTo>
                      <a:lnTo>
                        <a:pt x="580" y="88"/>
                      </a:lnTo>
                      <a:lnTo>
                        <a:pt x="580" y="74"/>
                      </a:lnTo>
                      <a:lnTo>
                        <a:pt x="580" y="62"/>
                      </a:lnTo>
                      <a:lnTo>
                        <a:pt x="576" y="50"/>
                      </a:lnTo>
                      <a:lnTo>
                        <a:pt x="570" y="40"/>
                      </a:lnTo>
                      <a:lnTo>
                        <a:pt x="564" y="32"/>
                      </a:lnTo>
                      <a:lnTo>
                        <a:pt x="556" y="26"/>
                      </a:lnTo>
                      <a:lnTo>
                        <a:pt x="546" y="20"/>
                      </a:lnTo>
                      <a:lnTo>
                        <a:pt x="526" y="10"/>
                      </a:lnTo>
                      <a:lnTo>
                        <a:pt x="504" y="4"/>
                      </a:lnTo>
                      <a:lnTo>
                        <a:pt x="484" y="2"/>
                      </a:lnTo>
                      <a:lnTo>
                        <a:pt x="456" y="0"/>
                      </a:lnTo>
                      <a:lnTo>
                        <a:pt x="440" y="0"/>
                      </a:lnTo>
                      <a:lnTo>
                        <a:pt x="422" y="4"/>
                      </a:lnTo>
                      <a:lnTo>
                        <a:pt x="402" y="8"/>
                      </a:lnTo>
                      <a:lnTo>
                        <a:pt x="384" y="16"/>
                      </a:lnTo>
                      <a:lnTo>
                        <a:pt x="368" y="26"/>
                      </a:lnTo>
                      <a:lnTo>
                        <a:pt x="362" y="32"/>
                      </a:lnTo>
                      <a:lnTo>
                        <a:pt x="356" y="40"/>
                      </a:lnTo>
                      <a:lnTo>
                        <a:pt x="352" y="48"/>
                      </a:lnTo>
                      <a:lnTo>
                        <a:pt x="348" y="56"/>
                      </a:lnTo>
                      <a:lnTo>
                        <a:pt x="346" y="66"/>
                      </a:lnTo>
                      <a:lnTo>
                        <a:pt x="344" y="76"/>
                      </a:lnTo>
                      <a:lnTo>
                        <a:pt x="346" y="90"/>
                      </a:lnTo>
                      <a:lnTo>
                        <a:pt x="348" y="102"/>
                      </a:lnTo>
                      <a:lnTo>
                        <a:pt x="350" y="114"/>
                      </a:lnTo>
                      <a:lnTo>
                        <a:pt x="356" y="126"/>
                      </a:lnTo>
                      <a:lnTo>
                        <a:pt x="366" y="146"/>
                      </a:lnTo>
                      <a:lnTo>
                        <a:pt x="380" y="162"/>
                      </a:lnTo>
                      <a:lnTo>
                        <a:pt x="392" y="174"/>
                      </a:lnTo>
                      <a:lnTo>
                        <a:pt x="404" y="182"/>
                      </a:lnTo>
                      <a:lnTo>
                        <a:pt x="416" y="192"/>
                      </a:lnTo>
                      <a:lnTo>
                        <a:pt x="420" y="194"/>
                      </a:lnTo>
                      <a:lnTo>
                        <a:pt x="424" y="200"/>
                      </a:lnTo>
                      <a:lnTo>
                        <a:pt x="426" y="204"/>
                      </a:lnTo>
                      <a:lnTo>
                        <a:pt x="428" y="210"/>
                      </a:lnTo>
                      <a:lnTo>
                        <a:pt x="428" y="316"/>
                      </a:lnTo>
                      <a:lnTo>
                        <a:pt x="426" y="324"/>
                      </a:lnTo>
                      <a:lnTo>
                        <a:pt x="420" y="332"/>
                      </a:lnTo>
                      <a:lnTo>
                        <a:pt x="414" y="336"/>
                      </a:lnTo>
                      <a:lnTo>
                        <a:pt x="406" y="338"/>
                      </a:lnTo>
                      <a:lnTo>
                        <a:pt x="0" y="338"/>
                      </a:lnTo>
                      <a:lnTo>
                        <a:pt x="0" y="1262"/>
                      </a:lnTo>
                      <a:lnTo>
                        <a:pt x="866" y="1262"/>
                      </a:lnTo>
                      <a:lnTo>
                        <a:pt x="866" y="844"/>
                      </a:lnTo>
                      <a:close/>
                    </a:path>
                  </a:pathLst>
                </a:custGeom>
                <a:solidFill>
                  <a:srgbClr val="16A98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9" name="Freeform 153"/>
                <p:cNvSpPr>
                  <a:spLocks/>
                </p:cNvSpPr>
                <p:nvPr/>
              </p:nvSpPr>
              <p:spPr bwMode="auto">
                <a:xfrm>
                  <a:off x="12867196" y="5820512"/>
                  <a:ext cx="1328950" cy="2876349"/>
                </a:xfrm>
                <a:custGeom>
                  <a:avLst/>
                  <a:gdLst>
                    <a:gd name="T0" fmla="*/ 388 w 836"/>
                    <a:gd name="T1" fmla="*/ 372 h 1812"/>
                    <a:gd name="T2" fmla="*/ 428 w 836"/>
                    <a:gd name="T3" fmla="*/ 334 h 1812"/>
                    <a:gd name="T4" fmla="*/ 488 w 836"/>
                    <a:gd name="T5" fmla="*/ 296 h 1812"/>
                    <a:gd name="T6" fmla="*/ 532 w 836"/>
                    <a:gd name="T7" fmla="*/ 286 h 1812"/>
                    <a:gd name="T8" fmla="*/ 576 w 836"/>
                    <a:gd name="T9" fmla="*/ 296 h 1812"/>
                    <a:gd name="T10" fmla="*/ 616 w 836"/>
                    <a:gd name="T11" fmla="*/ 324 h 1812"/>
                    <a:gd name="T12" fmla="*/ 638 w 836"/>
                    <a:gd name="T13" fmla="*/ 356 h 1812"/>
                    <a:gd name="T14" fmla="*/ 652 w 836"/>
                    <a:gd name="T15" fmla="*/ 402 h 1812"/>
                    <a:gd name="T16" fmla="*/ 656 w 836"/>
                    <a:gd name="T17" fmla="*/ 440 h 1812"/>
                    <a:gd name="T18" fmla="*/ 650 w 836"/>
                    <a:gd name="T19" fmla="*/ 492 h 1812"/>
                    <a:gd name="T20" fmla="*/ 636 w 836"/>
                    <a:gd name="T21" fmla="*/ 538 h 1812"/>
                    <a:gd name="T22" fmla="*/ 612 w 836"/>
                    <a:gd name="T23" fmla="*/ 572 h 1812"/>
                    <a:gd name="T24" fmla="*/ 580 w 836"/>
                    <a:gd name="T25" fmla="*/ 596 h 1812"/>
                    <a:gd name="T26" fmla="*/ 542 w 836"/>
                    <a:gd name="T27" fmla="*/ 606 h 1812"/>
                    <a:gd name="T28" fmla="*/ 516 w 836"/>
                    <a:gd name="T29" fmla="*/ 608 h 1812"/>
                    <a:gd name="T30" fmla="*/ 462 w 836"/>
                    <a:gd name="T31" fmla="*/ 588 h 1812"/>
                    <a:gd name="T32" fmla="*/ 410 w 836"/>
                    <a:gd name="T33" fmla="*/ 550 h 1812"/>
                    <a:gd name="T34" fmla="*/ 328 w 836"/>
                    <a:gd name="T35" fmla="*/ 1226 h 1812"/>
                    <a:gd name="T36" fmla="*/ 320 w 836"/>
                    <a:gd name="T37" fmla="*/ 1242 h 1812"/>
                    <a:gd name="T38" fmla="*/ 210 w 836"/>
                    <a:gd name="T39" fmla="*/ 1248 h 1812"/>
                    <a:gd name="T40" fmla="*/ 194 w 836"/>
                    <a:gd name="T41" fmla="*/ 1242 h 1812"/>
                    <a:gd name="T42" fmla="*/ 144 w 836"/>
                    <a:gd name="T43" fmla="*/ 1200 h 1812"/>
                    <a:gd name="T44" fmla="*/ 96 w 836"/>
                    <a:gd name="T45" fmla="*/ 1174 h 1812"/>
                    <a:gd name="T46" fmla="*/ 66 w 836"/>
                    <a:gd name="T47" fmla="*/ 1172 h 1812"/>
                    <a:gd name="T48" fmla="*/ 32 w 836"/>
                    <a:gd name="T49" fmla="*/ 1188 h 1812"/>
                    <a:gd name="T50" fmla="*/ 18 w 836"/>
                    <a:gd name="T51" fmla="*/ 1206 h 1812"/>
                    <a:gd name="T52" fmla="*/ 4 w 836"/>
                    <a:gd name="T53" fmla="*/ 1242 h 1812"/>
                    <a:gd name="T54" fmla="*/ 0 w 836"/>
                    <a:gd name="T55" fmla="*/ 1290 h 1812"/>
                    <a:gd name="T56" fmla="*/ 14 w 836"/>
                    <a:gd name="T57" fmla="*/ 1362 h 1812"/>
                    <a:gd name="T58" fmla="*/ 52 w 836"/>
                    <a:gd name="T59" fmla="*/ 1402 h 1812"/>
                    <a:gd name="T60" fmla="*/ 92 w 836"/>
                    <a:gd name="T61" fmla="*/ 1410 h 1812"/>
                    <a:gd name="T62" fmla="*/ 124 w 836"/>
                    <a:gd name="T63" fmla="*/ 1400 h 1812"/>
                    <a:gd name="T64" fmla="*/ 174 w 836"/>
                    <a:gd name="T65" fmla="*/ 1364 h 1812"/>
                    <a:gd name="T66" fmla="*/ 208 w 836"/>
                    <a:gd name="T67" fmla="*/ 1330 h 1812"/>
                    <a:gd name="T68" fmla="*/ 306 w 836"/>
                    <a:gd name="T69" fmla="*/ 1322 h 1812"/>
                    <a:gd name="T70" fmla="*/ 320 w 836"/>
                    <a:gd name="T71" fmla="*/ 1328 h 1812"/>
                    <a:gd name="T72" fmla="*/ 328 w 836"/>
                    <a:gd name="T73" fmla="*/ 1812 h 1812"/>
                    <a:gd name="T74" fmla="*/ 478 w 836"/>
                    <a:gd name="T75" fmla="*/ 1478 h 1812"/>
                    <a:gd name="T76" fmla="*/ 636 w 836"/>
                    <a:gd name="T77" fmla="*/ 1146 h 1812"/>
                    <a:gd name="T78" fmla="*/ 750 w 836"/>
                    <a:gd name="T79" fmla="*/ 892 h 1812"/>
                    <a:gd name="T80" fmla="*/ 792 w 836"/>
                    <a:gd name="T81" fmla="*/ 760 h 1812"/>
                    <a:gd name="T82" fmla="*/ 820 w 836"/>
                    <a:gd name="T83" fmla="*/ 634 h 1812"/>
                    <a:gd name="T84" fmla="*/ 834 w 836"/>
                    <a:gd name="T85" fmla="*/ 508 h 1812"/>
                    <a:gd name="T86" fmla="*/ 836 w 836"/>
                    <a:gd name="T87" fmla="*/ 420 h 1812"/>
                    <a:gd name="T88" fmla="*/ 824 w 836"/>
                    <a:gd name="T89" fmla="*/ 282 h 1812"/>
                    <a:gd name="T90" fmla="*/ 788 w 836"/>
                    <a:gd name="T91" fmla="*/ 118 h 1812"/>
                    <a:gd name="T92" fmla="*/ 320 w 836"/>
                    <a:gd name="T93" fmla="*/ 0 h 1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836" h="1812">
                      <a:moveTo>
                        <a:pt x="320" y="0"/>
                      </a:moveTo>
                      <a:lnTo>
                        <a:pt x="320" y="372"/>
                      </a:lnTo>
                      <a:lnTo>
                        <a:pt x="388" y="372"/>
                      </a:lnTo>
                      <a:lnTo>
                        <a:pt x="388" y="372"/>
                      </a:lnTo>
                      <a:lnTo>
                        <a:pt x="412" y="348"/>
                      </a:lnTo>
                      <a:lnTo>
                        <a:pt x="428" y="334"/>
                      </a:lnTo>
                      <a:lnTo>
                        <a:pt x="446" y="320"/>
                      </a:lnTo>
                      <a:lnTo>
                        <a:pt x="468" y="306"/>
                      </a:lnTo>
                      <a:lnTo>
                        <a:pt x="488" y="296"/>
                      </a:lnTo>
                      <a:lnTo>
                        <a:pt x="510" y="288"/>
                      </a:lnTo>
                      <a:lnTo>
                        <a:pt x="522" y="286"/>
                      </a:lnTo>
                      <a:lnTo>
                        <a:pt x="532" y="286"/>
                      </a:lnTo>
                      <a:lnTo>
                        <a:pt x="532" y="286"/>
                      </a:lnTo>
                      <a:lnTo>
                        <a:pt x="554" y="290"/>
                      </a:lnTo>
                      <a:lnTo>
                        <a:pt x="576" y="296"/>
                      </a:lnTo>
                      <a:lnTo>
                        <a:pt x="598" y="308"/>
                      </a:lnTo>
                      <a:lnTo>
                        <a:pt x="606" y="316"/>
                      </a:lnTo>
                      <a:lnTo>
                        <a:pt x="616" y="324"/>
                      </a:lnTo>
                      <a:lnTo>
                        <a:pt x="624" y="334"/>
                      </a:lnTo>
                      <a:lnTo>
                        <a:pt x="632" y="344"/>
                      </a:lnTo>
                      <a:lnTo>
                        <a:pt x="638" y="356"/>
                      </a:lnTo>
                      <a:lnTo>
                        <a:pt x="644" y="370"/>
                      </a:lnTo>
                      <a:lnTo>
                        <a:pt x="648" y="386"/>
                      </a:lnTo>
                      <a:lnTo>
                        <a:pt x="652" y="402"/>
                      </a:lnTo>
                      <a:lnTo>
                        <a:pt x="654" y="420"/>
                      </a:lnTo>
                      <a:lnTo>
                        <a:pt x="656" y="440"/>
                      </a:lnTo>
                      <a:lnTo>
                        <a:pt x="656" y="440"/>
                      </a:lnTo>
                      <a:lnTo>
                        <a:pt x="654" y="458"/>
                      </a:lnTo>
                      <a:lnTo>
                        <a:pt x="652" y="476"/>
                      </a:lnTo>
                      <a:lnTo>
                        <a:pt x="650" y="492"/>
                      </a:lnTo>
                      <a:lnTo>
                        <a:pt x="646" y="508"/>
                      </a:lnTo>
                      <a:lnTo>
                        <a:pt x="642" y="524"/>
                      </a:lnTo>
                      <a:lnTo>
                        <a:pt x="636" y="538"/>
                      </a:lnTo>
                      <a:lnTo>
                        <a:pt x="628" y="550"/>
                      </a:lnTo>
                      <a:lnTo>
                        <a:pt x="620" y="562"/>
                      </a:lnTo>
                      <a:lnTo>
                        <a:pt x="612" y="572"/>
                      </a:lnTo>
                      <a:lnTo>
                        <a:pt x="602" y="582"/>
                      </a:lnTo>
                      <a:lnTo>
                        <a:pt x="592" y="590"/>
                      </a:lnTo>
                      <a:lnTo>
                        <a:pt x="580" y="596"/>
                      </a:lnTo>
                      <a:lnTo>
                        <a:pt x="568" y="600"/>
                      </a:lnTo>
                      <a:lnTo>
                        <a:pt x="556" y="604"/>
                      </a:lnTo>
                      <a:lnTo>
                        <a:pt x="542" y="606"/>
                      </a:lnTo>
                      <a:lnTo>
                        <a:pt x="528" y="608"/>
                      </a:lnTo>
                      <a:lnTo>
                        <a:pt x="528" y="608"/>
                      </a:lnTo>
                      <a:lnTo>
                        <a:pt x="516" y="608"/>
                      </a:lnTo>
                      <a:lnTo>
                        <a:pt x="504" y="606"/>
                      </a:lnTo>
                      <a:lnTo>
                        <a:pt x="482" y="598"/>
                      </a:lnTo>
                      <a:lnTo>
                        <a:pt x="462" y="588"/>
                      </a:lnTo>
                      <a:lnTo>
                        <a:pt x="442" y="576"/>
                      </a:lnTo>
                      <a:lnTo>
                        <a:pt x="426" y="564"/>
                      </a:lnTo>
                      <a:lnTo>
                        <a:pt x="410" y="550"/>
                      </a:lnTo>
                      <a:lnTo>
                        <a:pt x="390" y="528"/>
                      </a:lnTo>
                      <a:lnTo>
                        <a:pt x="328" y="528"/>
                      </a:lnTo>
                      <a:lnTo>
                        <a:pt x="328" y="1226"/>
                      </a:lnTo>
                      <a:lnTo>
                        <a:pt x="328" y="1226"/>
                      </a:lnTo>
                      <a:lnTo>
                        <a:pt x="326" y="1234"/>
                      </a:lnTo>
                      <a:lnTo>
                        <a:pt x="320" y="1242"/>
                      </a:lnTo>
                      <a:lnTo>
                        <a:pt x="314" y="1246"/>
                      </a:lnTo>
                      <a:lnTo>
                        <a:pt x="306" y="1248"/>
                      </a:lnTo>
                      <a:lnTo>
                        <a:pt x="210" y="1248"/>
                      </a:lnTo>
                      <a:lnTo>
                        <a:pt x="210" y="1248"/>
                      </a:lnTo>
                      <a:lnTo>
                        <a:pt x="202" y="1246"/>
                      </a:lnTo>
                      <a:lnTo>
                        <a:pt x="194" y="1242"/>
                      </a:lnTo>
                      <a:lnTo>
                        <a:pt x="194" y="1242"/>
                      </a:lnTo>
                      <a:lnTo>
                        <a:pt x="174" y="1222"/>
                      </a:lnTo>
                      <a:lnTo>
                        <a:pt x="144" y="1200"/>
                      </a:lnTo>
                      <a:lnTo>
                        <a:pt x="128" y="1190"/>
                      </a:lnTo>
                      <a:lnTo>
                        <a:pt x="112" y="1180"/>
                      </a:lnTo>
                      <a:lnTo>
                        <a:pt x="96" y="1174"/>
                      </a:lnTo>
                      <a:lnTo>
                        <a:pt x="80" y="1172"/>
                      </a:lnTo>
                      <a:lnTo>
                        <a:pt x="80" y="1172"/>
                      </a:lnTo>
                      <a:lnTo>
                        <a:pt x="66" y="1172"/>
                      </a:lnTo>
                      <a:lnTo>
                        <a:pt x="54" y="1174"/>
                      </a:lnTo>
                      <a:lnTo>
                        <a:pt x="42" y="1180"/>
                      </a:lnTo>
                      <a:lnTo>
                        <a:pt x="32" y="1188"/>
                      </a:lnTo>
                      <a:lnTo>
                        <a:pt x="32" y="1188"/>
                      </a:lnTo>
                      <a:lnTo>
                        <a:pt x="24" y="1196"/>
                      </a:lnTo>
                      <a:lnTo>
                        <a:pt x="18" y="1206"/>
                      </a:lnTo>
                      <a:lnTo>
                        <a:pt x="12" y="1218"/>
                      </a:lnTo>
                      <a:lnTo>
                        <a:pt x="8" y="1230"/>
                      </a:lnTo>
                      <a:lnTo>
                        <a:pt x="4" y="1242"/>
                      </a:lnTo>
                      <a:lnTo>
                        <a:pt x="2" y="1256"/>
                      </a:lnTo>
                      <a:lnTo>
                        <a:pt x="0" y="1290"/>
                      </a:lnTo>
                      <a:lnTo>
                        <a:pt x="0" y="1290"/>
                      </a:lnTo>
                      <a:lnTo>
                        <a:pt x="0" y="1316"/>
                      </a:lnTo>
                      <a:lnTo>
                        <a:pt x="6" y="1340"/>
                      </a:lnTo>
                      <a:lnTo>
                        <a:pt x="14" y="1362"/>
                      </a:lnTo>
                      <a:lnTo>
                        <a:pt x="24" y="1378"/>
                      </a:lnTo>
                      <a:lnTo>
                        <a:pt x="36" y="1392"/>
                      </a:lnTo>
                      <a:lnTo>
                        <a:pt x="52" y="1402"/>
                      </a:lnTo>
                      <a:lnTo>
                        <a:pt x="70" y="1408"/>
                      </a:lnTo>
                      <a:lnTo>
                        <a:pt x="92" y="1410"/>
                      </a:lnTo>
                      <a:lnTo>
                        <a:pt x="92" y="1410"/>
                      </a:lnTo>
                      <a:lnTo>
                        <a:pt x="100" y="1410"/>
                      </a:lnTo>
                      <a:lnTo>
                        <a:pt x="108" y="1408"/>
                      </a:lnTo>
                      <a:lnTo>
                        <a:pt x="124" y="1400"/>
                      </a:lnTo>
                      <a:lnTo>
                        <a:pt x="142" y="1390"/>
                      </a:lnTo>
                      <a:lnTo>
                        <a:pt x="158" y="1378"/>
                      </a:lnTo>
                      <a:lnTo>
                        <a:pt x="174" y="1364"/>
                      </a:lnTo>
                      <a:lnTo>
                        <a:pt x="188" y="1350"/>
                      </a:lnTo>
                      <a:lnTo>
                        <a:pt x="208" y="1330"/>
                      </a:lnTo>
                      <a:lnTo>
                        <a:pt x="208" y="1330"/>
                      </a:lnTo>
                      <a:lnTo>
                        <a:pt x="216" y="1324"/>
                      </a:lnTo>
                      <a:lnTo>
                        <a:pt x="226" y="1322"/>
                      </a:lnTo>
                      <a:lnTo>
                        <a:pt x="306" y="1322"/>
                      </a:lnTo>
                      <a:lnTo>
                        <a:pt x="306" y="1322"/>
                      </a:lnTo>
                      <a:lnTo>
                        <a:pt x="314" y="1324"/>
                      </a:lnTo>
                      <a:lnTo>
                        <a:pt x="320" y="1328"/>
                      </a:lnTo>
                      <a:lnTo>
                        <a:pt x="326" y="1334"/>
                      </a:lnTo>
                      <a:lnTo>
                        <a:pt x="328" y="1344"/>
                      </a:lnTo>
                      <a:lnTo>
                        <a:pt x="328" y="1812"/>
                      </a:lnTo>
                      <a:lnTo>
                        <a:pt x="328" y="1812"/>
                      </a:lnTo>
                      <a:lnTo>
                        <a:pt x="398" y="1652"/>
                      </a:lnTo>
                      <a:lnTo>
                        <a:pt x="478" y="1478"/>
                      </a:lnTo>
                      <a:lnTo>
                        <a:pt x="560" y="1304"/>
                      </a:lnTo>
                      <a:lnTo>
                        <a:pt x="636" y="1146"/>
                      </a:lnTo>
                      <a:lnTo>
                        <a:pt x="636" y="1146"/>
                      </a:lnTo>
                      <a:lnTo>
                        <a:pt x="688" y="1038"/>
                      </a:lnTo>
                      <a:lnTo>
                        <a:pt x="730" y="938"/>
                      </a:lnTo>
                      <a:lnTo>
                        <a:pt x="750" y="892"/>
                      </a:lnTo>
                      <a:lnTo>
                        <a:pt x="766" y="846"/>
                      </a:lnTo>
                      <a:lnTo>
                        <a:pt x="780" y="802"/>
                      </a:lnTo>
                      <a:lnTo>
                        <a:pt x="792" y="760"/>
                      </a:lnTo>
                      <a:lnTo>
                        <a:pt x="804" y="716"/>
                      </a:lnTo>
                      <a:lnTo>
                        <a:pt x="812" y="674"/>
                      </a:lnTo>
                      <a:lnTo>
                        <a:pt x="820" y="634"/>
                      </a:lnTo>
                      <a:lnTo>
                        <a:pt x="826" y="592"/>
                      </a:lnTo>
                      <a:lnTo>
                        <a:pt x="832" y="550"/>
                      </a:lnTo>
                      <a:lnTo>
                        <a:pt x="834" y="508"/>
                      </a:lnTo>
                      <a:lnTo>
                        <a:pt x="836" y="464"/>
                      </a:lnTo>
                      <a:lnTo>
                        <a:pt x="836" y="420"/>
                      </a:lnTo>
                      <a:lnTo>
                        <a:pt x="836" y="420"/>
                      </a:lnTo>
                      <a:lnTo>
                        <a:pt x="836" y="378"/>
                      </a:lnTo>
                      <a:lnTo>
                        <a:pt x="832" y="332"/>
                      </a:lnTo>
                      <a:lnTo>
                        <a:pt x="824" y="282"/>
                      </a:lnTo>
                      <a:lnTo>
                        <a:pt x="816" y="230"/>
                      </a:lnTo>
                      <a:lnTo>
                        <a:pt x="804" y="174"/>
                      </a:lnTo>
                      <a:lnTo>
                        <a:pt x="788" y="118"/>
                      </a:lnTo>
                      <a:lnTo>
                        <a:pt x="772" y="60"/>
                      </a:lnTo>
                      <a:lnTo>
                        <a:pt x="752" y="0"/>
                      </a:lnTo>
                      <a:lnTo>
                        <a:pt x="320" y="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1373" name="Freeform 154"/>
                <p:cNvSpPr>
                  <a:spLocks/>
                </p:cNvSpPr>
                <p:nvPr/>
              </p:nvSpPr>
              <p:spPr bwMode="auto">
                <a:xfrm>
                  <a:off x="10548072" y="8891588"/>
                  <a:ext cx="2755900" cy="1136650"/>
                </a:xfrm>
                <a:custGeom>
                  <a:avLst/>
                  <a:gdLst>
                    <a:gd name="T0" fmla="*/ 2147483647 w 1736"/>
                    <a:gd name="T1" fmla="*/ 2147483647 h 716"/>
                    <a:gd name="T2" fmla="*/ 2147483647 w 1736"/>
                    <a:gd name="T3" fmla="*/ 2147483647 h 716"/>
                    <a:gd name="T4" fmla="*/ 2147483647 w 1736"/>
                    <a:gd name="T5" fmla="*/ 2147483647 h 716"/>
                    <a:gd name="T6" fmla="*/ 2147483647 w 1736"/>
                    <a:gd name="T7" fmla="*/ 2147483647 h 716"/>
                    <a:gd name="T8" fmla="*/ 2147483647 w 1736"/>
                    <a:gd name="T9" fmla="*/ 2147483647 h 716"/>
                    <a:gd name="T10" fmla="*/ 2147483647 w 1736"/>
                    <a:gd name="T11" fmla="*/ 2147483647 h 716"/>
                    <a:gd name="T12" fmla="*/ 2147483647 w 1736"/>
                    <a:gd name="T13" fmla="*/ 2147483647 h 716"/>
                    <a:gd name="T14" fmla="*/ 2147483647 w 1736"/>
                    <a:gd name="T15" fmla="*/ 2147483647 h 716"/>
                    <a:gd name="T16" fmla="*/ 2147483647 w 1736"/>
                    <a:gd name="T17" fmla="*/ 2147483647 h 716"/>
                    <a:gd name="T18" fmla="*/ 2147483647 w 1736"/>
                    <a:gd name="T19" fmla="*/ 2147483647 h 716"/>
                    <a:gd name="T20" fmla="*/ 2147483647 w 1736"/>
                    <a:gd name="T21" fmla="*/ 2147483647 h 716"/>
                    <a:gd name="T22" fmla="*/ 2147483647 w 1736"/>
                    <a:gd name="T23" fmla="*/ 2147483647 h 716"/>
                    <a:gd name="T24" fmla="*/ 2147483647 w 1736"/>
                    <a:gd name="T25" fmla="*/ 2147483647 h 716"/>
                    <a:gd name="T26" fmla="*/ 2147483647 w 1736"/>
                    <a:gd name="T27" fmla="*/ 2147483647 h 716"/>
                    <a:gd name="T28" fmla="*/ 2147483647 w 1736"/>
                    <a:gd name="T29" fmla="*/ 2147483647 h 716"/>
                    <a:gd name="T30" fmla="*/ 2147483647 w 1736"/>
                    <a:gd name="T31" fmla="*/ 2147483647 h 716"/>
                    <a:gd name="T32" fmla="*/ 2147483647 w 1736"/>
                    <a:gd name="T33" fmla="*/ 2147483647 h 716"/>
                    <a:gd name="T34" fmla="*/ 2147483647 w 1736"/>
                    <a:gd name="T35" fmla="*/ 2147483647 h 716"/>
                    <a:gd name="T36" fmla="*/ 2147483647 w 1736"/>
                    <a:gd name="T37" fmla="*/ 2147483647 h 716"/>
                    <a:gd name="T38" fmla="*/ 2147483647 w 1736"/>
                    <a:gd name="T39" fmla="*/ 2147483647 h 716"/>
                    <a:gd name="T40" fmla="*/ 2147483647 w 1736"/>
                    <a:gd name="T41" fmla="*/ 2147483647 h 716"/>
                    <a:gd name="T42" fmla="*/ 2147483647 w 1736"/>
                    <a:gd name="T43" fmla="*/ 2147483647 h 716"/>
                    <a:gd name="T44" fmla="*/ 2147483647 w 1736"/>
                    <a:gd name="T45" fmla="*/ 2147483647 h 716"/>
                    <a:gd name="T46" fmla="*/ 2147483647 w 1736"/>
                    <a:gd name="T47" fmla="*/ 2147483647 h 716"/>
                    <a:gd name="T48" fmla="*/ 2147483647 w 1736"/>
                    <a:gd name="T49" fmla="*/ 2147483647 h 716"/>
                    <a:gd name="T50" fmla="*/ 2147483647 w 1736"/>
                    <a:gd name="T51" fmla="*/ 2147483647 h 716"/>
                    <a:gd name="T52" fmla="*/ 2147483647 w 1736"/>
                    <a:gd name="T53" fmla="*/ 2147483647 h 716"/>
                    <a:gd name="T54" fmla="*/ 0 w 1736"/>
                    <a:gd name="T55" fmla="*/ 2147483647 h 716"/>
                    <a:gd name="T56" fmla="*/ 2147483647 w 1736"/>
                    <a:gd name="T57" fmla="*/ 2147483647 h 716"/>
                    <a:gd name="T58" fmla="*/ 2147483647 w 1736"/>
                    <a:gd name="T59" fmla="*/ 2147483647 h 716"/>
                    <a:gd name="T60" fmla="*/ 2147483647 w 1736"/>
                    <a:gd name="T61" fmla="*/ 2147483647 h 716"/>
                    <a:gd name="T62" fmla="*/ 2147483647 w 1736"/>
                    <a:gd name="T63" fmla="*/ 2147483647 h 716"/>
                    <a:gd name="T64" fmla="*/ 2147483647 w 1736"/>
                    <a:gd name="T65" fmla="*/ 2147483647 h 716"/>
                    <a:gd name="T66" fmla="*/ 2147483647 w 1736"/>
                    <a:gd name="T67" fmla="*/ 2147483647 h 716"/>
                    <a:gd name="T68" fmla="*/ 2147483647 w 1736"/>
                    <a:gd name="T69" fmla="*/ 2147483647 h 716"/>
                    <a:gd name="T70" fmla="*/ 2147483647 w 1736"/>
                    <a:gd name="T71" fmla="*/ 2147483647 h 716"/>
                    <a:gd name="T72" fmla="*/ 2147483647 w 1736"/>
                    <a:gd name="T73" fmla="*/ 2147483647 h 716"/>
                    <a:gd name="T74" fmla="*/ 2147483647 w 1736"/>
                    <a:gd name="T75" fmla="*/ 2147483647 h 716"/>
                    <a:gd name="T76" fmla="*/ 2147483647 w 1736"/>
                    <a:gd name="T77" fmla="*/ 2147483647 h 716"/>
                    <a:gd name="T78" fmla="*/ 2147483647 w 1736"/>
                    <a:gd name="T79" fmla="*/ 2147483647 h 716"/>
                    <a:gd name="T80" fmla="*/ 2147483647 w 1736"/>
                    <a:gd name="T81" fmla="*/ 2147483647 h 716"/>
                    <a:gd name="T82" fmla="*/ 2147483647 w 1736"/>
                    <a:gd name="T83" fmla="*/ 2147483647 h 716"/>
                    <a:gd name="T84" fmla="*/ 2147483647 w 1736"/>
                    <a:gd name="T85" fmla="*/ 2147483647 h 716"/>
                    <a:gd name="T86" fmla="*/ 2147483647 w 1736"/>
                    <a:gd name="T87" fmla="*/ 2147483647 h 716"/>
                    <a:gd name="T88" fmla="*/ 2147483647 w 1736"/>
                    <a:gd name="T89" fmla="*/ 2147483647 h 716"/>
                    <a:gd name="T90" fmla="*/ 2147483647 w 1736"/>
                    <a:gd name="T91" fmla="*/ 2147483647 h 716"/>
                    <a:gd name="T92" fmla="*/ 2147483647 w 1736"/>
                    <a:gd name="T93" fmla="*/ 2147483647 h 716"/>
                    <a:gd name="T94" fmla="*/ 2147483647 w 1736"/>
                    <a:gd name="T95" fmla="*/ 2147483647 h 716"/>
                    <a:gd name="T96" fmla="*/ 2147483647 w 1736"/>
                    <a:gd name="T97" fmla="*/ 2147483647 h 716"/>
                    <a:gd name="T98" fmla="*/ 2147483647 w 1736"/>
                    <a:gd name="T99" fmla="*/ 2147483647 h 716"/>
                    <a:gd name="T100" fmla="*/ 2147483647 w 1736"/>
                    <a:gd name="T101" fmla="*/ 2147483647 h 716"/>
                    <a:gd name="T102" fmla="*/ 2147483647 w 1736"/>
                    <a:gd name="T103" fmla="*/ 2147483647 h 716"/>
                    <a:gd name="T104" fmla="*/ 2147483647 w 1736"/>
                    <a:gd name="T105" fmla="*/ 2147483647 h 716"/>
                    <a:gd name="T106" fmla="*/ 2147483647 w 1736"/>
                    <a:gd name="T107" fmla="*/ 2147483647 h 716"/>
                    <a:gd name="T108" fmla="*/ 2147483647 w 1736"/>
                    <a:gd name="T109" fmla="*/ 2147483647 h 716"/>
                    <a:gd name="T110" fmla="*/ 2147483647 w 1736"/>
                    <a:gd name="T111" fmla="*/ 0 h 71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736"/>
                    <a:gd name="T169" fmla="*/ 0 h 716"/>
                    <a:gd name="T170" fmla="*/ 1736 w 1736"/>
                    <a:gd name="T171" fmla="*/ 716 h 71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736" h="716">
                      <a:moveTo>
                        <a:pt x="1330" y="0"/>
                      </a:moveTo>
                      <a:lnTo>
                        <a:pt x="1330" y="72"/>
                      </a:lnTo>
                      <a:lnTo>
                        <a:pt x="1342" y="80"/>
                      </a:lnTo>
                      <a:lnTo>
                        <a:pt x="1358" y="94"/>
                      </a:lnTo>
                      <a:lnTo>
                        <a:pt x="1374" y="108"/>
                      </a:lnTo>
                      <a:lnTo>
                        <a:pt x="1390" y="128"/>
                      </a:lnTo>
                      <a:lnTo>
                        <a:pt x="1404" y="150"/>
                      </a:lnTo>
                      <a:lnTo>
                        <a:pt x="1416" y="174"/>
                      </a:lnTo>
                      <a:lnTo>
                        <a:pt x="1420" y="186"/>
                      </a:lnTo>
                      <a:lnTo>
                        <a:pt x="1422" y="200"/>
                      </a:lnTo>
                      <a:lnTo>
                        <a:pt x="1424" y="214"/>
                      </a:lnTo>
                      <a:lnTo>
                        <a:pt x="1424" y="228"/>
                      </a:lnTo>
                      <a:lnTo>
                        <a:pt x="1422" y="242"/>
                      </a:lnTo>
                      <a:lnTo>
                        <a:pt x="1418" y="256"/>
                      </a:lnTo>
                      <a:lnTo>
                        <a:pt x="1414" y="268"/>
                      </a:lnTo>
                      <a:lnTo>
                        <a:pt x="1408" y="280"/>
                      </a:lnTo>
                      <a:lnTo>
                        <a:pt x="1400" y="290"/>
                      </a:lnTo>
                      <a:lnTo>
                        <a:pt x="1392" y="300"/>
                      </a:lnTo>
                      <a:lnTo>
                        <a:pt x="1382" y="310"/>
                      </a:lnTo>
                      <a:lnTo>
                        <a:pt x="1372" y="318"/>
                      </a:lnTo>
                      <a:lnTo>
                        <a:pt x="1360" y="326"/>
                      </a:lnTo>
                      <a:lnTo>
                        <a:pt x="1346" y="332"/>
                      </a:lnTo>
                      <a:lnTo>
                        <a:pt x="1332" y="338"/>
                      </a:lnTo>
                      <a:lnTo>
                        <a:pt x="1316" y="342"/>
                      </a:lnTo>
                      <a:lnTo>
                        <a:pt x="1282" y="348"/>
                      </a:lnTo>
                      <a:lnTo>
                        <a:pt x="1244" y="350"/>
                      </a:lnTo>
                      <a:lnTo>
                        <a:pt x="1224" y="350"/>
                      </a:lnTo>
                      <a:lnTo>
                        <a:pt x="1204" y="346"/>
                      </a:lnTo>
                      <a:lnTo>
                        <a:pt x="1186" y="342"/>
                      </a:lnTo>
                      <a:lnTo>
                        <a:pt x="1172" y="336"/>
                      </a:lnTo>
                      <a:lnTo>
                        <a:pt x="1158" y="328"/>
                      </a:lnTo>
                      <a:lnTo>
                        <a:pt x="1146" y="320"/>
                      </a:lnTo>
                      <a:lnTo>
                        <a:pt x="1128" y="306"/>
                      </a:lnTo>
                      <a:lnTo>
                        <a:pt x="1120" y="294"/>
                      </a:lnTo>
                      <a:lnTo>
                        <a:pt x="1112" y="284"/>
                      </a:lnTo>
                      <a:lnTo>
                        <a:pt x="1106" y="272"/>
                      </a:lnTo>
                      <a:lnTo>
                        <a:pt x="1100" y="260"/>
                      </a:lnTo>
                      <a:lnTo>
                        <a:pt x="1096" y="246"/>
                      </a:lnTo>
                      <a:lnTo>
                        <a:pt x="1094" y="234"/>
                      </a:lnTo>
                      <a:lnTo>
                        <a:pt x="1092" y="220"/>
                      </a:lnTo>
                      <a:lnTo>
                        <a:pt x="1092" y="206"/>
                      </a:lnTo>
                      <a:lnTo>
                        <a:pt x="1096" y="186"/>
                      </a:lnTo>
                      <a:lnTo>
                        <a:pt x="1102" y="168"/>
                      </a:lnTo>
                      <a:lnTo>
                        <a:pt x="1114" y="148"/>
                      </a:lnTo>
                      <a:lnTo>
                        <a:pt x="1126" y="132"/>
                      </a:lnTo>
                      <a:lnTo>
                        <a:pt x="1138" y="116"/>
                      </a:lnTo>
                      <a:lnTo>
                        <a:pt x="1150" y="102"/>
                      </a:lnTo>
                      <a:lnTo>
                        <a:pt x="1172" y="82"/>
                      </a:lnTo>
                      <a:lnTo>
                        <a:pt x="1172" y="6"/>
                      </a:lnTo>
                      <a:lnTo>
                        <a:pt x="0" y="6"/>
                      </a:lnTo>
                      <a:lnTo>
                        <a:pt x="22" y="66"/>
                      </a:lnTo>
                      <a:lnTo>
                        <a:pt x="38" y="122"/>
                      </a:lnTo>
                      <a:lnTo>
                        <a:pt x="44" y="146"/>
                      </a:lnTo>
                      <a:lnTo>
                        <a:pt x="48" y="168"/>
                      </a:lnTo>
                      <a:lnTo>
                        <a:pt x="50" y="190"/>
                      </a:lnTo>
                      <a:lnTo>
                        <a:pt x="52" y="208"/>
                      </a:lnTo>
                      <a:lnTo>
                        <a:pt x="50" y="244"/>
                      </a:lnTo>
                      <a:lnTo>
                        <a:pt x="50" y="278"/>
                      </a:lnTo>
                      <a:lnTo>
                        <a:pt x="52" y="312"/>
                      </a:lnTo>
                      <a:lnTo>
                        <a:pt x="56" y="344"/>
                      </a:lnTo>
                      <a:lnTo>
                        <a:pt x="60" y="374"/>
                      </a:lnTo>
                      <a:lnTo>
                        <a:pt x="64" y="402"/>
                      </a:lnTo>
                      <a:lnTo>
                        <a:pt x="70" y="430"/>
                      </a:lnTo>
                      <a:lnTo>
                        <a:pt x="76" y="454"/>
                      </a:lnTo>
                      <a:lnTo>
                        <a:pt x="94" y="502"/>
                      </a:lnTo>
                      <a:lnTo>
                        <a:pt x="112" y="544"/>
                      </a:lnTo>
                      <a:lnTo>
                        <a:pt x="132" y="580"/>
                      </a:lnTo>
                      <a:lnTo>
                        <a:pt x="156" y="612"/>
                      </a:lnTo>
                      <a:lnTo>
                        <a:pt x="180" y="638"/>
                      </a:lnTo>
                      <a:lnTo>
                        <a:pt x="204" y="660"/>
                      </a:lnTo>
                      <a:lnTo>
                        <a:pt x="228" y="678"/>
                      </a:lnTo>
                      <a:lnTo>
                        <a:pt x="252" y="694"/>
                      </a:lnTo>
                      <a:lnTo>
                        <a:pt x="276" y="704"/>
                      </a:lnTo>
                      <a:lnTo>
                        <a:pt x="298" y="712"/>
                      </a:lnTo>
                      <a:lnTo>
                        <a:pt x="318" y="716"/>
                      </a:lnTo>
                      <a:lnTo>
                        <a:pt x="334" y="716"/>
                      </a:lnTo>
                      <a:lnTo>
                        <a:pt x="1400" y="716"/>
                      </a:lnTo>
                      <a:lnTo>
                        <a:pt x="1420" y="716"/>
                      </a:lnTo>
                      <a:lnTo>
                        <a:pt x="1438" y="710"/>
                      </a:lnTo>
                      <a:lnTo>
                        <a:pt x="1456" y="704"/>
                      </a:lnTo>
                      <a:lnTo>
                        <a:pt x="1474" y="694"/>
                      </a:lnTo>
                      <a:lnTo>
                        <a:pt x="1492" y="682"/>
                      </a:lnTo>
                      <a:lnTo>
                        <a:pt x="1510" y="668"/>
                      </a:lnTo>
                      <a:lnTo>
                        <a:pt x="1526" y="654"/>
                      </a:lnTo>
                      <a:lnTo>
                        <a:pt x="1542" y="636"/>
                      </a:lnTo>
                      <a:lnTo>
                        <a:pt x="1574" y="600"/>
                      </a:lnTo>
                      <a:lnTo>
                        <a:pt x="1600" y="560"/>
                      </a:lnTo>
                      <a:lnTo>
                        <a:pt x="1624" y="520"/>
                      </a:lnTo>
                      <a:lnTo>
                        <a:pt x="1642" y="482"/>
                      </a:lnTo>
                      <a:lnTo>
                        <a:pt x="1650" y="460"/>
                      </a:lnTo>
                      <a:lnTo>
                        <a:pt x="1656" y="438"/>
                      </a:lnTo>
                      <a:lnTo>
                        <a:pt x="1662" y="414"/>
                      </a:lnTo>
                      <a:lnTo>
                        <a:pt x="1664" y="390"/>
                      </a:lnTo>
                      <a:lnTo>
                        <a:pt x="1670" y="336"/>
                      </a:lnTo>
                      <a:lnTo>
                        <a:pt x="1672" y="280"/>
                      </a:lnTo>
                      <a:lnTo>
                        <a:pt x="1674" y="228"/>
                      </a:lnTo>
                      <a:lnTo>
                        <a:pt x="1676" y="178"/>
                      </a:lnTo>
                      <a:lnTo>
                        <a:pt x="1682" y="136"/>
                      </a:lnTo>
                      <a:lnTo>
                        <a:pt x="1686" y="118"/>
                      </a:lnTo>
                      <a:lnTo>
                        <a:pt x="1690" y="102"/>
                      </a:lnTo>
                      <a:lnTo>
                        <a:pt x="1736" y="0"/>
                      </a:lnTo>
                      <a:lnTo>
                        <a:pt x="1330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1374" name="Freeform 155"/>
                <p:cNvSpPr>
                  <a:spLocks/>
                </p:cNvSpPr>
                <p:nvPr/>
              </p:nvSpPr>
              <p:spPr bwMode="auto">
                <a:xfrm>
                  <a:off x="9633551" y="4852925"/>
                  <a:ext cx="1312076" cy="3751657"/>
                </a:xfrm>
                <a:custGeom>
                  <a:avLst/>
                  <a:gdLst>
                    <a:gd name="T0" fmla="*/ 2147483647 w 826"/>
                    <a:gd name="T1" fmla="*/ 2147483647 h 2364"/>
                    <a:gd name="T2" fmla="*/ 2147483647 w 826"/>
                    <a:gd name="T3" fmla="*/ 2147483647 h 2364"/>
                    <a:gd name="T4" fmla="*/ 2147483647 w 826"/>
                    <a:gd name="T5" fmla="*/ 2147483647 h 2364"/>
                    <a:gd name="T6" fmla="*/ 2147483647 w 826"/>
                    <a:gd name="T7" fmla="*/ 2147483647 h 2364"/>
                    <a:gd name="T8" fmla="*/ 2147483647 w 826"/>
                    <a:gd name="T9" fmla="*/ 2147483647 h 2364"/>
                    <a:gd name="T10" fmla="*/ 2147483647 w 826"/>
                    <a:gd name="T11" fmla="*/ 2147483647 h 2364"/>
                    <a:gd name="T12" fmla="*/ 2147483647 w 826"/>
                    <a:gd name="T13" fmla="*/ 2147483647 h 2364"/>
                    <a:gd name="T14" fmla="*/ 2147483647 w 826"/>
                    <a:gd name="T15" fmla="*/ 2147483647 h 2364"/>
                    <a:gd name="T16" fmla="*/ 2147483647 w 826"/>
                    <a:gd name="T17" fmla="*/ 2147483647 h 2364"/>
                    <a:gd name="T18" fmla="*/ 2147483647 w 826"/>
                    <a:gd name="T19" fmla="*/ 2147483647 h 2364"/>
                    <a:gd name="T20" fmla="*/ 2147483647 w 826"/>
                    <a:gd name="T21" fmla="*/ 2147483647 h 2364"/>
                    <a:gd name="T22" fmla="*/ 2147483647 w 826"/>
                    <a:gd name="T23" fmla="*/ 2147483647 h 2364"/>
                    <a:gd name="T24" fmla="*/ 2147483647 w 826"/>
                    <a:gd name="T25" fmla="*/ 2147483647 h 2364"/>
                    <a:gd name="T26" fmla="*/ 2147483647 w 826"/>
                    <a:gd name="T27" fmla="*/ 2147483647 h 2364"/>
                    <a:gd name="T28" fmla="*/ 2147483647 w 826"/>
                    <a:gd name="T29" fmla="*/ 2147483647 h 2364"/>
                    <a:gd name="T30" fmla="*/ 2147483647 w 826"/>
                    <a:gd name="T31" fmla="*/ 2147483647 h 2364"/>
                    <a:gd name="T32" fmla="*/ 2147483647 w 826"/>
                    <a:gd name="T33" fmla="*/ 2147483647 h 2364"/>
                    <a:gd name="T34" fmla="*/ 2147483647 w 826"/>
                    <a:gd name="T35" fmla="*/ 2147483647 h 2364"/>
                    <a:gd name="T36" fmla="*/ 2147483647 w 826"/>
                    <a:gd name="T37" fmla="*/ 2147483647 h 2364"/>
                    <a:gd name="T38" fmla="*/ 2147483647 w 826"/>
                    <a:gd name="T39" fmla="*/ 2147483647 h 2364"/>
                    <a:gd name="T40" fmla="*/ 2147483647 w 826"/>
                    <a:gd name="T41" fmla="*/ 2147483647 h 2364"/>
                    <a:gd name="T42" fmla="*/ 2147483647 w 826"/>
                    <a:gd name="T43" fmla="*/ 2147483647 h 2364"/>
                    <a:gd name="T44" fmla="*/ 2147483647 w 826"/>
                    <a:gd name="T45" fmla="*/ 2147483647 h 2364"/>
                    <a:gd name="T46" fmla="*/ 2147483647 w 826"/>
                    <a:gd name="T47" fmla="*/ 2147483647 h 2364"/>
                    <a:gd name="T48" fmla="*/ 2147483647 w 826"/>
                    <a:gd name="T49" fmla="*/ 2147483647 h 2364"/>
                    <a:gd name="T50" fmla="*/ 2147483647 w 826"/>
                    <a:gd name="T51" fmla="*/ 2147483647 h 2364"/>
                    <a:gd name="T52" fmla="*/ 2147483647 w 826"/>
                    <a:gd name="T53" fmla="*/ 2147483647 h 2364"/>
                    <a:gd name="T54" fmla="*/ 2147483647 w 826"/>
                    <a:gd name="T55" fmla="*/ 2147483647 h 2364"/>
                    <a:gd name="T56" fmla="*/ 2147483647 w 826"/>
                    <a:gd name="T57" fmla="*/ 2147483647 h 2364"/>
                    <a:gd name="T58" fmla="*/ 2147483647 w 826"/>
                    <a:gd name="T59" fmla="*/ 2147483647 h 2364"/>
                    <a:gd name="T60" fmla="*/ 2147483647 w 826"/>
                    <a:gd name="T61" fmla="*/ 2147483647 h 2364"/>
                    <a:gd name="T62" fmla="*/ 2147483647 w 826"/>
                    <a:gd name="T63" fmla="*/ 2147483647 h 2364"/>
                    <a:gd name="T64" fmla="*/ 2147483647 w 826"/>
                    <a:gd name="T65" fmla="*/ 2147483647 h 2364"/>
                    <a:gd name="T66" fmla="*/ 2147483647 w 826"/>
                    <a:gd name="T67" fmla="*/ 2147483647 h 2364"/>
                    <a:gd name="T68" fmla="*/ 2147483647 w 826"/>
                    <a:gd name="T69" fmla="*/ 2147483647 h 2364"/>
                    <a:gd name="T70" fmla="*/ 2147483647 w 826"/>
                    <a:gd name="T71" fmla="*/ 2147483647 h 2364"/>
                    <a:gd name="T72" fmla="*/ 2147483647 w 826"/>
                    <a:gd name="T73" fmla="*/ 2147483647 h 2364"/>
                    <a:gd name="T74" fmla="*/ 2147483647 w 826"/>
                    <a:gd name="T75" fmla="*/ 0 h 2364"/>
                    <a:gd name="T76" fmla="*/ 2147483647 w 826"/>
                    <a:gd name="T77" fmla="*/ 2147483647 h 2364"/>
                    <a:gd name="T78" fmla="*/ 2147483647 w 826"/>
                    <a:gd name="T79" fmla="*/ 2147483647 h 2364"/>
                    <a:gd name="T80" fmla="*/ 2147483647 w 826"/>
                    <a:gd name="T81" fmla="*/ 2147483647 h 2364"/>
                    <a:gd name="T82" fmla="*/ 2147483647 w 826"/>
                    <a:gd name="T83" fmla="*/ 2147483647 h 2364"/>
                    <a:gd name="T84" fmla="*/ 2147483647 w 826"/>
                    <a:gd name="T85" fmla="*/ 2147483647 h 2364"/>
                    <a:gd name="T86" fmla="*/ 2147483647 w 826"/>
                    <a:gd name="T87" fmla="*/ 2147483647 h 2364"/>
                    <a:gd name="T88" fmla="*/ 2147483647 w 826"/>
                    <a:gd name="T89" fmla="*/ 2147483647 h 2364"/>
                    <a:gd name="T90" fmla="*/ 2147483647 w 826"/>
                    <a:gd name="T91" fmla="*/ 2147483647 h 2364"/>
                    <a:gd name="T92" fmla="*/ 2147483647 w 826"/>
                    <a:gd name="T93" fmla="*/ 2147483647 h 2364"/>
                    <a:gd name="T94" fmla="*/ 2147483647 w 826"/>
                    <a:gd name="T95" fmla="*/ 2147483647 h 2364"/>
                    <a:gd name="T96" fmla="*/ 2147483647 w 826"/>
                    <a:gd name="T97" fmla="*/ 2147483647 h 2364"/>
                    <a:gd name="T98" fmla="*/ 2147483647 w 826"/>
                    <a:gd name="T99" fmla="*/ 2147483647 h 2364"/>
                    <a:gd name="T100" fmla="*/ 0 w 826"/>
                    <a:gd name="T101" fmla="*/ 2147483647 h 2364"/>
                    <a:gd name="T102" fmla="*/ 2147483647 w 826"/>
                    <a:gd name="T103" fmla="*/ 2147483647 h 2364"/>
                    <a:gd name="T104" fmla="*/ 2147483647 w 826"/>
                    <a:gd name="T105" fmla="*/ 2147483647 h 2364"/>
                    <a:gd name="T106" fmla="*/ 2147483647 w 826"/>
                    <a:gd name="T107" fmla="*/ 2147483647 h 2364"/>
                    <a:gd name="T108" fmla="*/ 2147483647 w 826"/>
                    <a:gd name="T109" fmla="*/ 2147483647 h 2364"/>
                    <a:gd name="T110" fmla="*/ 2147483647 w 826"/>
                    <a:gd name="T111" fmla="*/ 2147483647 h 2364"/>
                    <a:gd name="T112" fmla="*/ 2147483647 w 826"/>
                    <a:gd name="T113" fmla="*/ 2147483647 h 2364"/>
                    <a:gd name="T114" fmla="*/ 2147483647 w 826"/>
                    <a:gd name="T115" fmla="*/ 2147483647 h 2364"/>
                    <a:gd name="T116" fmla="*/ 2147483647 w 826"/>
                    <a:gd name="T117" fmla="*/ 2147483647 h 2364"/>
                    <a:gd name="T118" fmla="*/ 2147483647 w 826"/>
                    <a:gd name="T119" fmla="*/ 2147483647 h 2364"/>
                    <a:gd name="T120" fmla="*/ 2147483647 w 826"/>
                    <a:gd name="T121" fmla="*/ 2147483647 h 2364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26"/>
                    <a:gd name="T184" fmla="*/ 0 h 2364"/>
                    <a:gd name="T185" fmla="*/ 826 w 826"/>
                    <a:gd name="T186" fmla="*/ 2364 h 2364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26" h="2364">
                      <a:moveTo>
                        <a:pt x="494" y="1940"/>
                      </a:moveTo>
                      <a:lnTo>
                        <a:pt x="494" y="1940"/>
                      </a:lnTo>
                      <a:lnTo>
                        <a:pt x="496" y="1932"/>
                      </a:lnTo>
                      <a:lnTo>
                        <a:pt x="502" y="1926"/>
                      </a:lnTo>
                      <a:lnTo>
                        <a:pt x="508" y="1920"/>
                      </a:lnTo>
                      <a:lnTo>
                        <a:pt x="516" y="1918"/>
                      </a:lnTo>
                      <a:lnTo>
                        <a:pt x="622" y="1918"/>
                      </a:lnTo>
                      <a:lnTo>
                        <a:pt x="628" y="1920"/>
                      </a:lnTo>
                      <a:lnTo>
                        <a:pt x="636" y="1924"/>
                      </a:lnTo>
                      <a:lnTo>
                        <a:pt x="640" y="1928"/>
                      </a:lnTo>
                      <a:lnTo>
                        <a:pt x="644" y="1934"/>
                      </a:lnTo>
                      <a:lnTo>
                        <a:pt x="648" y="1946"/>
                      </a:lnTo>
                      <a:lnTo>
                        <a:pt x="654" y="1956"/>
                      </a:lnTo>
                      <a:lnTo>
                        <a:pt x="664" y="1968"/>
                      </a:lnTo>
                      <a:lnTo>
                        <a:pt x="676" y="1980"/>
                      </a:lnTo>
                      <a:lnTo>
                        <a:pt x="692" y="1990"/>
                      </a:lnTo>
                      <a:lnTo>
                        <a:pt x="702" y="1994"/>
                      </a:lnTo>
                      <a:lnTo>
                        <a:pt x="714" y="1998"/>
                      </a:lnTo>
                      <a:lnTo>
                        <a:pt x="726" y="2000"/>
                      </a:lnTo>
                      <a:lnTo>
                        <a:pt x="740" y="2002"/>
                      </a:lnTo>
                      <a:lnTo>
                        <a:pt x="758" y="2000"/>
                      </a:lnTo>
                      <a:lnTo>
                        <a:pt x="774" y="1998"/>
                      </a:lnTo>
                      <a:lnTo>
                        <a:pt x="786" y="1992"/>
                      </a:lnTo>
                      <a:lnTo>
                        <a:pt x="798" y="1984"/>
                      </a:lnTo>
                      <a:lnTo>
                        <a:pt x="804" y="1976"/>
                      </a:lnTo>
                      <a:lnTo>
                        <a:pt x="810" y="1968"/>
                      </a:lnTo>
                      <a:lnTo>
                        <a:pt x="814" y="1958"/>
                      </a:lnTo>
                      <a:lnTo>
                        <a:pt x="818" y="1946"/>
                      </a:lnTo>
                      <a:lnTo>
                        <a:pt x="824" y="1918"/>
                      </a:lnTo>
                      <a:lnTo>
                        <a:pt x="826" y="1886"/>
                      </a:lnTo>
                      <a:lnTo>
                        <a:pt x="826" y="1860"/>
                      </a:lnTo>
                      <a:lnTo>
                        <a:pt x="822" y="1836"/>
                      </a:lnTo>
                      <a:lnTo>
                        <a:pt x="818" y="1816"/>
                      </a:lnTo>
                      <a:lnTo>
                        <a:pt x="810" y="1798"/>
                      </a:lnTo>
                      <a:lnTo>
                        <a:pt x="806" y="1790"/>
                      </a:lnTo>
                      <a:lnTo>
                        <a:pt x="800" y="1784"/>
                      </a:lnTo>
                      <a:lnTo>
                        <a:pt x="794" y="1778"/>
                      </a:lnTo>
                      <a:lnTo>
                        <a:pt x="786" y="1772"/>
                      </a:lnTo>
                      <a:lnTo>
                        <a:pt x="778" y="1768"/>
                      </a:lnTo>
                      <a:lnTo>
                        <a:pt x="768" y="1766"/>
                      </a:lnTo>
                      <a:lnTo>
                        <a:pt x="758" y="1764"/>
                      </a:lnTo>
                      <a:lnTo>
                        <a:pt x="746" y="1762"/>
                      </a:lnTo>
                      <a:lnTo>
                        <a:pt x="732" y="1762"/>
                      </a:lnTo>
                      <a:lnTo>
                        <a:pt x="718" y="1764"/>
                      </a:lnTo>
                      <a:lnTo>
                        <a:pt x="706" y="1768"/>
                      </a:lnTo>
                      <a:lnTo>
                        <a:pt x="696" y="1772"/>
                      </a:lnTo>
                      <a:lnTo>
                        <a:pt x="676" y="1782"/>
                      </a:lnTo>
                      <a:lnTo>
                        <a:pt x="662" y="1796"/>
                      </a:lnTo>
                      <a:lnTo>
                        <a:pt x="650" y="1810"/>
                      </a:lnTo>
                      <a:lnTo>
                        <a:pt x="642" y="1822"/>
                      </a:lnTo>
                      <a:lnTo>
                        <a:pt x="636" y="1834"/>
                      </a:lnTo>
                      <a:lnTo>
                        <a:pt x="632" y="1840"/>
                      </a:lnTo>
                      <a:lnTo>
                        <a:pt x="628" y="1844"/>
                      </a:lnTo>
                      <a:lnTo>
                        <a:pt x="622" y="1848"/>
                      </a:lnTo>
                      <a:lnTo>
                        <a:pt x="616" y="1848"/>
                      </a:lnTo>
                      <a:lnTo>
                        <a:pt x="520" y="1848"/>
                      </a:lnTo>
                      <a:lnTo>
                        <a:pt x="512" y="1846"/>
                      </a:lnTo>
                      <a:lnTo>
                        <a:pt x="504" y="1842"/>
                      </a:lnTo>
                      <a:lnTo>
                        <a:pt x="500" y="1834"/>
                      </a:lnTo>
                      <a:lnTo>
                        <a:pt x="498" y="1826"/>
                      </a:lnTo>
                      <a:lnTo>
                        <a:pt x="498" y="1566"/>
                      </a:lnTo>
                      <a:lnTo>
                        <a:pt x="496" y="1562"/>
                      </a:lnTo>
                      <a:lnTo>
                        <a:pt x="494" y="1556"/>
                      </a:lnTo>
                      <a:lnTo>
                        <a:pt x="496" y="1550"/>
                      </a:lnTo>
                      <a:lnTo>
                        <a:pt x="498" y="1544"/>
                      </a:lnTo>
                      <a:lnTo>
                        <a:pt x="498" y="0"/>
                      </a:lnTo>
                      <a:lnTo>
                        <a:pt x="468" y="26"/>
                      </a:lnTo>
                      <a:lnTo>
                        <a:pt x="438" y="54"/>
                      </a:lnTo>
                      <a:lnTo>
                        <a:pt x="408" y="82"/>
                      </a:lnTo>
                      <a:lnTo>
                        <a:pt x="380" y="110"/>
                      </a:lnTo>
                      <a:lnTo>
                        <a:pt x="350" y="142"/>
                      </a:lnTo>
                      <a:lnTo>
                        <a:pt x="324" y="172"/>
                      </a:lnTo>
                      <a:lnTo>
                        <a:pt x="296" y="206"/>
                      </a:lnTo>
                      <a:lnTo>
                        <a:pt x="270" y="240"/>
                      </a:lnTo>
                      <a:lnTo>
                        <a:pt x="246" y="276"/>
                      </a:lnTo>
                      <a:lnTo>
                        <a:pt x="220" y="312"/>
                      </a:lnTo>
                      <a:lnTo>
                        <a:pt x="198" y="350"/>
                      </a:lnTo>
                      <a:lnTo>
                        <a:pt x="174" y="390"/>
                      </a:lnTo>
                      <a:lnTo>
                        <a:pt x="152" y="432"/>
                      </a:lnTo>
                      <a:lnTo>
                        <a:pt x="132" y="474"/>
                      </a:lnTo>
                      <a:lnTo>
                        <a:pt x="112" y="516"/>
                      </a:lnTo>
                      <a:lnTo>
                        <a:pt x="94" y="562"/>
                      </a:lnTo>
                      <a:lnTo>
                        <a:pt x="70" y="626"/>
                      </a:lnTo>
                      <a:lnTo>
                        <a:pt x="50" y="688"/>
                      </a:lnTo>
                      <a:lnTo>
                        <a:pt x="34" y="748"/>
                      </a:lnTo>
                      <a:lnTo>
                        <a:pt x="22" y="810"/>
                      </a:lnTo>
                      <a:lnTo>
                        <a:pt x="12" y="868"/>
                      </a:lnTo>
                      <a:lnTo>
                        <a:pt x="6" y="928"/>
                      </a:lnTo>
                      <a:lnTo>
                        <a:pt x="0" y="986"/>
                      </a:lnTo>
                      <a:lnTo>
                        <a:pt x="0" y="1042"/>
                      </a:lnTo>
                      <a:lnTo>
                        <a:pt x="0" y="1098"/>
                      </a:lnTo>
                      <a:lnTo>
                        <a:pt x="4" y="1152"/>
                      </a:lnTo>
                      <a:lnTo>
                        <a:pt x="8" y="1204"/>
                      </a:lnTo>
                      <a:lnTo>
                        <a:pt x="16" y="1256"/>
                      </a:lnTo>
                      <a:lnTo>
                        <a:pt x="24" y="1306"/>
                      </a:lnTo>
                      <a:lnTo>
                        <a:pt x="34" y="1354"/>
                      </a:lnTo>
                      <a:lnTo>
                        <a:pt x="46" y="1402"/>
                      </a:lnTo>
                      <a:lnTo>
                        <a:pt x="58" y="1448"/>
                      </a:lnTo>
                      <a:lnTo>
                        <a:pt x="72" y="1492"/>
                      </a:lnTo>
                      <a:lnTo>
                        <a:pt x="86" y="1534"/>
                      </a:lnTo>
                      <a:lnTo>
                        <a:pt x="116" y="1614"/>
                      </a:lnTo>
                      <a:lnTo>
                        <a:pt x="148" y="1686"/>
                      </a:lnTo>
                      <a:lnTo>
                        <a:pt x="178" y="1750"/>
                      </a:lnTo>
                      <a:lnTo>
                        <a:pt x="206" y="1806"/>
                      </a:lnTo>
                      <a:lnTo>
                        <a:pt x="232" y="1854"/>
                      </a:lnTo>
                      <a:lnTo>
                        <a:pt x="268" y="1918"/>
                      </a:lnTo>
                      <a:lnTo>
                        <a:pt x="362" y="2096"/>
                      </a:lnTo>
                      <a:lnTo>
                        <a:pt x="426" y="2224"/>
                      </a:lnTo>
                      <a:lnTo>
                        <a:pt x="494" y="2364"/>
                      </a:lnTo>
                      <a:lnTo>
                        <a:pt x="494" y="194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1375" name="Freeform 156"/>
                <p:cNvSpPr>
                  <a:spLocks/>
                </p:cNvSpPr>
                <p:nvPr/>
              </p:nvSpPr>
              <p:spPr bwMode="auto">
                <a:xfrm>
                  <a:off x="10497280" y="5812269"/>
                  <a:ext cx="1374712" cy="1476927"/>
                </a:xfrm>
                <a:custGeom>
                  <a:avLst/>
                  <a:gdLst>
                    <a:gd name="T0" fmla="*/ 2147483647 w 866"/>
                    <a:gd name="T1" fmla="*/ 2147483647 h 930"/>
                    <a:gd name="T2" fmla="*/ 2147483647 w 866"/>
                    <a:gd name="T3" fmla="*/ 2147483647 h 930"/>
                    <a:gd name="T4" fmla="*/ 2147483647 w 866"/>
                    <a:gd name="T5" fmla="*/ 2147483647 h 930"/>
                    <a:gd name="T6" fmla="*/ 2147483647 w 866"/>
                    <a:gd name="T7" fmla="*/ 2147483647 h 930"/>
                    <a:gd name="T8" fmla="*/ 2147483647 w 866"/>
                    <a:gd name="T9" fmla="*/ 2147483647 h 930"/>
                    <a:gd name="T10" fmla="*/ 2147483647 w 866"/>
                    <a:gd name="T11" fmla="*/ 2147483647 h 930"/>
                    <a:gd name="T12" fmla="*/ 2147483647 w 866"/>
                    <a:gd name="T13" fmla="*/ 2147483647 h 930"/>
                    <a:gd name="T14" fmla="*/ 2147483647 w 866"/>
                    <a:gd name="T15" fmla="*/ 2147483647 h 930"/>
                    <a:gd name="T16" fmla="*/ 2147483647 w 866"/>
                    <a:gd name="T17" fmla="*/ 2147483647 h 930"/>
                    <a:gd name="T18" fmla="*/ 2147483647 w 866"/>
                    <a:gd name="T19" fmla="*/ 2147483647 h 930"/>
                    <a:gd name="T20" fmla="*/ 2147483647 w 866"/>
                    <a:gd name="T21" fmla="*/ 2147483647 h 930"/>
                    <a:gd name="T22" fmla="*/ 2147483647 w 866"/>
                    <a:gd name="T23" fmla="*/ 2147483647 h 930"/>
                    <a:gd name="T24" fmla="*/ 2147483647 w 866"/>
                    <a:gd name="T25" fmla="*/ 2147483647 h 930"/>
                    <a:gd name="T26" fmla="*/ 2147483647 w 866"/>
                    <a:gd name="T27" fmla="*/ 2147483647 h 930"/>
                    <a:gd name="T28" fmla="*/ 2147483647 w 866"/>
                    <a:gd name="T29" fmla="*/ 2147483647 h 930"/>
                    <a:gd name="T30" fmla="*/ 2147483647 w 866"/>
                    <a:gd name="T31" fmla="*/ 2147483647 h 930"/>
                    <a:gd name="T32" fmla="*/ 2147483647 w 866"/>
                    <a:gd name="T33" fmla="*/ 2147483647 h 930"/>
                    <a:gd name="T34" fmla="*/ 2147483647 w 866"/>
                    <a:gd name="T35" fmla="*/ 2147483647 h 930"/>
                    <a:gd name="T36" fmla="*/ 2147483647 w 866"/>
                    <a:gd name="T37" fmla="*/ 2147483647 h 930"/>
                    <a:gd name="T38" fmla="*/ 2147483647 w 866"/>
                    <a:gd name="T39" fmla="*/ 2147483647 h 930"/>
                    <a:gd name="T40" fmla="*/ 2147483647 w 866"/>
                    <a:gd name="T41" fmla="*/ 2147483647 h 930"/>
                    <a:gd name="T42" fmla="*/ 2147483647 w 866"/>
                    <a:gd name="T43" fmla="*/ 2147483647 h 930"/>
                    <a:gd name="T44" fmla="*/ 2147483647 w 866"/>
                    <a:gd name="T45" fmla="*/ 2147483647 h 930"/>
                    <a:gd name="T46" fmla="*/ 2147483647 w 866"/>
                    <a:gd name="T47" fmla="*/ 2147483647 h 930"/>
                    <a:gd name="T48" fmla="*/ 2147483647 w 866"/>
                    <a:gd name="T49" fmla="*/ 2147483647 h 930"/>
                    <a:gd name="T50" fmla="*/ 2147483647 w 866"/>
                    <a:gd name="T51" fmla="*/ 2147483647 h 930"/>
                    <a:gd name="T52" fmla="*/ 2147483647 w 866"/>
                    <a:gd name="T53" fmla="*/ 2147483647 h 930"/>
                    <a:gd name="T54" fmla="*/ 2147483647 w 866"/>
                    <a:gd name="T55" fmla="*/ 2147483647 h 930"/>
                    <a:gd name="T56" fmla="*/ 2147483647 w 866"/>
                    <a:gd name="T57" fmla="*/ 2147483647 h 930"/>
                    <a:gd name="T58" fmla="*/ 2147483647 w 866"/>
                    <a:gd name="T59" fmla="*/ 2147483647 h 930"/>
                    <a:gd name="T60" fmla="*/ 2147483647 w 866"/>
                    <a:gd name="T61" fmla="*/ 2147483647 h 930"/>
                    <a:gd name="T62" fmla="*/ 2147483647 w 866"/>
                    <a:gd name="T63" fmla="*/ 2147483647 h 930"/>
                    <a:gd name="T64" fmla="*/ 2147483647 w 866"/>
                    <a:gd name="T65" fmla="*/ 2147483647 h 930"/>
                    <a:gd name="T66" fmla="*/ 2147483647 w 866"/>
                    <a:gd name="T67" fmla="*/ 2147483647 h 930"/>
                    <a:gd name="T68" fmla="*/ 2147483647 w 866"/>
                    <a:gd name="T69" fmla="*/ 2147483647 h 930"/>
                    <a:gd name="T70" fmla="*/ 2147483647 w 866"/>
                    <a:gd name="T71" fmla="*/ 2147483647 h 930"/>
                    <a:gd name="T72" fmla="*/ 2147483647 w 866"/>
                    <a:gd name="T73" fmla="*/ 2147483647 h 930"/>
                    <a:gd name="T74" fmla="*/ 2147483647 w 866"/>
                    <a:gd name="T75" fmla="*/ 2147483647 h 930"/>
                    <a:gd name="T76" fmla="*/ 2147483647 w 866"/>
                    <a:gd name="T77" fmla="*/ 2147483647 h 930"/>
                    <a:gd name="T78" fmla="*/ 2147483647 w 866"/>
                    <a:gd name="T79" fmla="*/ 2147483647 h 930"/>
                    <a:gd name="T80" fmla="*/ 2147483647 w 866"/>
                    <a:gd name="T81" fmla="*/ 2147483647 h 930"/>
                    <a:gd name="T82" fmla="*/ 2147483647 w 866"/>
                    <a:gd name="T83" fmla="*/ 2147483647 h 930"/>
                    <a:gd name="T84" fmla="*/ 2147483647 w 866"/>
                    <a:gd name="T85" fmla="*/ 2147483647 h 930"/>
                    <a:gd name="T86" fmla="*/ 2147483647 w 866"/>
                    <a:gd name="T87" fmla="*/ 2147483647 h 930"/>
                    <a:gd name="T88" fmla="*/ 2147483647 w 866"/>
                    <a:gd name="T89" fmla="*/ 2147483647 h 930"/>
                    <a:gd name="T90" fmla="*/ 2147483647 w 866"/>
                    <a:gd name="T91" fmla="*/ 2147483647 h 930"/>
                    <a:gd name="T92" fmla="*/ 2147483647 w 866"/>
                    <a:gd name="T93" fmla="*/ 2147483647 h 930"/>
                    <a:gd name="T94" fmla="*/ 2147483647 w 866"/>
                    <a:gd name="T95" fmla="*/ 2147483647 h 930"/>
                    <a:gd name="T96" fmla="*/ 2147483647 w 866"/>
                    <a:gd name="T97" fmla="*/ 2147483647 h 930"/>
                    <a:gd name="T98" fmla="*/ 2147483647 w 866"/>
                    <a:gd name="T99" fmla="*/ 2147483647 h 930"/>
                    <a:gd name="T100" fmla="*/ 2147483647 w 866"/>
                    <a:gd name="T101" fmla="*/ 2147483647 h 930"/>
                    <a:gd name="T102" fmla="*/ 2147483647 w 866"/>
                    <a:gd name="T103" fmla="*/ 2147483647 h 930"/>
                    <a:gd name="T104" fmla="*/ 2147483647 w 866"/>
                    <a:gd name="T105" fmla="*/ 2147483647 h 930"/>
                    <a:gd name="T106" fmla="*/ 2147483647 w 866"/>
                    <a:gd name="T107" fmla="*/ 2147483647 h 930"/>
                    <a:gd name="T108" fmla="*/ 2147483647 w 866"/>
                    <a:gd name="T109" fmla="*/ 2147483647 h 930"/>
                    <a:gd name="T110" fmla="*/ 2147483647 w 866"/>
                    <a:gd name="T111" fmla="*/ 2147483647 h 930"/>
                    <a:gd name="T112" fmla="*/ 2147483647 w 866"/>
                    <a:gd name="T113" fmla="*/ 0 h 930"/>
                    <a:gd name="T114" fmla="*/ 0 w 866"/>
                    <a:gd name="T115" fmla="*/ 0 h 930"/>
                    <a:gd name="T116" fmla="*/ 0 w 866"/>
                    <a:gd name="T117" fmla="*/ 2147483647 h 930"/>
                    <a:gd name="T118" fmla="*/ 2147483647 w 866"/>
                    <a:gd name="T119" fmla="*/ 2147483647 h 930"/>
                    <a:gd name="T120" fmla="*/ 2147483647 w 866"/>
                    <a:gd name="T121" fmla="*/ 2147483647 h 930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66"/>
                    <a:gd name="T184" fmla="*/ 0 h 930"/>
                    <a:gd name="T185" fmla="*/ 866 w 866"/>
                    <a:gd name="T186" fmla="*/ 930 h 930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66" h="930">
                      <a:moveTo>
                        <a:pt x="866" y="6"/>
                      </a:moveTo>
                      <a:lnTo>
                        <a:pt x="512" y="6"/>
                      </a:lnTo>
                      <a:lnTo>
                        <a:pt x="510" y="68"/>
                      </a:lnTo>
                      <a:lnTo>
                        <a:pt x="522" y="76"/>
                      </a:lnTo>
                      <a:lnTo>
                        <a:pt x="538" y="86"/>
                      </a:lnTo>
                      <a:lnTo>
                        <a:pt x="554" y="98"/>
                      </a:lnTo>
                      <a:lnTo>
                        <a:pt x="568" y="114"/>
                      </a:lnTo>
                      <a:lnTo>
                        <a:pt x="582" y="132"/>
                      </a:lnTo>
                      <a:lnTo>
                        <a:pt x="592" y="154"/>
                      </a:lnTo>
                      <a:lnTo>
                        <a:pt x="596" y="168"/>
                      </a:lnTo>
                      <a:lnTo>
                        <a:pt x="600" y="180"/>
                      </a:lnTo>
                      <a:lnTo>
                        <a:pt x="602" y="196"/>
                      </a:lnTo>
                      <a:lnTo>
                        <a:pt x="602" y="210"/>
                      </a:lnTo>
                      <a:lnTo>
                        <a:pt x="600" y="224"/>
                      </a:lnTo>
                      <a:lnTo>
                        <a:pt x="598" y="238"/>
                      </a:lnTo>
                      <a:lnTo>
                        <a:pt x="592" y="250"/>
                      </a:lnTo>
                      <a:lnTo>
                        <a:pt x="586" y="262"/>
                      </a:lnTo>
                      <a:lnTo>
                        <a:pt x="580" y="274"/>
                      </a:lnTo>
                      <a:lnTo>
                        <a:pt x="570" y="286"/>
                      </a:lnTo>
                      <a:lnTo>
                        <a:pt x="560" y="296"/>
                      </a:lnTo>
                      <a:lnTo>
                        <a:pt x="550" y="304"/>
                      </a:lnTo>
                      <a:lnTo>
                        <a:pt x="536" y="314"/>
                      </a:lnTo>
                      <a:lnTo>
                        <a:pt x="524" y="320"/>
                      </a:lnTo>
                      <a:lnTo>
                        <a:pt x="510" y="328"/>
                      </a:lnTo>
                      <a:lnTo>
                        <a:pt x="494" y="332"/>
                      </a:lnTo>
                      <a:lnTo>
                        <a:pt x="478" y="338"/>
                      </a:lnTo>
                      <a:lnTo>
                        <a:pt x="462" y="340"/>
                      </a:lnTo>
                      <a:lnTo>
                        <a:pt x="444" y="342"/>
                      </a:lnTo>
                      <a:lnTo>
                        <a:pt x="426" y="344"/>
                      </a:lnTo>
                      <a:lnTo>
                        <a:pt x="410" y="342"/>
                      </a:lnTo>
                      <a:lnTo>
                        <a:pt x="392" y="340"/>
                      </a:lnTo>
                      <a:lnTo>
                        <a:pt x="378" y="336"/>
                      </a:lnTo>
                      <a:lnTo>
                        <a:pt x="362" y="330"/>
                      </a:lnTo>
                      <a:lnTo>
                        <a:pt x="350" y="324"/>
                      </a:lnTo>
                      <a:lnTo>
                        <a:pt x="336" y="316"/>
                      </a:lnTo>
                      <a:lnTo>
                        <a:pt x="326" y="306"/>
                      </a:lnTo>
                      <a:lnTo>
                        <a:pt x="316" y="296"/>
                      </a:lnTo>
                      <a:lnTo>
                        <a:pt x="306" y="286"/>
                      </a:lnTo>
                      <a:lnTo>
                        <a:pt x="300" y="274"/>
                      </a:lnTo>
                      <a:lnTo>
                        <a:pt x="292" y="262"/>
                      </a:lnTo>
                      <a:lnTo>
                        <a:pt x="288" y="250"/>
                      </a:lnTo>
                      <a:lnTo>
                        <a:pt x="282" y="236"/>
                      </a:lnTo>
                      <a:lnTo>
                        <a:pt x="280" y="224"/>
                      </a:lnTo>
                      <a:lnTo>
                        <a:pt x="278" y="210"/>
                      </a:lnTo>
                      <a:lnTo>
                        <a:pt x="278" y="196"/>
                      </a:lnTo>
                      <a:lnTo>
                        <a:pt x="280" y="176"/>
                      </a:lnTo>
                      <a:lnTo>
                        <a:pt x="286" y="156"/>
                      </a:lnTo>
                      <a:lnTo>
                        <a:pt x="294" y="138"/>
                      </a:lnTo>
                      <a:lnTo>
                        <a:pt x="306" y="122"/>
                      </a:lnTo>
                      <a:lnTo>
                        <a:pt x="318" y="108"/>
                      </a:lnTo>
                      <a:lnTo>
                        <a:pt x="330" y="96"/>
                      </a:lnTo>
                      <a:lnTo>
                        <a:pt x="350" y="78"/>
                      </a:lnTo>
                      <a:lnTo>
                        <a:pt x="350" y="0"/>
                      </a:lnTo>
                      <a:lnTo>
                        <a:pt x="0" y="0"/>
                      </a:lnTo>
                      <a:lnTo>
                        <a:pt x="0" y="930"/>
                      </a:lnTo>
                      <a:lnTo>
                        <a:pt x="866" y="930"/>
                      </a:lnTo>
                      <a:lnTo>
                        <a:pt x="866" y="6"/>
                      </a:lnTo>
                      <a:close/>
                    </a:path>
                  </a:pathLst>
                </a:custGeom>
                <a:solidFill>
                  <a:srgbClr val="F6AA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3" name="Freeform 168"/>
                <p:cNvSpPr>
                  <a:spLocks/>
                </p:cNvSpPr>
                <p:nvPr/>
              </p:nvSpPr>
              <p:spPr bwMode="auto">
                <a:xfrm>
                  <a:off x="10883632" y="10043661"/>
                  <a:ext cx="2034830" cy="1871214"/>
                </a:xfrm>
                <a:custGeom>
                  <a:avLst/>
                  <a:gdLst>
                    <a:gd name="T0" fmla="*/ 1250 w 1280"/>
                    <a:gd name="T1" fmla="*/ 102 h 1178"/>
                    <a:gd name="T2" fmla="*/ 1266 w 1280"/>
                    <a:gd name="T3" fmla="*/ 118 h 1178"/>
                    <a:gd name="T4" fmla="*/ 1278 w 1280"/>
                    <a:gd name="T5" fmla="*/ 150 h 1178"/>
                    <a:gd name="T6" fmla="*/ 1278 w 1280"/>
                    <a:gd name="T7" fmla="*/ 170 h 1178"/>
                    <a:gd name="T8" fmla="*/ 1260 w 1280"/>
                    <a:gd name="T9" fmla="*/ 202 h 1178"/>
                    <a:gd name="T10" fmla="*/ 1222 w 1280"/>
                    <a:gd name="T11" fmla="*/ 248 h 1178"/>
                    <a:gd name="T12" fmla="*/ 1220 w 1280"/>
                    <a:gd name="T13" fmla="*/ 258 h 1178"/>
                    <a:gd name="T14" fmla="*/ 1236 w 1280"/>
                    <a:gd name="T15" fmla="*/ 288 h 1178"/>
                    <a:gd name="T16" fmla="*/ 1262 w 1280"/>
                    <a:gd name="T17" fmla="*/ 316 h 1178"/>
                    <a:gd name="T18" fmla="*/ 1270 w 1280"/>
                    <a:gd name="T19" fmla="*/ 342 h 1178"/>
                    <a:gd name="T20" fmla="*/ 1254 w 1280"/>
                    <a:gd name="T21" fmla="*/ 382 h 1178"/>
                    <a:gd name="T22" fmla="*/ 1226 w 1280"/>
                    <a:gd name="T23" fmla="*/ 422 h 1178"/>
                    <a:gd name="T24" fmla="*/ 1220 w 1280"/>
                    <a:gd name="T25" fmla="*/ 450 h 1178"/>
                    <a:gd name="T26" fmla="*/ 1228 w 1280"/>
                    <a:gd name="T27" fmla="*/ 472 h 1178"/>
                    <a:gd name="T28" fmla="*/ 1254 w 1280"/>
                    <a:gd name="T29" fmla="*/ 496 h 1178"/>
                    <a:gd name="T30" fmla="*/ 1266 w 1280"/>
                    <a:gd name="T31" fmla="*/ 522 h 1178"/>
                    <a:gd name="T32" fmla="*/ 1258 w 1280"/>
                    <a:gd name="T33" fmla="*/ 546 h 1178"/>
                    <a:gd name="T34" fmla="*/ 1222 w 1280"/>
                    <a:gd name="T35" fmla="*/ 602 h 1178"/>
                    <a:gd name="T36" fmla="*/ 1222 w 1280"/>
                    <a:gd name="T37" fmla="*/ 622 h 1178"/>
                    <a:gd name="T38" fmla="*/ 1244 w 1280"/>
                    <a:gd name="T39" fmla="*/ 652 h 1178"/>
                    <a:gd name="T40" fmla="*/ 1264 w 1280"/>
                    <a:gd name="T41" fmla="*/ 684 h 1178"/>
                    <a:gd name="T42" fmla="*/ 1264 w 1280"/>
                    <a:gd name="T43" fmla="*/ 706 h 1178"/>
                    <a:gd name="T44" fmla="*/ 1242 w 1280"/>
                    <a:gd name="T45" fmla="*/ 740 h 1178"/>
                    <a:gd name="T46" fmla="*/ 1216 w 1280"/>
                    <a:gd name="T47" fmla="*/ 788 h 1178"/>
                    <a:gd name="T48" fmla="*/ 1220 w 1280"/>
                    <a:gd name="T49" fmla="*/ 806 h 1178"/>
                    <a:gd name="T50" fmla="*/ 1242 w 1280"/>
                    <a:gd name="T51" fmla="*/ 834 h 1178"/>
                    <a:gd name="T52" fmla="*/ 1248 w 1280"/>
                    <a:gd name="T53" fmla="*/ 848 h 1178"/>
                    <a:gd name="T54" fmla="*/ 1238 w 1280"/>
                    <a:gd name="T55" fmla="*/ 884 h 1178"/>
                    <a:gd name="T56" fmla="*/ 1198 w 1280"/>
                    <a:gd name="T57" fmla="*/ 940 h 1178"/>
                    <a:gd name="T58" fmla="*/ 1146 w 1280"/>
                    <a:gd name="T59" fmla="*/ 990 h 1178"/>
                    <a:gd name="T60" fmla="*/ 344 w 1280"/>
                    <a:gd name="T61" fmla="*/ 1178 h 1178"/>
                    <a:gd name="T62" fmla="*/ 70 w 1280"/>
                    <a:gd name="T63" fmla="*/ 928 h 1178"/>
                    <a:gd name="T64" fmla="*/ 60 w 1280"/>
                    <a:gd name="T65" fmla="*/ 858 h 1178"/>
                    <a:gd name="T66" fmla="*/ 48 w 1280"/>
                    <a:gd name="T67" fmla="*/ 842 h 1178"/>
                    <a:gd name="T68" fmla="*/ 8 w 1280"/>
                    <a:gd name="T69" fmla="*/ 800 h 1178"/>
                    <a:gd name="T70" fmla="*/ 0 w 1280"/>
                    <a:gd name="T71" fmla="*/ 778 h 1178"/>
                    <a:gd name="T72" fmla="*/ 14 w 1280"/>
                    <a:gd name="T73" fmla="*/ 748 h 1178"/>
                    <a:gd name="T74" fmla="*/ 46 w 1280"/>
                    <a:gd name="T75" fmla="*/ 718 h 1178"/>
                    <a:gd name="T76" fmla="*/ 46 w 1280"/>
                    <a:gd name="T77" fmla="*/ 700 h 1178"/>
                    <a:gd name="T78" fmla="*/ 14 w 1280"/>
                    <a:gd name="T79" fmla="*/ 640 h 1178"/>
                    <a:gd name="T80" fmla="*/ 0 w 1280"/>
                    <a:gd name="T81" fmla="*/ 590 h 1178"/>
                    <a:gd name="T82" fmla="*/ 8 w 1280"/>
                    <a:gd name="T83" fmla="*/ 564 h 1178"/>
                    <a:gd name="T84" fmla="*/ 34 w 1280"/>
                    <a:gd name="T85" fmla="*/ 532 h 1178"/>
                    <a:gd name="T86" fmla="*/ 42 w 1280"/>
                    <a:gd name="T87" fmla="*/ 516 h 1178"/>
                    <a:gd name="T88" fmla="*/ 24 w 1280"/>
                    <a:gd name="T89" fmla="*/ 476 h 1178"/>
                    <a:gd name="T90" fmla="*/ 6 w 1280"/>
                    <a:gd name="T91" fmla="*/ 428 h 1178"/>
                    <a:gd name="T92" fmla="*/ 12 w 1280"/>
                    <a:gd name="T93" fmla="*/ 404 h 1178"/>
                    <a:gd name="T94" fmla="*/ 42 w 1280"/>
                    <a:gd name="T95" fmla="*/ 346 h 1178"/>
                    <a:gd name="T96" fmla="*/ 42 w 1280"/>
                    <a:gd name="T97" fmla="*/ 324 h 1178"/>
                    <a:gd name="T98" fmla="*/ 16 w 1280"/>
                    <a:gd name="T99" fmla="*/ 284 h 1178"/>
                    <a:gd name="T100" fmla="*/ 0 w 1280"/>
                    <a:gd name="T101" fmla="*/ 240 h 1178"/>
                    <a:gd name="T102" fmla="*/ 0 w 1280"/>
                    <a:gd name="T103" fmla="*/ 182 h 1178"/>
                    <a:gd name="T104" fmla="*/ 10 w 1280"/>
                    <a:gd name="T105" fmla="*/ 0 h 1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280" h="1178">
                      <a:moveTo>
                        <a:pt x="10" y="0"/>
                      </a:moveTo>
                      <a:lnTo>
                        <a:pt x="1250" y="0"/>
                      </a:lnTo>
                      <a:lnTo>
                        <a:pt x="1250" y="102"/>
                      </a:lnTo>
                      <a:lnTo>
                        <a:pt x="1250" y="102"/>
                      </a:lnTo>
                      <a:lnTo>
                        <a:pt x="1256" y="106"/>
                      </a:lnTo>
                      <a:lnTo>
                        <a:pt x="1266" y="118"/>
                      </a:lnTo>
                      <a:lnTo>
                        <a:pt x="1270" y="128"/>
                      </a:lnTo>
                      <a:lnTo>
                        <a:pt x="1276" y="138"/>
                      </a:lnTo>
                      <a:lnTo>
                        <a:pt x="1278" y="150"/>
                      </a:lnTo>
                      <a:lnTo>
                        <a:pt x="1280" y="164"/>
                      </a:lnTo>
                      <a:lnTo>
                        <a:pt x="1280" y="164"/>
                      </a:lnTo>
                      <a:lnTo>
                        <a:pt x="1278" y="170"/>
                      </a:lnTo>
                      <a:lnTo>
                        <a:pt x="1278" y="176"/>
                      </a:lnTo>
                      <a:lnTo>
                        <a:pt x="1270" y="190"/>
                      </a:lnTo>
                      <a:lnTo>
                        <a:pt x="1260" y="202"/>
                      </a:lnTo>
                      <a:lnTo>
                        <a:pt x="1250" y="214"/>
                      </a:lnTo>
                      <a:lnTo>
                        <a:pt x="1228" y="236"/>
                      </a:lnTo>
                      <a:lnTo>
                        <a:pt x="1222" y="248"/>
                      </a:lnTo>
                      <a:lnTo>
                        <a:pt x="1220" y="254"/>
                      </a:lnTo>
                      <a:lnTo>
                        <a:pt x="1220" y="258"/>
                      </a:lnTo>
                      <a:lnTo>
                        <a:pt x="1220" y="258"/>
                      </a:lnTo>
                      <a:lnTo>
                        <a:pt x="1222" y="268"/>
                      </a:lnTo>
                      <a:lnTo>
                        <a:pt x="1228" y="278"/>
                      </a:lnTo>
                      <a:lnTo>
                        <a:pt x="1236" y="288"/>
                      </a:lnTo>
                      <a:lnTo>
                        <a:pt x="1244" y="296"/>
                      </a:lnTo>
                      <a:lnTo>
                        <a:pt x="1254" y="306"/>
                      </a:lnTo>
                      <a:lnTo>
                        <a:pt x="1262" y="316"/>
                      </a:lnTo>
                      <a:lnTo>
                        <a:pt x="1268" y="328"/>
                      </a:lnTo>
                      <a:lnTo>
                        <a:pt x="1270" y="342"/>
                      </a:lnTo>
                      <a:lnTo>
                        <a:pt x="1270" y="342"/>
                      </a:lnTo>
                      <a:lnTo>
                        <a:pt x="1268" y="356"/>
                      </a:lnTo>
                      <a:lnTo>
                        <a:pt x="1262" y="370"/>
                      </a:lnTo>
                      <a:lnTo>
                        <a:pt x="1254" y="382"/>
                      </a:lnTo>
                      <a:lnTo>
                        <a:pt x="1244" y="396"/>
                      </a:lnTo>
                      <a:lnTo>
                        <a:pt x="1234" y="408"/>
                      </a:lnTo>
                      <a:lnTo>
                        <a:pt x="1226" y="422"/>
                      </a:lnTo>
                      <a:lnTo>
                        <a:pt x="1220" y="436"/>
                      </a:lnTo>
                      <a:lnTo>
                        <a:pt x="1220" y="442"/>
                      </a:lnTo>
                      <a:lnTo>
                        <a:pt x="1220" y="450"/>
                      </a:lnTo>
                      <a:lnTo>
                        <a:pt x="1220" y="450"/>
                      </a:lnTo>
                      <a:lnTo>
                        <a:pt x="1222" y="462"/>
                      </a:lnTo>
                      <a:lnTo>
                        <a:pt x="1228" y="472"/>
                      </a:lnTo>
                      <a:lnTo>
                        <a:pt x="1236" y="482"/>
                      </a:lnTo>
                      <a:lnTo>
                        <a:pt x="1246" y="488"/>
                      </a:lnTo>
                      <a:lnTo>
                        <a:pt x="1254" y="496"/>
                      </a:lnTo>
                      <a:lnTo>
                        <a:pt x="1262" y="504"/>
                      </a:lnTo>
                      <a:lnTo>
                        <a:pt x="1266" y="512"/>
                      </a:lnTo>
                      <a:lnTo>
                        <a:pt x="1266" y="522"/>
                      </a:lnTo>
                      <a:lnTo>
                        <a:pt x="1266" y="522"/>
                      </a:lnTo>
                      <a:lnTo>
                        <a:pt x="1264" y="534"/>
                      </a:lnTo>
                      <a:lnTo>
                        <a:pt x="1258" y="546"/>
                      </a:lnTo>
                      <a:lnTo>
                        <a:pt x="1242" y="568"/>
                      </a:lnTo>
                      <a:lnTo>
                        <a:pt x="1226" y="590"/>
                      </a:lnTo>
                      <a:lnTo>
                        <a:pt x="1222" y="602"/>
                      </a:lnTo>
                      <a:lnTo>
                        <a:pt x="1220" y="612"/>
                      </a:lnTo>
                      <a:lnTo>
                        <a:pt x="1220" y="612"/>
                      </a:lnTo>
                      <a:lnTo>
                        <a:pt x="1222" y="622"/>
                      </a:lnTo>
                      <a:lnTo>
                        <a:pt x="1226" y="632"/>
                      </a:lnTo>
                      <a:lnTo>
                        <a:pt x="1234" y="642"/>
                      </a:lnTo>
                      <a:lnTo>
                        <a:pt x="1244" y="652"/>
                      </a:lnTo>
                      <a:lnTo>
                        <a:pt x="1252" y="662"/>
                      </a:lnTo>
                      <a:lnTo>
                        <a:pt x="1260" y="672"/>
                      </a:lnTo>
                      <a:lnTo>
                        <a:pt x="1264" y="684"/>
                      </a:lnTo>
                      <a:lnTo>
                        <a:pt x="1266" y="694"/>
                      </a:lnTo>
                      <a:lnTo>
                        <a:pt x="1266" y="694"/>
                      </a:lnTo>
                      <a:lnTo>
                        <a:pt x="1264" y="706"/>
                      </a:lnTo>
                      <a:lnTo>
                        <a:pt x="1260" y="718"/>
                      </a:lnTo>
                      <a:lnTo>
                        <a:pt x="1252" y="730"/>
                      </a:lnTo>
                      <a:lnTo>
                        <a:pt x="1242" y="740"/>
                      </a:lnTo>
                      <a:lnTo>
                        <a:pt x="1226" y="764"/>
                      </a:lnTo>
                      <a:lnTo>
                        <a:pt x="1220" y="776"/>
                      </a:lnTo>
                      <a:lnTo>
                        <a:pt x="1216" y="788"/>
                      </a:lnTo>
                      <a:lnTo>
                        <a:pt x="1216" y="788"/>
                      </a:lnTo>
                      <a:lnTo>
                        <a:pt x="1216" y="798"/>
                      </a:lnTo>
                      <a:lnTo>
                        <a:pt x="1220" y="806"/>
                      </a:lnTo>
                      <a:lnTo>
                        <a:pt x="1224" y="814"/>
                      </a:lnTo>
                      <a:lnTo>
                        <a:pt x="1230" y="820"/>
                      </a:lnTo>
                      <a:lnTo>
                        <a:pt x="1242" y="834"/>
                      </a:lnTo>
                      <a:lnTo>
                        <a:pt x="1246" y="840"/>
                      </a:lnTo>
                      <a:lnTo>
                        <a:pt x="1248" y="848"/>
                      </a:lnTo>
                      <a:lnTo>
                        <a:pt x="1248" y="848"/>
                      </a:lnTo>
                      <a:lnTo>
                        <a:pt x="1246" y="858"/>
                      </a:lnTo>
                      <a:lnTo>
                        <a:pt x="1244" y="870"/>
                      </a:lnTo>
                      <a:lnTo>
                        <a:pt x="1238" y="884"/>
                      </a:lnTo>
                      <a:lnTo>
                        <a:pt x="1230" y="900"/>
                      </a:lnTo>
                      <a:lnTo>
                        <a:pt x="1216" y="920"/>
                      </a:lnTo>
                      <a:lnTo>
                        <a:pt x="1198" y="940"/>
                      </a:lnTo>
                      <a:lnTo>
                        <a:pt x="1174" y="964"/>
                      </a:lnTo>
                      <a:lnTo>
                        <a:pt x="1146" y="990"/>
                      </a:lnTo>
                      <a:lnTo>
                        <a:pt x="1146" y="990"/>
                      </a:lnTo>
                      <a:lnTo>
                        <a:pt x="1006" y="1112"/>
                      </a:lnTo>
                      <a:lnTo>
                        <a:pt x="930" y="1178"/>
                      </a:lnTo>
                      <a:lnTo>
                        <a:pt x="344" y="1178"/>
                      </a:lnTo>
                      <a:lnTo>
                        <a:pt x="74" y="952"/>
                      </a:lnTo>
                      <a:lnTo>
                        <a:pt x="74" y="952"/>
                      </a:lnTo>
                      <a:lnTo>
                        <a:pt x="70" y="928"/>
                      </a:lnTo>
                      <a:lnTo>
                        <a:pt x="66" y="902"/>
                      </a:lnTo>
                      <a:lnTo>
                        <a:pt x="64" y="876"/>
                      </a:lnTo>
                      <a:lnTo>
                        <a:pt x="60" y="858"/>
                      </a:lnTo>
                      <a:lnTo>
                        <a:pt x="60" y="858"/>
                      </a:lnTo>
                      <a:lnTo>
                        <a:pt x="56" y="850"/>
                      </a:lnTo>
                      <a:lnTo>
                        <a:pt x="48" y="842"/>
                      </a:lnTo>
                      <a:lnTo>
                        <a:pt x="28" y="822"/>
                      </a:lnTo>
                      <a:lnTo>
                        <a:pt x="18" y="812"/>
                      </a:lnTo>
                      <a:lnTo>
                        <a:pt x="8" y="800"/>
                      </a:lnTo>
                      <a:lnTo>
                        <a:pt x="2" y="790"/>
                      </a:lnTo>
                      <a:lnTo>
                        <a:pt x="0" y="778"/>
                      </a:lnTo>
                      <a:lnTo>
                        <a:pt x="0" y="778"/>
                      </a:lnTo>
                      <a:lnTo>
                        <a:pt x="2" y="766"/>
                      </a:lnTo>
                      <a:lnTo>
                        <a:pt x="8" y="756"/>
                      </a:lnTo>
                      <a:lnTo>
                        <a:pt x="14" y="748"/>
                      </a:lnTo>
                      <a:lnTo>
                        <a:pt x="24" y="740"/>
                      </a:lnTo>
                      <a:lnTo>
                        <a:pt x="40" y="726"/>
                      </a:lnTo>
                      <a:lnTo>
                        <a:pt x="46" y="718"/>
                      </a:lnTo>
                      <a:lnTo>
                        <a:pt x="48" y="710"/>
                      </a:lnTo>
                      <a:lnTo>
                        <a:pt x="48" y="710"/>
                      </a:lnTo>
                      <a:lnTo>
                        <a:pt x="46" y="700"/>
                      </a:lnTo>
                      <a:lnTo>
                        <a:pt x="40" y="688"/>
                      </a:lnTo>
                      <a:lnTo>
                        <a:pt x="22" y="658"/>
                      </a:lnTo>
                      <a:lnTo>
                        <a:pt x="14" y="640"/>
                      </a:lnTo>
                      <a:lnTo>
                        <a:pt x="6" y="622"/>
                      </a:lnTo>
                      <a:lnTo>
                        <a:pt x="0" y="606"/>
                      </a:lnTo>
                      <a:lnTo>
                        <a:pt x="0" y="590"/>
                      </a:lnTo>
                      <a:lnTo>
                        <a:pt x="0" y="590"/>
                      </a:lnTo>
                      <a:lnTo>
                        <a:pt x="2" y="576"/>
                      </a:lnTo>
                      <a:lnTo>
                        <a:pt x="8" y="564"/>
                      </a:lnTo>
                      <a:lnTo>
                        <a:pt x="14" y="554"/>
                      </a:lnTo>
                      <a:lnTo>
                        <a:pt x="20" y="546"/>
                      </a:lnTo>
                      <a:lnTo>
                        <a:pt x="34" y="532"/>
                      </a:lnTo>
                      <a:lnTo>
                        <a:pt x="38" y="524"/>
                      </a:lnTo>
                      <a:lnTo>
                        <a:pt x="42" y="516"/>
                      </a:lnTo>
                      <a:lnTo>
                        <a:pt x="42" y="516"/>
                      </a:lnTo>
                      <a:lnTo>
                        <a:pt x="40" y="508"/>
                      </a:lnTo>
                      <a:lnTo>
                        <a:pt x="38" y="498"/>
                      </a:lnTo>
                      <a:lnTo>
                        <a:pt x="24" y="476"/>
                      </a:lnTo>
                      <a:lnTo>
                        <a:pt x="12" y="452"/>
                      </a:lnTo>
                      <a:lnTo>
                        <a:pt x="8" y="440"/>
                      </a:lnTo>
                      <a:lnTo>
                        <a:pt x="6" y="428"/>
                      </a:lnTo>
                      <a:lnTo>
                        <a:pt x="6" y="428"/>
                      </a:lnTo>
                      <a:lnTo>
                        <a:pt x="8" y="416"/>
                      </a:lnTo>
                      <a:lnTo>
                        <a:pt x="12" y="404"/>
                      </a:lnTo>
                      <a:lnTo>
                        <a:pt x="26" y="380"/>
                      </a:lnTo>
                      <a:lnTo>
                        <a:pt x="38" y="358"/>
                      </a:lnTo>
                      <a:lnTo>
                        <a:pt x="42" y="346"/>
                      </a:lnTo>
                      <a:lnTo>
                        <a:pt x="44" y="336"/>
                      </a:lnTo>
                      <a:lnTo>
                        <a:pt x="44" y="336"/>
                      </a:lnTo>
                      <a:lnTo>
                        <a:pt x="42" y="324"/>
                      </a:lnTo>
                      <a:lnTo>
                        <a:pt x="38" y="314"/>
                      </a:lnTo>
                      <a:lnTo>
                        <a:pt x="24" y="294"/>
                      </a:lnTo>
                      <a:lnTo>
                        <a:pt x="16" y="284"/>
                      </a:lnTo>
                      <a:lnTo>
                        <a:pt x="8" y="270"/>
                      </a:lnTo>
                      <a:lnTo>
                        <a:pt x="2" y="256"/>
                      </a:lnTo>
                      <a:lnTo>
                        <a:pt x="0" y="240"/>
                      </a:lnTo>
                      <a:lnTo>
                        <a:pt x="0" y="240"/>
                      </a:lnTo>
                      <a:lnTo>
                        <a:pt x="0" y="216"/>
                      </a:lnTo>
                      <a:lnTo>
                        <a:pt x="0" y="182"/>
                      </a:lnTo>
                      <a:lnTo>
                        <a:pt x="4" y="102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7182" name="Freeform 169"/>
                <p:cNvSpPr>
                  <a:spLocks/>
                </p:cNvSpPr>
                <p:nvPr/>
              </p:nvSpPr>
              <p:spPr bwMode="auto">
                <a:xfrm>
                  <a:off x="11463321" y="11970495"/>
                  <a:ext cx="843902" cy="115214"/>
                </a:xfrm>
                <a:custGeom>
                  <a:avLst/>
                  <a:gdLst>
                    <a:gd name="T0" fmla="*/ 0 w 532"/>
                    <a:gd name="T1" fmla="*/ 0 h 72"/>
                    <a:gd name="T2" fmla="*/ 844550 w 532"/>
                    <a:gd name="T3" fmla="*/ 0 h 72"/>
                    <a:gd name="T4" fmla="*/ 844550 w 532"/>
                    <a:gd name="T5" fmla="*/ 0 h 72"/>
                    <a:gd name="T6" fmla="*/ 828675 w 532"/>
                    <a:gd name="T7" fmla="*/ 19050 h 72"/>
                    <a:gd name="T8" fmla="*/ 793750 w 532"/>
                    <a:gd name="T9" fmla="*/ 57150 h 72"/>
                    <a:gd name="T10" fmla="*/ 771525 w 532"/>
                    <a:gd name="T11" fmla="*/ 79375 h 72"/>
                    <a:gd name="T12" fmla="*/ 749300 w 532"/>
                    <a:gd name="T13" fmla="*/ 98425 h 72"/>
                    <a:gd name="T14" fmla="*/ 727075 w 532"/>
                    <a:gd name="T15" fmla="*/ 111125 h 72"/>
                    <a:gd name="T16" fmla="*/ 717550 w 532"/>
                    <a:gd name="T17" fmla="*/ 114300 h 72"/>
                    <a:gd name="T18" fmla="*/ 708025 w 532"/>
                    <a:gd name="T19" fmla="*/ 114300 h 72"/>
                    <a:gd name="T20" fmla="*/ 708025 w 532"/>
                    <a:gd name="T21" fmla="*/ 114300 h 72"/>
                    <a:gd name="T22" fmla="*/ 158750 w 532"/>
                    <a:gd name="T23" fmla="*/ 114300 h 72"/>
                    <a:gd name="T24" fmla="*/ 158750 w 532"/>
                    <a:gd name="T25" fmla="*/ 114300 h 72"/>
                    <a:gd name="T26" fmla="*/ 149225 w 532"/>
                    <a:gd name="T27" fmla="*/ 114300 h 72"/>
                    <a:gd name="T28" fmla="*/ 139700 w 532"/>
                    <a:gd name="T29" fmla="*/ 111125 h 72"/>
                    <a:gd name="T30" fmla="*/ 114300 w 532"/>
                    <a:gd name="T31" fmla="*/ 98425 h 72"/>
                    <a:gd name="T32" fmla="*/ 88900 w 532"/>
                    <a:gd name="T33" fmla="*/ 79375 h 72"/>
                    <a:gd name="T34" fmla="*/ 63500 w 532"/>
                    <a:gd name="T35" fmla="*/ 57150 h 72"/>
                    <a:gd name="T36" fmla="*/ 19050 w 532"/>
                    <a:gd name="T37" fmla="*/ 19050 h 72"/>
                    <a:gd name="T38" fmla="*/ 0 w 532"/>
                    <a:gd name="T39" fmla="*/ 0 h 72"/>
                    <a:gd name="T40" fmla="*/ 0 w 532"/>
                    <a:gd name="T41" fmla="*/ 0 h 7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532"/>
                    <a:gd name="T64" fmla="*/ 0 h 72"/>
                    <a:gd name="T65" fmla="*/ 532 w 532"/>
                    <a:gd name="T66" fmla="*/ 72 h 7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532" h="72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22" y="12"/>
                      </a:lnTo>
                      <a:lnTo>
                        <a:pt x="500" y="36"/>
                      </a:lnTo>
                      <a:lnTo>
                        <a:pt x="486" y="50"/>
                      </a:lnTo>
                      <a:lnTo>
                        <a:pt x="472" y="62"/>
                      </a:lnTo>
                      <a:lnTo>
                        <a:pt x="458" y="70"/>
                      </a:lnTo>
                      <a:lnTo>
                        <a:pt x="452" y="72"/>
                      </a:lnTo>
                      <a:lnTo>
                        <a:pt x="446" y="72"/>
                      </a:lnTo>
                      <a:lnTo>
                        <a:pt x="100" y="72"/>
                      </a:lnTo>
                      <a:lnTo>
                        <a:pt x="94" y="72"/>
                      </a:lnTo>
                      <a:lnTo>
                        <a:pt x="88" y="70"/>
                      </a:lnTo>
                      <a:lnTo>
                        <a:pt x="72" y="62"/>
                      </a:lnTo>
                      <a:lnTo>
                        <a:pt x="56" y="50"/>
                      </a:lnTo>
                      <a:lnTo>
                        <a:pt x="40" y="36"/>
                      </a:lnTo>
                      <a:lnTo>
                        <a:pt x="12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</p:grpSp>
          <p:sp>
            <p:nvSpPr>
              <p:cNvPr id="4" name="Rectangle 54"/>
              <p:cNvSpPr/>
              <p:nvPr/>
            </p:nvSpPr>
            <p:spPr>
              <a:xfrm>
                <a:off x="17636291" y="-201963"/>
                <a:ext cx="579691" cy="202218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AU" sz="2160"/>
              </a:p>
            </p:txBody>
          </p:sp>
        </p:grpSp>
        <p:sp>
          <p:nvSpPr>
            <p:cNvPr id="15" name="Freeform 188"/>
            <p:cNvSpPr>
              <a:spLocks/>
            </p:cNvSpPr>
            <p:nvPr/>
          </p:nvSpPr>
          <p:spPr bwMode="auto">
            <a:xfrm>
              <a:off x="3714839" y="1785008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6" name="Freeform 188"/>
            <p:cNvSpPr>
              <a:spLocks/>
            </p:cNvSpPr>
            <p:nvPr/>
          </p:nvSpPr>
          <p:spPr bwMode="auto">
            <a:xfrm>
              <a:off x="3714839" y="1928489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7" name="Freeform 188"/>
            <p:cNvSpPr>
              <a:spLocks/>
            </p:cNvSpPr>
            <p:nvPr/>
          </p:nvSpPr>
          <p:spPr bwMode="auto">
            <a:xfrm>
              <a:off x="3714839" y="2071971"/>
              <a:ext cx="1044429" cy="70784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8" name="Freeform 188"/>
            <p:cNvSpPr>
              <a:spLocks/>
            </p:cNvSpPr>
            <p:nvPr/>
          </p:nvSpPr>
          <p:spPr bwMode="auto">
            <a:xfrm>
              <a:off x="3714839" y="2213540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</p:grpSp>
      <p:sp>
        <p:nvSpPr>
          <p:cNvPr id="11272" name="91 CuadroTexto"/>
          <p:cNvSpPr txBox="1">
            <a:spLocks noChangeArrowheads="1"/>
          </p:cNvSpPr>
          <p:nvPr/>
        </p:nvSpPr>
        <p:spPr bwMode="auto">
          <a:xfrm>
            <a:off x="1004764" y="5011129"/>
            <a:ext cx="1013892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 b="1" spc="300" dirty="0">
                <a:solidFill>
                  <a:schemeClr val="bg1"/>
                </a:solidFill>
                <a:latin typeface="Roboto Thin"/>
              </a:rPr>
              <a:t>Proyecto </a:t>
            </a:r>
            <a:r>
              <a:rPr lang="es-ES" altLang="es-ES" sz="4800" b="1" spc="300" dirty="0" err="1">
                <a:solidFill>
                  <a:schemeClr val="bg1"/>
                </a:solidFill>
                <a:latin typeface="Roboto Thin"/>
              </a:rPr>
              <a:t>PrestaPe</a:t>
            </a:r>
            <a:endParaRPr lang="es-ES" altLang="es-ES" sz="4800" b="1" spc="300" dirty="0">
              <a:solidFill>
                <a:schemeClr val="bg1"/>
              </a:solidFill>
              <a:latin typeface="Roboto Thin"/>
            </a:endParaRPr>
          </a:p>
        </p:txBody>
      </p:sp>
      <p:sp>
        <p:nvSpPr>
          <p:cNvPr id="11273" name="92 CuadroTexto"/>
          <p:cNvSpPr txBox="1">
            <a:spLocks noChangeArrowheads="1"/>
          </p:cNvSpPr>
          <p:nvPr/>
        </p:nvSpPr>
        <p:spPr bwMode="auto">
          <a:xfrm>
            <a:off x="2723421" y="5868378"/>
            <a:ext cx="670161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3200" b="1" spc="300" dirty="0">
                <a:solidFill>
                  <a:schemeClr val="bg1"/>
                </a:solidFill>
                <a:latin typeface="Roboto Thin"/>
              </a:rPr>
              <a:t>POR: ACG-SOFT</a:t>
            </a:r>
          </a:p>
        </p:txBody>
      </p:sp>
      <p:grpSp>
        <p:nvGrpSpPr>
          <p:cNvPr id="115" name="18 Grupo"/>
          <p:cNvGrpSpPr>
            <a:grpSpLocks/>
          </p:cNvGrpSpPr>
          <p:nvPr/>
        </p:nvGrpSpPr>
        <p:grpSpPr bwMode="auto">
          <a:xfrm>
            <a:off x="3806381" y="0"/>
            <a:ext cx="1480141" cy="3220480"/>
            <a:chOff x="3143251" y="428625"/>
            <a:chExt cx="2197100" cy="4729163"/>
          </a:xfrm>
        </p:grpSpPr>
        <p:grpSp>
          <p:nvGrpSpPr>
            <p:cNvPr id="116" name="Group 52"/>
            <p:cNvGrpSpPr>
              <a:grpSpLocks/>
            </p:cNvGrpSpPr>
            <p:nvPr/>
          </p:nvGrpSpPr>
          <p:grpSpPr bwMode="auto">
            <a:xfrm>
              <a:off x="3143251" y="428625"/>
              <a:ext cx="2197100" cy="4729163"/>
              <a:chOff x="15617236" y="-201963"/>
              <a:chExt cx="4562592" cy="9820903"/>
            </a:xfrm>
          </p:grpSpPr>
          <p:grpSp>
            <p:nvGrpSpPr>
              <p:cNvPr id="121" name="Group 53"/>
              <p:cNvGrpSpPr>
                <a:grpSpLocks/>
              </p:cNvGrpSpPr>
              <p:nvPr/>
            </p:nvGrpSpPr>
            <p:grpSpPr bwMode="auto">
              <a:xfrm rot="10800000">
                <a:off x="15617236" y="1887815"/>
                <a:ext cx="4562592" cy="7731125"/>
                <a:chOff x="9633551" y="4338638"/>
                <a:chExt cx="4562595" cy="7731125"/>
              </a:xfrm>
            </p:grpSpPr>
            <p:sp>
              <p:nvSpPr>
                <p:cNvPr id="123" name="Freeform 149"/>
                <p:cNvSpPr>
                  <a:spLocks/>
                </p:cNvSpPr>
                <p:nvPr/>
              </p:nvSpPr>
              <p:spPr bwMode="auto">
                <a:xfrm>
                  <a:off x="11940482" y="7377872"/>
                  <a:ext cx="1376269" cy="2014240"/>
                </a:xfrm>
                <a:custGeom>
                  <a:avLst/>
                  <a:gdLst>
                    <a:gd name="T0" fmla="*/ 930275 w 866"/>
                    <a:gd name="T1" fmla="*/ 298450 h 1270"/>
                    <a:gd name="T2" fmla="*/ 987425 w 866"/>
                    <a:gd name="T3" fmla="*/ 263525 h 1270"/>
                    <a:gd name="T4" fmla="*/ 1060450 w 866"/>
                    <a:gd name="T5" fmla="*/ 254000 h 1270"/>
                    <a:gd name="T6" fmla="*/ 1092200 w 866"/>
                    <a:gd name="T7" fmla="*/ 257175 h 1270"/>
                    <a:gd name="T8" fmla="*/ 1155700 w 866"/>
                    <a:gd name="T9" fmla="*/ 285750 h 1270"/>
                    <a:gd name="T10" fmla="*/ 1212850 w 866"/>
                    <a:gd name="T11" fmla="*/ 323850 h 1270"/>
                    <a:gd name="T12" fmla="*/ 1273175 w 866"/>
                    <a:gd name="T13" fmla="*/ 374650 h 1270"/>
                    <a:gd name="T14" fmla="*/ 1374775 w 866"/>
                    <a:gd name="T15" fmla="*/ 0 h 1270"/>
                    <a:gd name="T16" fmla="*/ 0 w 866"/>
                    <a:gd name="T17" fmla="*/ 1470025 h 1270"/>
                    <a:gd name="T18" fmla="*/ 501650 w 866"/>
                    <a:gd name="T19" fmla="*/ 1470025 h 1270"/>
                    <a:gd name="T20" fmla="*/ 527050 w 866"/>
                    <a:gd name="T21" fmla="*/ 1479550 h 1270"/>
                    <a:gd name="T22" fmla="*/ 536575 w 866"/>
                    <a:gd name="T23" fmla="*/ 1504950 h 1270"/>
                    <a:gd name="T24" fmla="*/ 536575 w 866"/>
                    <a:gd name="T25" fmla="*/ 1676400 h 1270"/>
                    <a:gd name="T26" fmla="*/ 523875 w 866"/>
                    <a:gd name="T27" fmla="*/ 1704975 h 1270"/>
                    <a:gd name="T28" fmla="*/ 495300 w 866"/>
                    <a:gd name="T29" fmla="*/ 1730375 h 1270"/>
                    <a:gd name="T30" fmla="*/ 441325 w 866"/>
                    <a:gd name="T31" fmla="*/ 1793875 h 1270"/>
                    <a:gd name="T32" fmla="*/ 415925 w 866"/>
                    <a:gd name="T33" fmla="*/ 1838325 h 1270"/>
                    <a:gd name="T34" fmla="*/ 409575 w 866"/>
                    <a:gd name="T35" fmla="*/ 1860550 h 1270"/>
                    <a:gd name="T36" fmla="*/ 419100 w 866"/>
                    <a:gd name="T37" fmla="*/ 1917700 h 1270"/>
                    <a:gd name="T38" fmla="*/ 447675 w 866"/>
                    <a:gd name="T39" fmla="*/ 1965325 h 1270"/>
                    <a:gd name="T40" fmla="*/ 460375 w 866"/>
                    <a:gd name="T41" fmla="*/ 1978025 h 1270"/>
                    <a:gd name="T42" fmla="*/ 488950 w 866"/>
                    <a:gd name="T43" fmla="*/ 1997075 h 1270"/>
                    <a:gd name="T44" fmla="*/ 542925 w 866"/>
                    <a:gd name="T45" fmla="*/ 2012950 h 1270"/>
                    <a:gd name="T46" fmla="*/ 581025 w 866"/>
                    <a:gd name="T47" fmla="*/ 2016125 h 1270"/>
                    <a:gd name="T48" fmla="*/ 647700 w 866"/>
                    <a:gd name="T49" fmla="*/ 2012950 h 1270"/>
                    <a:gd name="T50" fmla="*/ 714375 w 866"/>
                    <a:gd name="T51" fmla="*/ 1993900 h 1270"/>
                    <a:gd name="T52" fmla="*/ 758825 w 866"/>
                    <a:gd name="T53" fmla="*/ 1968500 h 1270"/>
                    <a:gd name="T54" fmla="*/ 777875 w 866"/>
                    <a:gd name="T55" fmla="*/ 1939925 h 1270"/>
                    <a:gd name="T56" fmla="*/ 793750 w 866"/>
                    <a:gd name="T57" fmla="*/ 1908175 h 1270"/>
                    <a:gd name="T58" fmla="*/ 793750 w 866"/>
                    <a:gd name="T59" fmla="*/ 1885950 h 1270"/>
                    <a:gd name="T60" fmla="*/ 790575 w 866"/>
                    <a:gd name="T61" fmla="*/ 1847850 h 1270"/>
                    <a:gd name="T62" fmla="*/ 777875 w 866"/>
                    <a:gd name="T63" fmla="*/ 1809750 h 1270"/>
                    <a:gd name="T64" fmla="*/ 733425 w 866"/>
                    <a:gd name="T65" fmla="*/ 1749425 h 1270"/>
                    <a:gd name="T66" fmla="*/ 685800 w 866"/>
                    <a:gd name="T67" fmla="*/ 1708150 h 1270"/>
                    <a:gd name="T68" fmla="*/ 666750 w 866"/>
                    <a:gd name="T69" fmla="*/ 1692275 h 1270"/>
                    <a:gd name="T70" fmla="*/ 654050 w 866"/>
                    <a:gd name="T71" fmla="*/ 1679575 h 1270"/>
                    <a:gd name="T72" fmla="*/ 647700 w 866"/>
                    <a:gd name="T73" fmla="*/ 1663700 h 1270"/>
                    <a:gd name="T74" fmla="*/ 647700 w 866"/>
                    <a:gd name="T75" fmla="*/ 1495425 h 1270"/>
                    <a:gd name="T76" fmla="*/ 657225 w 866"/>
                    <a:gd name="T77" fmla="*/ 1470025 h 1270"/>
                    <a:gd name="T78" fmla="*/ 682625 w 866"/>
                    <a:gd name="T79" fmla="*/ 1460500 h 1270"/>
                    <a:gd name="T80" fmla="*/ 1374775 w 866"/>
                    <a:gd name="T81" fmla="*/ 631825 h 1270"/>
                    <a:gd name="T82" fmla="*/ 1301750 w 866"/>
                    <a:gd name="T83" fmla="*/ 631825 h 1270"/>
                    <a:gd name="T84" fmla="*/ 1238250 w 866"/>
                    <a:gd name="T85" fmla="*/ 692150 h 1270"/>
                    <a:gd name="T86" fmla="*/ 1177925 w 866"/>
                    <a:gd name="T87" fmla="*/ 736600 h 1270"/>
                    <a:gd name="T88" fmla="*/ 1108075 w 866"/>
                    <a:gd name="T89" fmla="*/ 768350 h 1270"/>
                    <a:gd name="T90" fmla="*/ 1073150 w 866"/>
                    <a:gd name="T91" fmla="*/ 771525 h 1270"/>
                    <a:gd name="T92" fmla="*/ 1031875 w 866"/>
                    <a:gd name="T93" fmla="*/ 768350 h 1270"/>
                    <a:gd name="T94" fmla="*/ 993775 w 866"/>
                    <a:gd name="T95" fmla="*/ 758825 h 1270"/>
                    <a:gd name="T96" fmla="*/ 958850 w 866"/>
                    <a:gd name="T97" fmla="*/ 739775 h 1270"/>
                    <a:gd name="T98" fmla="*/ 923925 w 866"/>
                    <a:gd name="T99" fmla="*/ 714375 h 1270"/>
                    <a:gd name="T100" fmla="*/ 895350 w 866"/>
                    <a:gd name="T101" fmla="*/ 679450 h 1270"/>
                    <a:gd name="T102" fmla="*/ 876300 w 866"/>
                    <a:gd name="T103" fmla="*/ 631825 h 1270"/>
                    <a:gd name="T104" fmla="*/ 860425 w 866"/>
                    <a:gd name="T105" fmla="*/ 577850 h 1270"/>
                    <a:gd name="T106" fmla="*/ 857250 w 866"/>
                    <a:gd name="T107" fmla="*/ 511175 h 1270"/>
                    <a:gd name="T108" fmla="*/ 857250 w 866"/>
                    <a:gd name="T109" fmla="*/ 469900 h 1270"/>
                    <a:gd name="T110" fmla="*/ 869950 w 866"/>
                    <a:gd name="T111" fmla="*/ 400050 h 1270"/>
                    <a:gd name="T112" fmla="*/ 892175 w 866"/>
                    <a:gd name="T113" fmla="*/ 349250 h 1270"/>
                    <a:gd name="T114" fmla="*/ 917575 w 866"/>
                    <a:gd name="T115" fmla="*/ 311150 h 1270"/>
                    <a:gd name="T116" fmla="*/ 930275 w 866"/>
                    <a:gd name="T117" fmla="*/ 298450 h 1270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866"/>
                    <a:gd name="T178" fmla="*/ 0 h 1270"/>
                    <a:gd name="T179" fmla="*/ 866 w 866"/>
                    <a:gd name="T180" fmla="*/ 1270 h 1270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866" h="1270">
                      <a:moveTo>
                        <a:pt x="586" y="188"/>
                      </a:moveTo>
                      <a:lnTo>
                        <a:pt x="586" y="188"/>
                      </a:lnTo>
                      <a:lnTo>
                        <a:pt x="602" y="174"/>
                      </a:lnTo>
                      <a:lnTo>
                        <a:pt x="622" y="166"/>
                      </a:lnTo>
                      <a:lnTo>
                        <a:pt x="644" y="160"/>
                      </a:lnTo>
                      <a:lnTo>
                        <a:pt x="668" y="160"/>
                      </a:lnTo>
                      <a:lnTo>
                        <a:pt x="688" y="162"/>
                      </a:lnTo>
                      <a:lnTo>
                        <a:pt x="708" y="170"/>
                      </a:lnTo>
                      <a:lnTo>
                        <a:pt x="728" y="180"/>
                      </a:lnTo>
                      <a:lnTo>
                        <a:pt x="746" y="192"/>
                      </a:lnTo>
                      <a:lnTo>
                        <a:pt x="764" y="204"/>
                      </a:lnTo>
                      <a:lnTo>
                        <a:pt x="780" y="216"/>
                      </a:lnTo>
                      <a:lnTo>
                        <a:pt x="802" y="236"/>
                      </a:lnTo>
                      <a:lnTo>
                        <a:pt x="866" y="236"/>
                      </a:lnTo>
                      <a:lnTo>
                        <a:pt x="866" y="0"/>
                      </a:lnTo>
                      <a:lnTo>
                        <a:pt x="0" y="0"/>
                      </a:lnTo>
                      <a:lnTo>
                        <a:pt x="0" y="926"/>
                      </a:lnTo>
                      <a:lnTo>
                        <a:pt x="316" y="926"/>
                      </a:lnTo>
                      <a:lnTo>
                        <a:pt x="324" y="928"/>
                      </a:lnTo>
                      <a:lnTo>
                        <a:pt x="332" y="932"/>
                      </a:lnTo>
                      <a:lnTo>
                        <a:pt x="336" y="940"/>
                      </a:lnTo>
                      <a:lnTo>
                        <a:pt x="338" y="948"/>
                      </a:lnTo>
                      <a:lnTo>
                        <a:pt x="338" y="1056"/>
                      </a:lnTo>
                      <a:lnTo>
                        <a:pt x="336" y="1066"/>
                      </a:lnTo>
                      <a:lnTo>
                        <a:pt x="330" y="1074"/>
                      </a:lnTo>
                      <a:lnTo>
                        <a:pt x="312" y="1090"/>
                      </a:lnTo>
                      <a:lnTo>
                        <a:pt x="288" y="1116"/>
                      </a:lnTo>
                      <a:lnTo>
                        <a:pt x="278" y="1130"/>
                      </a:lnTo>
                      <a:lnTo>
                        <a:pt x="268" y="1144"/>
                      </a:lnTo>
                      <a:lnTo>
                        <a:pt x="262" y="1158"/>
                      </a:lnTo>
                      <a:lnTo>
                        <a:pt x="258" y="1172"/>
                      </a:lnTo>
                      <a:lnTo>
                        <a:pt x="260" y="1190"/>
                      </a:lnTo>
                      <a:lnTo>
                        <a:pt x="264" y="1208"/>
                      </a:lnTo>
                      <a:lnTo>
                        <a:pt x="272" y="1224"/>
                      </a:lnTo>
                      <a:lnTo>
                        <a:pt x="282" y="1238"/>
                      </a:lnTo>
                      <a:lnTo>
                        <a:pt x="290" y="1246"/>
                      </a:lnTo>
                      <a:lnTo>
                        <a:pt x="298" y="1252"/>
                      </a:lnTo>
                      <a:lnTo>
                        <a:pt x="308" y="1258"/>
                      </a:lnTo>
                      <a:lnTo>
                        <a:pt x="318" y="1262"/>
                      </a:lnTo>
                      <a:lnTo>
                        <a:pt x="342" y="1268"/>
                      </a:lnTo>
                      <a:lnTo>
                        <a:pt x="366" y="1270"/>
                      </a:lnTo>
                      <a:lnTo>
                        <a:pt x="386" y="1270"/>
                      </a:lnTo>
                      <a:lnTo>
                        <a:pt x="408" y="1268"/>
                      </a:lnTo>
                      <a:lnTo>
                        <a:pt x="428" y="1264"/>
                      </a:lnTo>
                      <a:lnTo>
                        <a:pt x="450" y="1256"/>
                      </a:lnTo>
                      <a:lnTo>
                        <a:pt x="468" y="1246"/>
                      </a:lnTo>
                      <a:lnTo>
                        <a:pt x="478" y="1240"/>
                      </a:lnTo>
                      <a:lnTo>
                        <a:pt x="484" y="1232"/>
                      </a:lnTo>
                      <a:lnTo>
                        <a:pt x="490" y="1222"/>
                      </a:lnTo>
                      <a:lnTo>
                        <a:pt x="496" y="1212"/>
                      </a:lnTo>
                      <a:lnTo>
                        <a:pt x="500" y="1202"/>
                      </a:lnTo>
                      <a:lnTo>
                        <a:pt x="500" y="1188"/>
                      </a:lnTo>
                      <a:lnTo>
                        <a:pt x="500" y="1176"/>
                      </a:lnTo>
                      <a:lnTo>
                        <a:pt x="498" y="1164"/>
                      </a:lnTo>
                      <a:lnTo>
                        <a:pt x="496" y="1152"/>
                      </a:lnTo>
                      <a:lnTo>
                        <a:pt x="490" y="1140"/>
                      </a:lnTo>
                      <a:lnTo>
                        <a:pt x="478" y="1120"/>
                      </a:lnTo>
                      <a:lnTo>
                        <a:pt x="462" y="1102"/>
                      </a:lnTo>
                      <a:lnTo>
                        <a:pt x="446" y="1088"/>
                      </a:lnTo>
                      <a:lnTo>
                        <a:pt x="432" y="1076"/>
                      </a:lnTo>
                      <a:lnTo>
                        <a:pt x="420" y="1066"/>
                      </a:lnTo>
                      <a:lnTo>
                        <a:pt x="414" y="1062"/>
                      </a:lnTo>
                      <a:lnTo>
                        <a:pt x="412" y="1058"/>
                      </a:lnTo>
                      <a:lnTo>
                        <a:pt x="410" y="1052"/>
                      </a:lnTo>
                      <a:lnTo>
                        <a:pt x="408" y="1048"/>
                      </a:lnTo>
                      <a:lnTo>
                        <a:pt x="408" y="942"/>
                      </a:lnTo>
                      <a:lnTo>
                        <a:pt x="410" y="934"/>
                      </a:lnTo>
                      <a:lnTo>
                        <a:pt x="414" y="926"/>
                      </a:lnTo>
                      <a:lnTo>
                        <a:pt x="422" y="922"/>
                      </a:lnTo>
                      <a:lnTo>
                        <a:pt x="430" y="920"/>
                      </a:lnTo>
                      <a:lnTo>
                        <a:pt x="866" y="920"/>
                      </a:lnTo>
                      <a:lnTo>
                        <a:pt x="866" y="398"/>
                      </a:lnTo>
                      <a:lnTo>
                        <a:pt x="820" y="398"/>
                      </a:lnTo>
                      <a:lnTo>
                        <a:pt x="796" y="422"/>
                      </a:lnTo>
                      <a:lnTo>
                        <a:pt x="780" y="436"/>
                      </a:lnTo>
                      <a:lnTo>
                        <a:pt x="762" y="452"/>
                      </a:lnTo>
                      <a:lnTo>
                        <a:pt x="742" y="464"/>
                      </a:lnTo>
                      <a:lnTo>
                        <a:pt x="720" y="476"/>
                      </a:lnTo>
                      <a:lnTo>
                        <a:pt x="698" y="484"/>
                      </a:lnTo>
                      <a:lnTo>
                        <a:pt x="686" y="486"/>
                      </a:lnTo>
                      <a:lnTo>
                        <a:pt x="676" y="486"/>
                      </a:lnTo>
                      <a:lnTo>
                        <a:pt x="650" y="484"/>
                      </a:lnTo>
                      <a:lnTo>
                        <a:pt x="638" y="482"/>
                      </a:lnTo>
                      <a:lnTo>
                        <a:pt x="626" y="478"/>
                      </a:lnTo>
                      <a:lnTo>
                        <a:pt x="614" y="472"/>
                      </a:lnTo>
                      <a:lnTo>
                        <a:pt x="604" y="466"/>
                      </a:lnTo>
                      <a:lnTo>
                        <a:pt x="592" y="458"/>
                      </a:lnTo>
                      <a:lnTo>
                        <a:pt x="582" y="450"/>
                      </a:lnTo>
                      <a:lnTo>
                        <a:pt x="574" y="440"/>
                      </a:lnTo>
                      <a:lnTo>
                        <a:pt x="564" y="428"/>
                      </a:lnTo>
                      <a:lnTo>
                        <a:pt x="558" y="414"/>
                      </a:lnTo>
                      <a:lnTo>
                        <a:pt x="552" y="398"/>
                      </a:lnTo>
                      <a:lnTo>
                        <a:pt x="546" y="382"/>
                      </a:lnTo>
                      <a:lnTo>
                        <a:pt x="542" y="364"/>
                      </a:lnTo>
                      <a:lnTo>
                        <a:pt x="540" y="344"/>
                      </a:lnTo>
                      <a:lnTo>
                        <a:pt x="540" y="322"/>
                      </a:lnTo>
                      <a:lnTo>
                        <a:pt x="540" y="296"/>
                      </a:lnTo>
                      <a:lnTo>
                        <a:pt x="544" y="272"/>
                      </a:lnTo>
                      <a:lnTo>
                        <a:pt x="548" y="252"/>
                      </a:lnTo>
                      <a:lnTo>
                        <a:pt x="554" y="234"/>
                      </a:lnTo>
                      <a:lnTo>
                        <a:pt x="562" y="220"/>
                      </a:lnTo>
                      <a:lnTo>
                        <a:pt x="570" y="208"/>
                      </a:lnTo>
                      <a:lnTo>
                        <a:pt x="578" y="196"/>
                      </a:lnTo>
                      <a:lnTo>
                        <a:pt x="586" y="188"/>
                      </a:lnTo>
                      <a:close/>
                    </a:path>
                  </a:pathLst>
                </a:custGeom>
                <a:solidFill>
                  <a:srgbClr val="2C3F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24" name="Freeform 150"/>
                <p:cNvSpPr>
                  <a:spLocks/>
                </p:cNvSpPr>
                <p:nvPr/>
              </p:nvSpPr>
              <p:spPr bwMode="auto">
                <a:xfrm>
                  <a:off x="10493984" y="7358425"/>
                  <a:ext cx="1381307" cy="1470333"/>
                </a:xfrm>
                <a:custGeom>
                  <a:avLst/>
                  <a:gdLst>
                    <a:gd name="T0" fmla="*/ 2147483647 w 870"/>
                    <a:gd name="T1" fmla="*/ 0 h 926"/>
                    <a:gd name="T2" fmla="*/ 2147483647 w 870"/>
                    <a:gd name="T3" fmla="*/ 0 h 926"/>
                    <a:gd name="T4" fmla="*/ 2147483647 w 870"/>
                    <a:gd name="T5" fmla="*/ 2147483647 h 926"/>
                    <a:gd name="T6" fmla="*/ 2147483647 w 870"/>
                    <a:gd name="T7" fmla="*/ 2147483647 h 926"/>
                    <a:gd name="T8" fmla="*/ 2147483647 w 870"/>
                    <a:gd name="T9" fmla="*/ 2147483647 h 926"/>
                    <a:gd name="T10" fmla="*/ 2147483647 w 870"/>
                    <a:gd name="T11" fmla="*/ 2147483647 h 926"/>
                    <a:gd name="T12" fmla="*/ 2147483647 w 870"/>
                    <a:gd name="T13" fmla="*/ 2147483647 h 926"/>
                    <a:gd name="T14" fmla="*/ 2147483647 w 870"/>
                    <a:gd name="T15" fmla="*/ 2147483647 h 926"/>
                    <a:gd name="T16" fmla="*/ 2147483647 w 870"/>
                    <a:gd name="T17" fmla="*/ 2147483647 h 926"/>
                    <a:gd name="T18" fmla="*/ 2147483647 w 870"/>
                    <a:gd name="T19" fmla="*/ 2147483647 h 926"/>
                    <a:gd name="T20" fmla="*/ 2147483647 w 870"/>
                    <a:gd name="T21" fmla="*/ 2147483647 h 926"/>
                    <a:gd name="T22" fmla="*/ 2147483647 w 870"/>
                    <a:gd name="T23" fmla="*/ 2147483647 h 926"/>
                    <a:gd name="T24" fmla="*/ 2147483647 w 870"/>
                    <a:gd name="T25" fmla="*/ 2147483647 h 926"/>
                    <a:gd name="T26" fmla="*/ 2147483647 w 870"/>
                    <a:gd name="T27" fmla="*/ 2147483647 h 926"/>
                    <a:gd name="T28" fmla="*/ 2147483647 w 870"/>
                    <a:gd name="T29" fmla="*/ 2147483647 h 926"/>
                    <a:gd name="T30" fmla="*/ 2147483647 w 870"/>
                    <a:gd name="T31" fmla="*/ 2147483647 h 926"/>
                    <a:gd name="T32" fmla="*/ 2147483647 w 870"/>
                    <a:gd name="T33" fmla="*/ 2147483647 h 926"/>
                    <a:gd name="T34" fmla="*/ 2147483647 w 870"/>
                    <a:gd name="T35" fmla="*/ 2147483647 h 926"/>
                    <a:gd name="T36" fmla="*/ 2147483647 w 870"/>
                    <a:gd name="T37" fmla="*/ 2147483647 h 926"/>
                    <a:gd name="T38" fmla="*/ 2147483647 w 870"/>
                    <a:gd name="T39" fmla="*/ 2147483647 h 926"/>
                    <a:gd name="T40" fmla="*/ 2147483647 w 870"/>
                    <a:gd name="T41" fmla="*/ 2147483647 h 926"/>
                    <a:gd name="T42" fmla="*/ 2147483647 w 870"/>
                    <a:gd name="T43" fmla="*/ 2147483647 h 926"/>
                    <a:gd name="T44" fmla="*/ 2147483647 w 870"/>
                    <a:gd name="T45" fmla="*/ 2147483647 h 926"/>
                    <a:gd name="T46" fmla="*/ 2147483647 w 870"/>
                    <a:gd name="T47" fmla="*/ 2147483647 h 926"/>
                    <a:gd name="T48" fmla="*/ 2147483647 w 870"/>
                    <a:gd name="T49" fmla="*/ 2147483647 h 926"/>
                    <a:gd name="T50" fmla="*/ 2147483647 w 870"/>
                    <a:gd name="T51" fmla="*/ 2147483647 h 926"/>
                    <a:gd name="T52" fmla="*/ 2147483647 w 870"/>
                    <a:gd name="T53" fmla="*/ 2147483647 h 926"/>
                    <a:gd name="T54" fmla="*/ 2147483647 w 870"/>
                    <a:gd name="T55" fmla="*/ 2147483647 h 926"/>
                    <a:gd name="T56" fmla="*/ 2147483647 w 870"/>
                    <a:gd name="T57" fmla="*/ 2147483647 h 926"/>
                    <a:gd name="T58" fmla="*/ 2147483647 w 870"/>
                    <a:gd name="T59" fmla="*/ 2147483647 h 926"/>
                    <a:gd name="T60" fmla="*/ 2147483647 w 870"/>
                    <a:gd name="T61" fmla="*/ 2147483647 h 926"/>
                    <a:gd name="T62" fmla="*/ 2147483647 w 870"/>
                    <a:gd name="T63" fmla="*/ 2147483647 h 926"/>
                    <a:gd name="T64" fmla="*/ 2147483647 w 870"/>
                    <a:gd name="T65" fmla="*/ 2147483647 h 926"/>
                    <a:gd name="T66" fmla="*/ 2147483647 w 870"/>
                    <a:gd name="T67" fmla="*/ 2147483647 h 926"/>
                    <a:gd name="T68" fmla="*/ 2147483647 w 870"/>
                    <a:gd name="T69" fmla="*/ 2147483647 h 926"/>
                    <a:gd name="T70" fmla="*/ 2147483647 w 870"/>
                    <a:gd name="T71" fmla="*/ 2147483647 h 926"/>
                    <a:gd name="T72" fmla="*/ 2147483647 w 870"/>
                    <a:gd name="T73" fmla="*/ 2147483647 h 926"/>
                    <a:gd name="T74" fmla="*/ 2147483647 w 870"/>
                    <a:gd name="T75" fmla="*/ 2147483647 h 926"/>
                    <a:gd name="T76" fmla="*/ 2147483647 w 870"/>
                    <a:gd name="T77" fmla="*/ 2147483647 h 926"/>
                    <a:gd name="T78" fmla="*/ 2147483647 w 870"/>
                    <a:gd name="T79" fmla="*/ 2147483647 h 926"/>
                    <a:gd name="T80" fmla="*/ 2147483647 w 870"/>
                    <a:gd name="T81" fmla="*/ 2147483647 h 926"/>
                    <a:gd name="T82" fmla="*/ 2147483647 w 870"/>
                    <a:gd name="T83" fmla="*/ 2147483647 h 926"/>
                    <a:gd name="T84" fmla="*/ 2147483647 w 870"/>
                    <a:gd name="T85" fmla="*/ 2147483647 h 926"/>
                    <a:gd name="T86" fmla="*/ 2147483647 w 870"/>
                    <a:gd name="T87" fmla="*/ 2147483647 h 926"/>
                    <a:gd name="T88" fmla="*/ 2147483647 w 870"/>
                    <a:gd name="T89" fmla="*/ 2147483647 h 926"/>
                    <a:gd name="T90" fmla="*/ 2147483647 w 870"/>
                    <a:gd name="T91" fmla="*/ 2147483647 h 926"/>
                    <a:gd name="T92" fmla="*/ 2147483647 w 870"/>
                    <a:gd name="T93" fmla="*/ 2147483647 h 926"/>
                    <a:gd name="T94" fmla="*/ 2147483647 w 870"/>
                    <a:gd name="T95" fmla="*/ 2147483647 h 926"/>
                    <a:gd name="T96" fmla="*/ 2147483647 w 870"/>
                    <a:gd name="T97" fmla="*/ 2147483647 h 926"/>
                    <a:gd name="T98" fmla="*/ 2147483647 w 870"/>
                    <a:gd name="T99" fmla="*/ 2147483647 h 926"/>
                    <a:gd name="T100" fmla="*/ 2147483647 w 870"/>
                    <a:gd name="T101" fmla="*/ 2147483647 h 926"/>
                    <a:gd name="T102" fmla="*/ 2147483647 w 870"/>
                    <a:gd name="T103" fmla="*/ 2147483647 h 926"/>
                    <a:gd name="T104" fmla="*/ 2147483647 w 870"/>
                    <a:gd name="T105" fmla="*/ 2147483647 h 926"/>
                    <a:gd name="T106" fmla="*/ 2147483647 w 870"/>
                    <a:gd name="T107" fmla="*/ 2147483647 h 926"/>
                    <a:gd name="T108" fmla="*/ 0 w 870"/>
                    <a:gd name="T109" fmla="*/ 2147483647 h 926"/>
                    <a:gd name="T110" fmla="*/ 0 w 870"/>
                    <a:gd name="T111" fmla="*/ 2147483647 h 926"/>
                    <a:gd name="T112" fmla="*/ 0 w 870"/>
                    <a:gd name="T113" fmla="*/ 2147483647 h 926"/>
                    <a:gd name="T114" fmla="*/ 2147483647 w 870"/>
                    <a:gd name="T115" fmla="*/ 2147483647 h 926"/>
                    <a:gd name="T116" fmla="*/ 2147483647 w 870"/>
                    <a:gd name="T117" fmla="*/ 2147483647 h 926"/>
                    <a:gd name="T118" fmla="*/ 2147483647 w 870"/>
                    <a:gd name="T119" fmla="*/ 0 h 92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870"/>
                    <a:gd name="T181" fmla="*/ 0 h 926"/>
                    <a:gd name="T182" fmla="*/ 870 w 870"/>
                    <a:gd name="T183" fmla="*/ 926 h 92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870" h="926">
                      <a:moveTo>
                        <a:pt x="870" y="0"/>
                      </a:moveTo>
                      <a:lnTo>
                        <a:pt x="4" y="0"/>
                      </a:lnTo>
                      <a:lnTo>
                        <a:pt x="4" y="226"/>
                      </a:lnTo>
                      <a:lnTo>
                        <a:pt x="64" y="226"/>
                      </a:lnTo>
                      <a:lnTo>
                        <a:pt x="70" y="214"/>
                      </a:lnTo>
                      <a:lnTo>
                        <a:pt x="80" y="200"/>
                      </a:lnTo>
                      <a:lnTo>
                        <a:pt x="94" y="186"/>
                      </a:lnTo>
                      <a:lnTo>
                        <a:pt x="110" y="172"/>
                      </a:lnTo>
                      <a:lnTo>
                        <a:pt x="128" y="158"/>
                      </a:lnTo>
                      <a:lnTo>
                        <a:pt x="152" y="148"/>
                      </a:lnTo>
                      <a:lnTo>
                        <a:pt x="164" y="144"/>
                      </a:lnTo>
                      <a:lnTo>
                        <a:pt x="178" y="142"/>
                      </a:lnTo>
                      <a:lnTo>
                        <a:pt x="194" y="140"/>
                      </a:lnTo>
                      <a:lnTo>
                        <a:pt x="208" y="140"/>
                      </a:lnTo>
                      <a:lnTo>
                        <a:pt x="230" y="142"/>
                      </a:lnTo>
                      <a:lnTo>
                        <a:pt x="250" y="146"/>
                      </a:lnTo>
                      <a:lnTo>
                        <a:pt x="266" y="154"/>
                      </a:lnTo>
                      <a:lnTo>
                        <a:pt x="280" y="162"/>
                      </a:lnTo>
                      <a:lnTo>
                        <a:pt x="292" y="172"/>
                      </a:lnTo>
                      <a:lnTo>
                        <a:pt x="302" y="184"/>
                      </a:lnTo>
                      <a:lnTo>
                        <a:pt x="310" y="198"/>
                      </a:lnTo>
                      <a:lnTo>
                        <a:pt x="316" y="210"/>
                      </a:lnTo>
                      <a:lnTo>
                        <a:pt x="322" y="224"/>
                      </a:lnTo>
                      <a:lnTo>
                        <a:pt x="326" y="238"/>
                      </a:lnTo>
                      <a:lnTo>
                        <a:pt x="330" y="266"/>
                      </a:lnTo>
                      <a:lnTo>
                        <a:pt x="332" y="290"/>
                      </a:lnTo>
                      <a:lnTo>
                        <a:pt x="332" y="308"/>
                      </a:lnTo>
                      <a:lnTo>
                        <a:pt x="332" y="330"/>
                      </a:lnTo>
                      <a:lnTo>
                        <a:pt x="330" y="350"/>
                      </a:lnTo>
                      <a:lnTo>
                        <a:pt x="326" y="368"/>
                      </a:lnTo>
                      <a:lnTo>
                        <a:pt x="322" y="386"/>
                      </a:lnTo>
                      <a:lnTo>
                        <a:pt x="316" y="400"/>
                      </a:lnTo>
                      <a:lnTo>
                        <a:pt x="308" y="414"/>
                      </a:lnTo>
                      <a:lnTo>
                        <a:pt x="300" y="426"/>
                      </a:lnTo>
                      <a:lnTo>
                        <a:pt x="290" y="438"/>
                      </a:lnTo>
                      <a:lnTo>
                        <a:pt x="282" y="444"/>
                      </a:lnTo>
                      <a:lnTo>
                        <a:pt x="272" y="452"/>
                      </a:lnTo>
                      <a:lnTo>
                        <a:pt x="262" y="456"/>
                      </a:lnTo>
                      <a:lnTo>
                        <a:pt x="252" y="460"/>
                      </a:lnTo>
                      <a:lnTo>
                        <a:pt x="228" y="466"/>
                      </a:lnTo>
                      <a:lnTo>
                        <a:pt x="200" y="468"/>
                      </a:lnTo>
                      <a:lnTo>
                        <a:pt x="174" y="464"/>
                      </a:lnTo>
                      <a:lnTo>
                        <a:pt x="150" y="458"/>
                      </a:lnTo>
                      <a:lnTo>
                        <a:pt x="130" y="450"/>
                      </a:lnTo>
                      <a:lnTo>
                        <a:pt x="112" y="438"/>
                      </a:lnTo>
                      <a:lnTo>
                        <a:pt x="98" y="426"/>
                      </a:lnTo>
                      <a:lnTo>
                        <a:pt x="86" y="412"/>
                      </a:lnTo>
                      <a:lnTo>
                        <a:pt x="76" y="398"/>
                      </a:lnTo>
                      <a:lnTo>
                        <a:pt x="68" y="384"/>
                      </a:lnTo>
                      <a:lnTo>
                        <a:pt x="0" y="384"/>
                      </a:lnTo>
                      <a:lnTo>
                        <a:pt x="0" y="884"/>
                      </a:lnTo>
                      <a:lnTo>
                        <a:pt x="18" y="926"/>
                      </a:lnTo>
                      <a:lnTo>
                        <a:pt x="870" y="926"/>
                      </a:lnTo>
                      <a:lnTo>
                        <a:pt x="870" y="0"/>
                      </a:lnTo>
                      <a:close/>
                    </a:path>
                  </a:pathLst>
                </a:custGeom>
                <a:solidFill>
                  <a:srgbClr val="C139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25" name="Freeform 151"/>
                <p:cNvSpPr>
                  <a:spLocks/>
                </p:cNvSpPr>
                <p:nvPr/>
              </p:nvSpPr>
              <p:spPr bwMode="auto">
                <a:xfrm>
                  <a:off x="10497172" y="4338638"/>
                  <a:ext cx="3537291" cy="1946700"/>
                </a:xfrm>
                <a:custGeom>
                  <a:avLst/>
                  <a:gdLst>
                    <a:gd name="T0" fmla="*/ 372 w 2228"/>
                    <a:gd name="T1" fmla="*/ 886 h 1228"/>
                    <a:gd name="T2" fmla="*/ 394 w 2228"/>
                    <a:gd name="T3" fmla="*/ 898 h 1228"/>
                    <a:gd name="T4" fmla="*/ 394 w 2228"/>
                    <a:gd name="T5" fmla="*/ 1018 h 1228"/>
                    <a:gd name="T6" fmla="*/ 390 w 2228"/>
                    <a:gd name="T7" fmla="*/ 1034 h 1228"/>
                    <a:gd name="T8" fmla="*/ 368 w 2228"/>
                    <a:gd name="T9" fmla="*/ 1050 h 1228"/>
                    <a:gd name="T10" fmla="*/ 338 w 2228"/>
                    <a:gd name="T11" fmla="*/ 1084 h 1228"/>
                    <a:gd name="T12" fmla="*/ 322 w 2228"/>
                    <a:gd name="T13" fmla="*/ 1126 h 1228"/>
                    <a:gd name="T14" fmla="*/ 328 w 2228"/>
                    <a:gd name="T15" fmla="*/ 1164 h 1228"/>
                    <a:gd name="T16" fmla="*/ 364 w 2228"/>
                    <a:gd name="T17" fmla="*/ 1210 h 1228"/>
                    <a:gd name="T18" fmla="*/ 414 w 2228"/>
                    <a:gd name="T19" fmla="*/ 1228 h 1228"/>
                    <a:gd name="T20" fmla="*/ 452 w 2228"/>
                    <a:gd name="T21" fmla="*/ 1228 h 1228"/>
                    <a:gd name="T22" fmla="*/ 518 w 2228"/>
                    <a:gd name="T23" fmla="*/ 1202 h 1228"/>
                    <a:gd name="T24" fmla="*/ 554 w 2228"/>
                    <a:gd name="T25" fmla="*/ 1158 h 1228"/>
                    <a:gd name="T26" fmla="*/ 558 w 2228"/>
                    <a:gd name="T27" fmla="*/ 1138 h 1228"/>
                    <a:gd name="T28" fmla="*/ 552 w 2228"/>
                    <a:gd name="T29" fmla="*/ 1102 h 1228"/>
                    <a:gd name="T30" fmla="*/ 534 w 2228"/>
                    <a:gd name="T31" fmla="*/ 1072 h 1228"/>
                    <a:gd name="T32" fmla="*/ 492 w 2228"/>
                    <a:gd name="T33" fmla="*/ 1040 h 1228"/>
                    <a:gd name="T34" fmla="*/ 474 w 2228"/>
                    <a:gd name="T35" fmla="*/ 1030 h 1228"/>
                    <a:gd name="T36" fmla="*/ 466 w 2228"/>
                    <a:gd name="T37" fmla="*/ 1012 h 1228"/>
                    <a:gd name="T38" fmla="*/ 470 w 2228"/>
                    <a:gd name="T39" fmla="*/ 904 h 1228"/>
                    <a:gd name="T40" fmla="*/ 490 w 2228"/>
                    <a:gd name="T41" fmla="*/ 892 h 1228"/>
                    <a:gd name="T42" fmla="*/ 1294 w 2228"/>
                    <a:gd name="T43" fmla="*/ 820 h 1228"/>
                    <a:gd name="T44" fmla="*/ 1256 w 2228"/>
                    <a:gd name="T45" fmla="*/ 788 h 1228"/>
                    <a:gd name="T46" fmla="*/ 1220 w 2228"/>
                    <a:gd name="T47" fmla="*/ 730 h 1228"/>
                    <a:gd name="T48" fmla="*/ 1210 w 2228"/>
                    <a:gd name="T49" fmla="*/ 674 h 1228"/>
                    <a:gd name="T50" fmla="*/ 1214 w 2228"/>
                    <a:gd name="T51" fmla="*/ 646 h 1228"/>
                    <a:gd name="T52" fmla="*/ 1232 w 2228"/>
                    <a:gd name="T53" fmla="*/ 610 h 1228"/>
                    <a:gd name="T54" fmla="*/ 1260 w 2228"/>
                    <a:gd name="T55" fmla="*/ 584 h 1228"/>
                    <a:gd name="T56" fmla="*/ 1310 w 2228"/>
                    <a:gd name="T57" fmla="*/ 562 h 1228"/>
                    <a:gd name="T58" fmla="*/ 1366 w 2228"/>
                    <a:gd name="T59" fmla="*/ 554 h 1228"/>
                    <a:gd name="T60" fmla="*/ 1454 w 2228"/>
                    <a:gd name="T61" fmla="*/ 568 h 1228"/>
                    <a:gd name="T62" fmla="*/ 1492 w 2228"/>
                    <a:gd name="T63" fmla="*/ 588 h 1228"/>
                    <a:gd name="T64" fmla="*/ 1520 w 2228"/>
                    <a:gd name="T65" fmla="*/ 616 h 1228"/>
                    <a:gd name="T66" fmla="*/ 1534 w 2228"/>
                    <a:gd name="T67" fmla="*/ 656 h 1228"/>
                    <a:gd name="T68" fmla="*/ 1534 w 2228"/>
                    <a:gd name="T69" fmla="*/ 686 h 1228"/>
                    <a:gd name="T70" fmla="*/ 1516 w 2228"/>
                    <a:gd name="T71" fmla="*/ 750 h 1228"/>
                    <a:gd name="T72" fmla="*/ 1478 w 2228"/>
                    <a:gd name="T73" fmla="*/ 802 h 1228"/>
                    <a:gd name="T74" fmla="*/ 2228 w 2228"/>
                    <a:gd name="T75" fmla="*/ 888 h 1228"/>
                    <a:gd name="T76" fmla="*/ 2168 w 2228"/>
                    <a:gd name="T77" fmla="*/ 754 h 1228"/>
                    <a:gd name="T78" fmla="*/ 2052 w 2228"/>
                    <a:gd name="T79" fmla="*/ 564 h 1228"/>
                    <a:gd name="T80" fmla="*/ 1982 w 2228"/>
                    <a:gd name="T81" fmla="*/ 478 h 1228"/>
                    <a:gd name="T82" fmla="*/ 1904 w 2228"/>
                    <a:gd name="T83" fmla="*/ 404 h 1228"/>
                    <a:gd name="T84" fmla="*/ 1798 w 2228"/>
                    <a:gd name="T85" fmla="*/ 318 h 1228"/>
                    <a:gd name="T86" fmla="*/ 1636 w 2228"/>
                    <a:gd name="T87" fmla="*/ 204 h 1228"/>
                    <a:gd name="T88" fmla="*/ 1468 w 2228"/>
                    <a:gd name="T89" fmla="*/ 114 h 1228"/>
                    <a:gd name="T90" fmla="*/ 1282 w 2228"/>
                    <a:gd name="T91" fmla="*/ 48 h 1228"/>
                    <a:gd name="T92" fmla="*/ 1076 w 2228"/>
                    <a:gd name="T93" fmla="*/ 10 h 1228"/>
                    <a:gd name="T94" fmla="*/ 920 w 2228"/>
                    <a:gd name="T95" fmla="*/ 0 h 1228"/>
                    <a:gd name="T96" fmla="*/ 762 w 2228"/>
                    <a:gd name="T97" fmla="*/ 6 h 1228"/>
                    <a:gd name="T98" fmla="*/ 590 w 2228"/>
                    <a:gd name="T99" fmla="*/ 32 h 1228"/>
                    <a:gd name="T100" fmla="*/ 412 w 2228"/>
                    <a:gd name="T101" fmla="*/ 80 h 1228"/>
                    <a:gd name="T102" fmla="*/ 232 w 2228"/>
                    <a:gd name="T103" fmla="*/ 152 h 1228"/>
                    <a:gd name="T104" fmla="*/ 56 w 2228"/>
                    <a:gd name="T105" fmla="*/ 252 h 1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228" h="1228">
                      <a:moveTo>
                        <a:pt x="0" y="886"/>
                      </a:moveTo>
                      <a:lnTo>
                        <a:pt x="372" y="886"/>
                      </a:lnTo>
                      <a:lnTo>
                        <a:pt x="372" y="886"/>
                      </a:lnTo>
                      <a:lnTo>
                        <a:pt x="382" y="886"/>
                      </a:lnTo>
                      <a:lnTo>
                        <a:pt x="388" y="892"/>
                      </a:lnTo>
                      <a:lnTo>
                        <a:pt x="394" y="898"/>
                      </a:lnTo>
                      <a:lnTo>
                        <a:pt x="394" y="908"/>
                      </a:lnTo>
                      <a:lnTo>
                        <a:pt x="394" y="1018"/>
                      </a:lnTo>
                      <a:lnTo>
                        <a:pt x="394" y="1018"/>
                      </a:lnTo>
                      <a:lnTo>
                        <a:pt x="394" y="1024"/>
                      </a:lnTo>
                      <a:lnTo>
                        <a:pt x="392" y="1030"/>
                      </a:lnTo>
                      <a:lnTo>
                        <a:pt x="390" y="1034"/>
                      </a:lnTo>
                      <a:lnTo>
                        <a:pt x="384" y="1038"/>
                      </a:lnTo>
                      <a:lnTo>
                        <a:pt x="384" y="1038"/>
                      </a:lnTo>
                      <a:lnTo>
                        <a:pt x="368" y="1050"/>
                      </a:lnTo>
                      <a:lnTo>
                        <a:pt x="358" y="1060"/>
                      </a:lnTo>
                      <a:lnTo>
                        <a:pt x="346" y="1072"/>
                      </a:lnTo>
                      <a:lnTo>
                        <a:pt x="338" y="1084"/>
                      </a:lnTo>
                      <a:lnTo>
                        <a:pt x="330" y="1098"/>
                      </a:lnTo>
                      <a:lnTo>
                        <a:pt x="324" y="1112"/>
                      </a:lnTo>
                      <a:lnTo>
                        <a:pt x="322" y="1126"/>
                      </a:lnTo>
                      <a:lnTo>
                        <a:pt x="322" y="1126"/>
                      </a:lnTo>
                      <a:lnTo>
                        <a:pt x="324" y="1146"/>
                      </a:lnTo>
                      <a:lnTo>
                        <a:pt x="328" y="1164"/>
                      </a:lnTo>
                      <a:lnTo>
                        <a:pt x="336" y="1182"/>
                      </a:lnTo>
                      <a:lnTo>
                        <a:pt x="348" y="1196"/>
                      </a:lnTo>
                      <a:lnTo>
                        <a:pt x="364" y="1210"/>
                      </a:lnTo>
                      <a:lnTo>
                        <a:pt x="382" y="1220"/>
                      </a:lnTo>
                      <a:lnTo>
                        <a:pt x="402" y="1226"/>
                      </a:lnTo>
                      <a:lnTo>
                        <a:pt x="414" y="1228"/>
                      </a:lnTo>
                      <a:lnTo>
                        <a:pt x="426" y="1228"/>
                      </a:lnTo>
                      <a:lnTo>
                        <a:pt x="426" y="1228"/>
                      </a:lnTo>
                      <a:lnTo>
                        <a:pt x="452" y="1228"/>
                      </a:lnTo>
                      <a:lnTo>
                        <a:pt x="478" y="1222"/>
                      </a:lnTo>
                      <a:lnTo>
                        <a:pt x="500" y="1214"/>
                      </a:lnTo>
                      <a:lnTo>
                        <a:pt x="518" y="1202"/>
                      </a:lnTo>
                      <a:lnTo>
                        <a:pt x="534" y="1190"/>
                      </a:lnTo>
                      <a:lnTo>
                        <a:pt x="546" y="1174"/>
                      </a:lnTo>
                      <a:lnTo>
                        <a:pt x="554" y="1158"/>
                      </a:lnTo>
                      <a:lnTo>
                        <a:pt x="556" y="1148"/>
                      </a:lnTo>
                      <a:lnTo>
                        <a:pt x="558" y="1138"/>
                      </a:lnTo>
                      <a:lnTo>
                        <a:pt x="558" y="1138"/>
                      </a:lnTo>
                      <a:lnTo>
                        <a:pt x="558" y="1126"/>
                      </a:lnTo>
                      <a:lnTo>
                        <a:pt x="556" y="1112"/>
                      </a:lnTo>
                      <a:lnTo>
                        <a:pt x="552" y="1102"/>
                      </a:lnTo>
                      <a:lnTo>
                        <a:pt x="546" y="1090"/>
                      </a:lnTo>
                      <a:lnTo>
                        <a:pt x="540" y="1080"/>
                      </a:lnTo>
                      <a:lnTo>
                        <a:pt x="534" y="1072"/>
                      </a:lnTo>
                      <a:lnTo>
                        <a:pt x="520" y="1058"/>
                      </a:lnTo>
                      <a:lnTo>
                        <a:pt x="506" y="1046"/>
                      </a:lnTo>
                      <a:lnTo>
                        <a:pt x="492" y="1040"/>
                      </a:lnTo>
                      <a:lnTo>
                        <a:pt x="480" y="1034"/>
                      </a:lnTo>
                      <a:lnTo>
                        <a:pt x="480" y="1034"/>
                      </a:lnTo>
                      <a:lnTo>
                        <a:pt x="474" y="1030"/>
                      </a:lnTo>
                      <a:lnTo>
                        <a:pt x="470" y="1024"/>
                      </a:lnTo>
                      <a:lnTo>
                        <a:pt x="466" y="1018"/>
                      </a:lnTo>
                      <a:lnTo>
                        <a:pt x="466" y="1012"/>
                      </a:lnTo>
                      <a:lnTo>
                        <a:pt x="468" y="912"/>
                      </a:lnTo>
                      <a:lnTo>
                        <a:pt x="468" y="912"/>
                      </a:lnTo>
                      <a:lnTo>
                        <a:pt x="470" y="904"/>
                      </a:lnTo>
                      <a:lnTo>
                        <a:pt x="476" y="898"/>
                      </a:lnTo>
                      <a:lnTo>
                        <a:pt x="482" y="894"/>
                      </a:lnTo>
                      <a:lnTo>
                        <a:pt x="490" y="892"/>
                      </a:lnTo>
                      <a:lnTo>
                        <a:pt x="1294" y="892"/>
                      </a:lnTo>
                      <a:lnTo>
                        <a:pt x="1294" y="820"/>
                      </a:lnTo>
                      <a:lnTo>
                        <a:pt x="1294" y="820"/>
                      </a:lnTo>
                      <a:lnTo>
                        <a:pt x="1282" y="812"/>
                      </a:lnTo>
                      <a:lnTo>
                        <a:pt x="1270" y="802"/>
                      </a:lnTo>
                      <a:lnTo>
                        <a:pt x="1256" y="788"/>
                      </a:lnTo>
                      <a:lnTo>
                        <a:pt x="1242" y="772"/>
                      </a:lnTo>
                      <a:lnTo>
                        <a:pt x="1230" y="752"/>
                      </a:lnTo>
                      <a:lnTo>
                        <a:pt x="1220" y="730"/>
                      </a:lnTo>
                      <a:lnTo>
                        <a:pt x="1212" y="704"/>
                      </a:lnTo>
                      <a:lnTo>
                        <a:pt x="1210" y="690"/>
                      </a:lnTo>
                      <a:lnTo>
                        <a:pt x="1210" y="674"/>
                      </a:lnTo>
                      <a:lnTo>
                        <a:pt x="1210" y="674"/>
                      </a:lnTo>
                      <a:lnTo>
                        <a:pt x="1212" y="660"/>
                      </a:lnTo>
                      <a:lnTo>
                        <a:pt x="1214" y="646"/>
                      </a:lnTo>
                      <a:lnTo>
                        <a:pt x="1218" y="632"/>
                      </a:lnTo>
                      <a:lnTo>
                        <a:pt x="1224" y="620"/>
                      </a:lnTo>
                      <a:lnTo>
                        <a:pt x="1232" y="610"/>
                      </a:lnTo>
                      <a:lnTo>
                        <a:pt x="1240" y="600"/>
                      </a:lnTo>
                      <a:lnTo>
                        <a:pt x="1250" y="592"/>
                      </a:lnTo>
                      <a:lnTo>
                        <a:pt x="1260" y="584"/>
                      </a:lnTo>
                      <a:lnTo>
                        <a:pt x="1272" y="576"/>
                      </a:lnTo>
                      <a:lnTo>
                        <a:pt x="1284" y="570"/>
                      </a:lnTo>
                      <a:lnTo>
                        <a:pt x="1310" y="562"/>
                      </a:lnTo>
                      <a:lnTo>
                        <a:pt x="1338" y="556"/>
                      </a:lnTo>
                      <a:lnTo>
                        <a:pt x="1366" y="554"/>
                      </a:lnTo>
                      <a:lnTo>
                        <a:pt x="1366" y="554"/>
                      </a:lnTo>
                      <a:lnTo>
                        <a:pt x="1396" y="556"/>
                      </a:lnTo>
                      <a:lnTo>
                        <a:pt x="1426" y="560"/>
                      </a:lnTo>
                      <a:lnTo>
                        <a:pt x="1454" y="568"/>
                      </a:lnTo>
                      <a:lnTo>
                        <a:pt x="1466" y="574"/>
                      </a:lnTo>
                      <a:lnTo>
                        <a:pt x="1480" y="580"/>
                      </a:lnTo>
                      <a:lnTo>
                        <a:pt x="1492" y="588"/>
                      </a:lnTo>
                      <a:lnTo>
                        <a:pt x="1502" y="596"/>
                      </a:lnTo>
                      <a:lnTo>
                        <a:pt x="1512" y="606"/>
                      </a:lnTo>
                      <a:lnTo>
                        <a:pt x="1520" y="616"/>
                      </a:lnTo>
                      <a:lnTo>
                        <a:pt x="1526" y="628"/>
                      </a:lnTo>
                      <a:lnTo>
                        <a:pt x="1530" y="642"/>
                      </a:lnTo>
                      <a:lnTo>
                        <a:pt x="1534" y="656"/>
                      </a:lnTo>
                      <a:lnTo>
                        <a:pt x="1534" y="672"/>
                      </a:lnTo>
                      <a:lnTo>
                        <a:pt x="1534" y="672"/>
                      </a:lnTo>
                      <a:lnTo>
                        <a:pt x="1534" y="686"/>
                      </a:lnTo>
                      <a:lnTo>
                        <a:pt x="1532" y="700"/>
                      </a:lnTo>
                      <a:lnTo>
                        <a:pt x="1526" y="726"/>
                      </a:lnTo>
                      <a:lnTo>
                        <a:pt x="1516" y="750"/>
                      </a:lnTo>
                      <a:lnTo>
                        <a:pt x="1504" y="770"/>
                      </a:lnTo>
                      <a:lnTo>
                        <a:pt x="1490" y="788"/>
                      </a:lnTo>
                      <a:lnTo>
                        <a:pt x="1478" y="802"/>
                      </a:lnTo>
                      <a:lnTo>
                        <a:pt x="1456" y="822"/>
                      </a:lnTo>
                      <a:lnTo>
                        <a:pt x="1456" y="888"/>
                      </a:lnTo>
                      <a:lnTo>
                        <a:pt x="2228" y="888"/>
                      </a:lnTo>
                      <a:lnTo>
                        <a:pt x="2228" y="888"/>
                      </a:lnTo>
                      <a:lnTo>
                        <a:pt x="2200" y="820"/>
                      </a:lnTo>
                      <a:lnTo>
                        <a:pt x="2168" y="754"/>
                      </a:lnTo>
                      <a:lnTo>
                        <a:pt x="2132" y="688"/>
                      </a:lnTo>
                      <a:lnTo>
                        <a:pt x="2094" y="624"/>
                      </a:lnTo>
                      <a:lnTo>
                        <a:pt x="2052" y="564"/>
                      </a:lnTo>
                      <a:lnTo>
                        <a:pt x="2030" y="534"/>
                      </a:lnTo>
                      <a:lnTo>
                        <a:pt x="2006" y="506"/>
                      </a:lnTo>
                      <a:lnTo>
                        <a:pt x="1982" y="478"/>
                      </a:lnTo>
                      <a:lnTo>
                        <a:pt x="1956" y="452"/>
                      </a:lnTo>
                      <a:lnTo>
                        <a:pt x="1930" y="428"/>
                      </a:lnTo>
                      <a:lnTo>
                        <a:pt x="1904" y="404"/>
                      </a:lnTo>
                      <a:lnTo>
                        <a:pt x="1904" y="404"/>
                      </a:lnTo>
                      <a:lnTo>
                        <a:pt x="1850" y="360"/>
                      </a:lnTo>
                      <a:lnTo>
                        <a:pt x="1798" y="318"/>
                      </a:lnTo>
                      <a:lnTo>
                        <a:pt x="1744" y="278"/>
                      </a:lnTo>
                      <a:lnTo>
                        <a:pt x="1690" y="240"/>
                      </a:lnTo>
                      <a:lnTo>
                        <a:pt x="1636" y="204"/>
                      </a:lnTo>
                      <a:lnTo>
                        <a:pt x="1582" y="172"/>
                      </a:lnTo>
                      <a:lnTo>
                        <a:pt x="1524" y="142"/>
                      </a:lnTo>
                      <a:lnTo>
                        <a:pt x="1468" y="114"/>
                      </a:lnTo>
                      <a:lnTo>
                        <a:pt x="1408" y="88"/>
                      </a:lnTo>
                      <a:lnTo>
                        <a:pt x="1346" y="66"/>
                      </a:lnTo>
                      <a:lnTo>
                        <a:pt x="1282" y="48"/>
                      </a:lnTo>
                      <a:lnTo>
                        <a:pt x="1216" y="32"/>
                      </a:lnTo>
                      <a:lnTo>
                        <a:pt x="1148" y="18"/>
                      </a:lnTo>
                      <a:lnTo>
                        <a:pt x="1076" y="10"/>
                      </a:lnTo>
                      <a:lnTo>
                        <a:pt x="1000" y="2"/>
                      </a:lnTo>
                      <a:lnTo>
                        <a:pt x="920" y="0"/>
                      </a:lnTo>
                      <a:lnTo>
                        <a:pt x="920" y="0"/>
                      </a:lnTo>
                      <a:lnTo>
                        <a:pt x="870" y="0"/>
                      </a:lnTo>
                      <a:lnTo>
                        <a:pt x="816" y="2"/>
                      </a:lnTo>
                      <a:lnTo>
                        <a:pt x="762" y="6"/>
                      </a:lnTo>
                      <a:lnTo>
                        <a:pt x="706" y="12"/>
                      </a:lnTo>
                      <a:lnTo>
                        <a:pt x="648" y="22"/>
                      </a:lnTo>
                      <a:lnTo>
                        <a:pt x="590" y="32"/>
                      </a:lnTo>
                      <a:lnTo>
                        <a:pt x="530" y="46"/>
                      </a:lnTo>
                      <a:lnTo>
                        <a:pt x="472" y="60"/>
                      </a:lnTo>
                      <a:lnTo>
                        <a:pt x="412" y="80"/>
                      </a:lnTo>
                      <a:lnTo>
                        <a:pt x="352" y="100"/>
                      </a:lnTo>
                      <a:lnTo>
                        <a:pt x="292" y="124"/>
                      </a:lnTo>
                      <a:lnTo>
                        <a:pt x="232" y="152"/>
                      </a:lnTo>
                      <a:lnTo>
                        <a:pt x="172" y="182"/>
                      </a:lnTo>
                      <a:lnTo>
                        <a:pt x="114" y="216"/>
                      </a:lnTo>
                      <a:lnTo>
                        <a:pt x="56" y="252"/>
                      </a:lnTo>
                      <a:lnTo>
                        <a:pt x="0" y="292"/>
                      </a:lnTo>
                      <a:lnTo>
                        <a:pt x="0" y="886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26" name="Freeform 152"/>
                <p:cNvSpPr>
                  <a:spLocks/>
                </p:cNvSpPr>
                <p:nvPr/>
              </p:nvSpPr>
              <p:spPr bwMode="auto">
                <a:xfrm>
                  <a:off x="11941223" y="5284795"/>
                  <a:ext cx="1895586" cy="2004400"/>
                </a:xfrm>
                <a:custGeom>
                  <a:avLst/>
                  <a:gdLst>
                    <a:gd name="T0" fmla="*/ 2147483647 w 1194"/>
                    <a:gd name="T1" fmla="*/ 2147483647 h 1262"/>
                    <a:gd name="T2" fmla="*/ 2147483647 w 1194"/>
                    <a:gd name="T3" fmla="*/ 2147483647 h 1262"/>
                    <a:gd name="T4" fmla="*/ 2147483647 w 1194"/>
                    <a:gd name="T5" fmla="*/ 2147483647 h 1262"/>
                    <a:gd name="T6" fmla="*/ 2147483647 w 1194"/>
                    <a:gd name="T7" fmla="*/ 2147483647 h 1262"/>
                    <a:gd name="T8" fmla="*/ 2147483647 w 1194"/>
                    <a:gd name="T9" fmla="*/ 2147483647 h 1262"/>
                    <a:gd name="T10" fmla="*/ 2147483647 w 1194"/>
                    <a:gd name="T11" fmla="*/ 2147483647 h 1262"/>
                    <a:gd name="T12" fmla="*/ 2147483647 w 1194"/>
                    <a:gd name="T13" fmla="*/ 2147483647 h 1262"/>
                    <a:gd name="T14" fmla="*/ 2147483647 w 1194"/>
                    <a:gd name="T15" fmla="*/ 2147483647 h 1262"/>
                    <a:gd name="T16" fmla="*/ 2147483647 w 1194"/>
                    <a:gd name="T17" fmla="*/ 2147483647 h 1262"/>
                    <a:gd name="T18" fmla="*/ 2147483647 w 1194"/>
                    <a:gd name="T19" fmla="*/ 2147483647 h 1262"/>
                    <a:gd name="T20" fmla="*/ 2147483647 w 1194"/>
                    <a:gd name="T21" fmla="*/ 2147483647 h 1262"/>
                    <a:gd name="T22" fmla="*/ 2147483647 w 1194"/>
                    <a:gd name="T23" fmla="*/ 2147483647 h 1262"/>
                    <a:gd name="T24" fmla="*/ 2147483647 w 1194"/>
                    <a:gd name="T25" fmla="*/ 2147483647 h 1262"/>
                    <a:gd name="T26" fmla="*/ 2147483647 w 1194"/>
                    <a:gd name="T27" fmla="*/ 2147483647 h 1262"/>
                    <a:gd name="T28" fmla="*/ 2147483647 w 1194"/>
                    <a:gd name="T29" fmla="*/ 2147483647 h 1262"/>
                    <a:gd name="T30" fmla="*/ 2147483647 w 1194"/>
                    <a:gd name="T31" fmla="*/ 2147483647 h 1262"/>
                    <a:gd name="T32" fmla="*/ 2147483647 w 1194"/>
                    <a:gd name="T33" fmla="*/ 2147483647 h 1262"/>
                    <a:gd name="T34" fmla="*/ 2147483647 w 1194"/>
                    <a:gd name="T35" fmla="*/ 2147483647 h 1262"/>
                    <a:gd name="T36" fmla="*/ 2147483647 w 1194"/>
                    <a:gd name="T37" fmla="*/ 2147483647 h 1262"/>
                    <a:gd name="T38" fmla="*/ 2147483647 w 1194"/>
                    <a:gd name="T39" fmla="*/ 2147483647 h 1262"/>
                    <a:gd name="T40" fmla="*/ 2147483647 w 1194"/>
                    <a:gd name="T41" fmla="*/ 2147483647 h 1262"/>
                    <a:gd name="T42" fmla="*/ 2147483647 w 1194"/>
                    <a:gd name="T43" fmla="*/ 2147483647 h 1262"/>
                    <a:gd name="T44" fmla="*/ 2147483647 w 1194"/>
                    <a:gd name="T45" fmla="*/ 2147483647 h 1262"/>
                    <a:gd name="T46" fmla="*/ 2147483647 w 1194"/>
                    <a:gd name="T47" fmla="*/ 2147483647 h 1262"/>
                    <a:gd name="T48" fmla="*/ 2147483647 w 1194"/>
                    <a:gd name="T49" fmla="*/ 2147483647 h 1262"/>
                    <a:gd name="T50" fmla="*/ 2147483647 w 1194"/>
                    <a:gd name="T51" fmla="*/ 2147483647 h 1262"/>
                    <a:gd name="T52" fmla="*/ 2147483647 w 1194"/>
                    <a:gd name="T53" fmla="*/ 2147483647 h 1262"/>
                    <a:gd name="T54" fmla="*/ 2147483647 w 1194"/>
                    <a:gd name="T55" fmla="*/ 2147483647 h 1262"/>
                    <a:gd name="T56" fmla="*/ 2147483647 w 1194"/>
                    <a:gd name="T57" fmla="*/ 2147483647 h 1262"/>
                    <a:gd name="T58" fmla="*/ 2147483647 w 1194"/>
                    <a:gd name="T59" fmla="*/ 2147483647 h 1262"/>
                    <a:gd name="T60" fmla="*/ 2147483647 w 1194"/>
                    <a:gd name="T61" fmla="*/ 2147483647 h 1262"/>
                    <a:gd name="T62" fmla="*/ 2147483647 w 1194"/>
                    <a:gd name="T63" fmla="*/ 2147483647 h 1262"/>
                    <a:gd name="T64" fmla="*/ 2147483647 w 1194"/>
                    <a:gd name="T65" fmla="*/ 2147483647 h 1262"/>
                    <a:gd name="T66" fmla="*/ 2147483647 w 1194"/>
                    <a:gd name="T67" fmla="*/ 2147483647 h 1262"/>
                    <a:gd name="T68" fmla="*/ 2147483647 w 1194"/>
                    <a:gd name="T69" fmla="*/ 2147483647 h 1262"/>
                    <a:gd name="T70" fmla="*/ 2147483647 w 1194"/>
                    <a:gd name="T71" fmla="*/ 2147483647 h 1262"/>
                    <a:gd name="T72" fmla="*/ 2147483647 w 1194"/>
                    <a:gd name="T73" fmla="*/ 2147483647 h 1262"/>
                    <a:gd name="T74" fmla="*/ 2147483647 w 1194"/>
                    <a:gd name="T75" fmla="*/ 2147483647 h 1262"/>
                    <a:gd name="T76" fmla="*/ 2147483647 w 1194"/>
                    <a:gd name="T77" fmla="*/ 2147483647 h 1262"/>
                    <a:gd name="T78" fmla="*/ 2147483647 w 1194"/>
                    <a:gd name="T79" fmla="*/ 2147483647 h 1262"/>
                    <a:gd name="T80" fmla="*/ 2147483647 w 1194"/>
                    <a:gd name="T81" fmla="*/ 2147483647 h 1262"/>
                    <a:gd name="T82" fmla="*/ 2147483647 w 1194"/>
                    <a:gd name="T83" fmla="*/ 2147483647 h 1262"/>
                    <a:gd name="T84" fmla="*/ 2147483647 w 1194"/>
                    <a:gd name="T85" fmla="*/ 2147483647 h 1262"/>
                    <a:gd name="T86" fmla="*/ 2147483647 w 1194"/>
                    <a:gd name="T87" fmla="*/ 2147483647 h 1262"/>
                    <a:gd name="T88" fmla="*/ 2147483647 w 1194"/>
                    <a:gd name="T89" fmla="*/ 0 h 1262"/>
                    <a:gd name="T90" fmla="*/ 2147483647 w 1194"/>
                    <a:gd name="T91" fmla="*/ 0 h 1262"/>
                    <a:gd name="T92" fmla="*/ 2147483647 w 1194"/>
                    <a:gd name="T93" fmla="*/ 2147483647 h 1262"/>
                    <a:gd name="T94" fmla="*/ 2147483647 w 1194"/>
                    <a:gd name="T95" fmla="*/ 2147483647 h 1262"/>
                    <a:gd name="T96" fmla="*/ 2147483647 w 1194"/>
                    <a:gd name="T97" fmla="*/ 2147483647 h 1262"/>
                    <a:gd name="T98" fmla="*/ 2147483647 w 1194"/>
                    <a:gd name="T99" fmla="*/ 2147483647 h 1262"/>
                    <a:gd name="T100" fmla="*/ 2147483647 w 1194"/>
                    <a:gd name="T101" fmla="*/ 2147483647 h 1262"/>
                    <a:gd name="T102" fmla="*/ 2147483647 w 1194"/>
                    <a:gd name="T103" fmla="*/ 2147483647 h 1262"/>
                    <a:gd name="T104" fmla="*/ 2147483647 w 1194"/>
                    <a:gd name="T105" fmla="*/ 2147483647 h 1262"/>
                    <a:gd name="T106" fmla="*/ 2147483647 w 1194"/>
                    <a:gd name="T107" fmla="*/ 2147483647 h 1262"/>
                    <a:gd name="T108" fmla="*/ 2147483647 w 1194"/>
                    <a:gd name="T109" fmla="*/ 2147483647 h 1262"/>
                    <a:gd name="T110" fmla="*/ 2147483647 w 1194"/>
                    <a:gd name="T111" fmla="*/ 2147483647 h 1262"/>
                    <a:gd name="T112" fmla="*/ 2147483647 w 1194"/>
                    <a:gd name="T113" fmla="*/ 2147483647 h 1262"/>
                    <a:gd name="T114" fmla="*/ 2147483647 w 1194"/>
                    <a:gd name="T115" fmla="*/ 2147483647 h 1262"/>
                    <a:gd name="T116" fmla="*/ 2147483647 w 1194"/>
                    <a:gd name="T117" fmla="*/ 2147483647 h 1262"/>
                    <a:gd name="T118" fmla="*/ 2147483647 w 1194"/>
                    <a:gd name="T119" fmla="*/ 2147483647 h 1262"/>
                    <a:gd name="T120" fmla="*/ 2147483647 w 1194"/>
                    <a:gd name="T121" fmla="*/ 2147483647 h 1262"/>
                    <a:gd name="T122" fmla="*/ 0 w 1194"/>
                    <a:gd name="T123" fmla="*/ 2147483647 h 1262"/>
                    <a:gd name="T124" fmla="*/ 2147483647 w 1194"/>
                    <a:gd name="T125" fmla="*/ 2147483647 h 1262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1194"/>
                    <a:gd name="T190" fmla="*/ 0 h 1262"/>
                    <a:gd name="T191" fmla="*/ 1194 w 1194"/>
                    <a:gd name="T192" fmla="*/ 1262 h 1262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1194" h="1262">
                      <a:moveTo>
                        <a:pt x="866" y="844"/>
                      </a:moveTo>
                      <a:lnTo>
                        <a:pt x="866" y="844"/>
                      </a:lnTo>
                      <a:lnTo>
                        <a:pt x="868" y="836"/>
                      </a:lnTo>
                      <a:lnTo>
                        <a:pt x="874" y="828"/>
                      </a:lnTo>
                      <a:lnTo>
                        <a:pt x="880" y="824"/>
                      </a:lnTo>
                      <a:lnTo>
                        <a:pt x="890" y="822"/>
                      </a:lnTo>
                      <a:lnTo>
                        <a:pt x="984" y="822"/>
                      </a:lnTo>
                      <a:lnTo>
                        <a:pt x="994" y="824"/>
                      </a:lnTo>
                      <a:lnTo>
                        <a:pt x="1002" y="830"/>
                      </a:lnTo>
                      <a:lnTo>
                        <a:pt x="1020" y="850"/>
                      </a:lnTo>
                      <a:lnTo>
                        <a:pt x="1032" y="862"/>
                      </a:lnTo>
                      <a:lnTo>
                        <a:pt x="1046" y="874"/>
                      </a:lnTo>
                      <a:lnTo>
                        <a:pt x="1062" y="884"/>
                      </a:lnTo>
                      <a:lnTo>
                        <a:pt x="1078" y="894"/>
                      </a:lnTo>
                      <a:lnTo>
                        <a:pt x="1094" y="900"/>
                      </a:lnTo>
                      <a:lnTo>
                        <a:pt x="1112" y="902"/>
                      </a:lnTo>
                      <a:lnTo>
                        <a:pt x="1122" y="900"/>
                      </a:lnTo>
                      <a:lnTo>
                        <a:pt x="1134" y="898"/>
                      </a:lnTo>
                      <a:lnTo>
                        <a:pt x="1142" y="896"/>
                      </a:lnTo>
                      <a:lnTo>
                        <a:pt x="1150" y="890"/>
                      </a:lnTo>
                      <a:lnTo>
                        <a:pt x="1158" y="884"/>
                      </a:lnTo>
                      <a:lnTo>
                        <a:pt x="1166" y="878"/>
                      </a:lnTo>
                      <a:lnTo>
                        <a:pt x="1176" y="862"/>
                      </a:lnTo>
                      <a:lnTo>
                        <a:pt x="1184" y="842"/>
                      </a:lnTo>
                      <a:lnTo>
                        <a:pt x="1190" y="822"/>
                      </a:lnTo>
                      <a:lnTo>
                        <a:pt x="1194" y="800"/>
                      </a:lnTo>
                      <a:lnTo>
                        <a:pt x="1194" y="778"/>
                      </a:lnTo>
                      <a:lnTo>
                        <a:pt x="1194" y="754"/>
                      </a:lnTo>
                      <a:lnTo>
                        <a:pt x="1190" y="732"/>
                      </a:lnTo>
                      <a:lnTo>
                        <a:pt x="1182" y="714"/>
                      </a:lnTo>
                      <a:lnTo>
                        <a:pt x="1174" y="700"/>
                      </a:lnTo>
                      <a:lnTo>
                        <a:pt x="1162" y="686"/>
                      </a:lnTo>
                      <a:lnTo>
                        <a:pt x="1148" y="678"/>
                      </a:lnTo>
                      <a:lnTo>
                        <a:pt x="1132" y="672"/>
                      </a:lnTo>
                      <a:lnTo>
                        <a:pt x="1114" y="668"/>
                      </a:lnTo>
                      <a:lnTo>
                        <a:pt x="1100" y="670"/>
                      </a:lnTo>
                      <a:lnTo>
                        <a:pt x="1086" y="676"/>
                      </a:lnTo>
                      <a:lnTo>
                        <a:pt x="1070" y="684"/>
                      </a:lnTo>
                      <a:lnTo>
                        <a:pt x="1054" y="696"/>
                      </a:lnTo>
                      <a:lnTo>
                        <a:pt x="1038" y="708"/>
                      </a:lnTo>
                      <a:lnTo>
                        <a:pt x="1022" y="722"/>
                      </a:lnTo>
                      <a:lnTo>
                        <a:pt x="998" y="748"/>
                      </a:lnTo>
                      <a:lnTo>
                        <a:pt x="990" y="752"/>
                      </a:lnTo>
                      <a:lnTo>
                        <a:pt x="982" y="754"/>
                      </a:lnTo>
                      <a:lnTo>
                        <a:pt x="882" y="754"/>
                      </a:lnTo>
                      <a:lnTo>
                        <a:pt x="874" y="752"/>
                      </a:lnTo>
                      <a:lnTo>
                        <a:pt x="868" y="748"/>
                      </a:lnTo>
                      <a:lnTo>
                        <a:pt x="862" y="742"/>
                      </a:lnTo>
                      <a:lnTo>
                        <a:pt x="860" y="732"/>
                      </a:lnTo>
                      <a:lnTo>
                        <a:pt x="860" y="334"/>
                      </a:lnTo>
                      <a:lnTo>
                        <a:pt x="522" y="334"/>
                      </a:lnTo>
                      <a:lnTo>
                        <a:pt x="514" y="332"/>
                      </a:lnTo>
                      <a:lnTo>
                        <a:pt x="508" y="328"/>
                      </a:lnTo>
                      <a:lnTo>
                        <a:pt x="502" y="320"/>
                      </a:lnTo>
                      <a:lnTo>
                        <a:pt x="500" y="312"/>
                      </a:lnTo>
                      <a:lnTo>
                        <a:pt x="500" y="214"/>
                      </a:lnTo>
                      <a:lnTo>
                        <a:pt x="502" y="208"/>
                      </a:lnTo>
                      <a:lnTo>
                        <a:pt x="504" y="204"/>
                      </a:lnTo>
                      <a:lnTo>
                        <a:pt x="506" y="198"/>
                      </a:lnTo>
                      <a:lnTo>
                        <a:pt x="512" y="196"/>
                      </a:lnTo>
                      <a:lnTo>
                        <a:pt x="522" y="186"/>
                      </a:lnTo>
                      <a:lnTo>
                        <a:pt x="534" y="176"/>
                      </a:lnTo>
                      <a:lnTo>
                        <a:pt x="546" y="162"/>
                      </a:lnTo>
                      <a:lnTo>
                        <a:pt x="558" y="146"/>
                      </a:lnTo>
                      <a:lnTo>
                        <a:pt x="570" y="124"/>
                      </a:lnTo>
                      <a:lnTo>
                        <a:pt x="574" y="112"/>
                      </a:lnTo>
                      <a:lnTo>
                        <a:pt x="578" y="100"/>
                      </a:lnTo>
                      <a:lnTo>
                        <a:pt x="580" y="88"/>
                      </a:lnTo>
                      <a:lnTo>
                        <a:pt x="580" y="74"/>
                      </a:lnTo>
                      <a:lnTo>
                        <a:pt x="580" y="62"/>
                      </a:lnTo>
                      <a:lnTo>
                        <a:pt x="576" y="50"/>
                      </a:lnTo>
                      <a:lnTo>
                        <a:pt x="570" y="40"/>
                      </a:lnTo>
                      <a:lnTo>
                        <a:pt x="564" y="32"/>
                      </a:lnTo>
                      <a:lnTo>
                        <a:pt x="556" y="26"/>
                      </a:lnTo>
                      <a:lnTo>
                        <a:pt x="546" y="20"/>
                      </a:lnTo>
                      <a:lnTo>
                        <a:pt x="526" y="10"/>
                      </a:lnTo>
                      <a:lnTo>
                        <a:pt x="504" y="4"/>
                      </a:lnTo>
                      <a:lnTo>
                        <a:pt x="484" y="2"/>
                      </a:lnTo>
                      <a:lnTo>
                        <a:pt x="456" y="0"/>
                      </a:lnTo>
                      <a:lnTo>
                        <a:pt x="440" y="0"/>
                      </a:lnTo>
                      <a:lnTo>
                        <a:pt x="422" y="4"/>
                      </a:lnTo>
                      <a:lnTo>
                        <a:pt x="402" y="8"/>
                      </a:lnTo>
                      <a:lnTo>
                        <a:pt x="384" y="16"/>
                      </a:lnTo>
                      <a:lnTo>
                        <a:pt x="368" y="26"/>
                      </a:lnTo>
                      <a:lnTo>
                        <a:pt x="362" y="32"/>
                      </a:lnTo>
                      <a:lnTo>
                        <a:pt x="356" y="40"/>
                      </a:lnTo>
                      <a:lnTo>
                        <a:pt x="352" y="48"/>
                      </a:lnTo>
                      <a:lnTo>
                        <a:pt x="348" y="56"/>
                      </a:lnTo>
                      <a:lnTo>
                        <a:pt x="346" y="66"/>
                      </a:lnTo>
                      <a:lnTo>
                        <a:pt x="344" y="76"/>
                      </a:lnTo>
                      <a:lnTo>
                        <a:pt x="346" y="90"/>
                      </a:lnTo>
                      <a:lnTo>
                        <a:pt x="348" y="102"/>
                      </a:lnTo>
                      <a:lnTo>
                        <a:pt x="350" y="114"/>
                      </a:lnTo>
                      <a:lnTo>
                        <a:pt x="356" y="126"/>
                      </a:lnTo>
                      <a:lnTo>
                        <a:pt x="366" y="146"/>
                      </a:lnTo>
                      <a:lnTo>
                        <a:pt x="380" y="162"/>
                      </a:lnTo>
                      <a:lnTo>
                        <a:pt x="392" y="174"/>
                      </a:lnTo>
                      <a:lnTo>
                        <a:pt x="404" y="182"/>
                      </a:lnTo>
                      <a:lnTo>
                        <a:pt x="416" y="192"/>
                      </a:lnTo>
                      <a:lnTo>
                        <a:pt x="420" y="194"/>
                      </a:lnTo>
                      <a:lnTo>
                        <a:pt x="424" y="200"/>
                      </a:lnTo>
                      <a:lnTo>
                        <a:pt x="426" y="204"/>
                      </a:lnTo>
                      <a:lnTo>
                        <a:pt x="428" y="210"/>
                      </a:lnTo>
                      <a:lnTo>
                        <a:pt x="428" y="316"/>
                      </a:lnTo>
                      <a:lnTo>
                        <a:pt x="426" y="324"/>
                      </a:lnTo>
                      <a:lnTo>
                        <a:pt x="420" y="332"/>
                      </a:lnTo>
                      <a:lnTo>
                        <a:pt x="414" y="336"/>
                      </a:lnTo>
                      <a:lnTo>
                        <a:pt x="406" y="338"/>
                      </a:lnTo>
                      <a:lnTo>
                        <a:pt x="0" y="338"/>
                      </a:lnTo>
                      <a:lnTo>
                        <a:pt x="0" y="1262"/>
                      </a:lnTo>
                      <a:lnTo>
                        <a:pt x="866" y="1262"/>
                      </a:lnTo>
                      <a:lnTo>
                        <a:pt x="866" y="844"/>
                      </a:lnTo>
                      <a:close/>
                    </a:path>
                  </a:pathLst>
                </a:custGeom>
                <a:solidFill>
                  <a:srgbClr val="16A98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27" name="Freeform 153"/>
                <p:cNvSpPr>
                  <a:spLocks/>
                </p:cNvSpPr>
                <p:nvPr/>
              </p:nvSpPr>
              <p:spPr bwMode="auto">
                <a:xfrm>
                  <a:off x="12867196" y="5820512"/>
                  <a:ext cx="1328950" cy="2876349"/>
                </a:xfrm>
                <a:custGeom>
                  <a:avLst/>
                  <a:gdLst>
                    <a:gd name="T0" fmla="*/ 388 w 836"/>
                    <a:gd name="T1" fmla="*/ 372 h 1812"/>
                    <a:gd name="T2" fmla="*/ 428 w 836"/>
                    <a:gd name="T3" fmla="*/ 334 h 1812"/>
                    <a:gd name="T4" fmla="*/ 488 w 836"/>
                    <a:gd name="T5" fmla="*/ 296 h 1812"/>
                    <a:gd name="T6" fmla="*/ 532 w 836"/>
                    <a:gd name="T7" fmla="*/ 286 h 1812"/>
                    <a:gd name="T8" fmla="*/ 576 w 836"/>
                    <a:gd name="T9" fmla="*/ 296 h 1812"/>
                    <a:gd name="T10" fmla="*/ 616 w 836"/>
                    <a:gd name="T11" fmla="*/ 324 h 1812"/>
                    <a:gd name="T12" fmla="*/ 638 w 836"/>
                    <a:gd name="T13" fmla="*/ 356 h 1812"/>
                    <a:gd name="T14" fmla="*/ 652 w 836"/>
                    <a:gd name="T15" fmla="*/ 402 h 1812"/>
                    <a:gd name="T16" fmla="*/ 656 w 836"/>
                    <a:gd name="T17" fmla="*/ 440 h 1812"/>
                    <a:gd name="T18" fmla="*/ 650 w 836"/>
                    <a:gd name="T19" fmla="*/ 492 h 1812"/>
                    <a:gd name="T20" fmla="*/ 636 w 836"/>
                    <a:gd name="T21" fmla="*/ 538 h 1812"/>
                    <a:gd name="T22" fmla="*/ 612 w 836"/>
                    <a:gd name="T23" fmla="*/ 572 h 1812"/>
                    <a:gd name="T24" fmla="*/ 580 w 836"/>
                    <a:gd name="T25" fmla="*/ 596 h 1812"/>
                    <a:gd name="T26" fmla="*/ 542 w 836"/>
                    <a:gd name="T27" fmla="*/ 606 h 1812"/>
                    <a:gd name="T28" fmla="*/ 516 w 836"/>
                    <a:gd name="T29" fmla="*/ 608 h 1812"/>
                    <a:gd name="T30" fmla="*/ 462 w 836"/>
                    <a:gd name="T31" fmla="*/ 588 h 1812"/>
                    <a:gd name="T32" fmla="*/ 410 w 836"/>
                    <a:gd name="T33" fmla="*/ 550 h 1812"/>
                    <a:gd name="T34" fmla="*/ 328 w 836"/>
                    <a:gd name="T35" fmla="*/ 1226 h 1812"/>
                    <a:gd name="T36" fmla="*/ 320 w 836"/>
                    <a:gd name="T37" fmla="*/ 1242 h 1812"/>
                    <a:gd name="T38" fmla="*/ 210 w 836"/>
                    <a:gd name="T39" fmla="*/ 1248 h 1812"/>
                    <a:gd name="T40" fmla="*/ 194 w 836"/>
                    <a:gd name="T41" fmla="*/ 1242 h 1812"/>
                    <a:gd name="T42" fmla="*/ 144 w 836"/>
                    <a:gd name="T43" fmla="*/ 1200 h 1812"/>
                    <a:gd name="T44" fmla="*/ 96 w 836"/>
                    <a:gd name="T45" fmla="*/ 1174 h 1812"/>
                    <a:gd name="T46" fmla="*/ 66 w 836"/>
                    <a:gd name="T47" fmla="*/ 1172 h 1812"/>
                    <a:gd name="T48" fmla="*/ 32 w 836"/>
                    <a:gd name="T49" fmla="*/ 1188 h 1812"/>
                    <a:gd name="T50" fmla="*/ 18 w 836"/>
                    <a:gd name="T51" fmla="*/ 1206 h 1812"/>
                    <a:gd name="T52" fmla="*/ 4 w 836"/>
                    <a:gd name="T53" fmla="*/ 1242 h 1812"/>
                    <a:gd name="T54" fmla="*/ 0 w 836"/>
                    <a:gd name="T55" fmla="*/ 1290 h 1812"/>
                    <a:gd name="T56" fmla="*/ 14 w 836"/>
                    <a:gd name="T57" fmla="*/ 1362 h 1812"/>
                    <a:gd name="T58" fmla="*/ 52 w 836"/>
                    <a:gd name="T59" fmla="*/ 1402 h 1812"/>
                    <a:gd name="T60" fmla="*/ 92 w 836"/>
                    <a:gd name="T61" fmla="*/ 1410 h 1812"/>
                    <a:gd name="T62" fmla="*/ 124 w 836"/>
                    <a:gd name="T63" fmla="*/ 1400 h 1812"/>
                    <a:gd name="T64" fmla="*/ 174 w 836"/>
                    <a:gd name="T65" fmla="*/ 1364 h 1812"/>
                    <a:gd name="T66" fmla="*/ 208 w 836"/>
                    <a:gd name="T67" fmla="*/ 1330 h 1812"/>
                    <a:gd name="T68" fmla="*/ 306 w 836"/>
                    <a:gd name="T69" fmla="*/ 1322 h 1812"/>
                    <a:gd name="T70" fmla="*/ 320 w 836"/>
                    <a:gd name="T71" fmla="*/ 1328 h 1812"/>
                    <a:gd name="T72" fmla="*/ 328 w 836"/>
                    <a:gd name="T73" fmla="*/ 1812 h 1812"/>
                    <a:gd name="T74" fmla="*/ 478 w 836"/>
                    <a:gd name="T75" fmla="*/ 1478 h 1812"/>
                    <a:gd name="T76" fmla="*/ 636 w 836"/>
                    <a:gd name="T77" fmla="*/ 1146 h 1812"/>
                    <a:gd name="T78" fmla="*/ 750 w 836"/>
                    <a:gd name="T79" fmla="*/ 892 h 1812"/>
                    <a:gd name="T80" fmla="*/ 792 w 836"/>
                    <a:gd name="T81" fmla="*/ 760 h 1812"/>
                    <a:gd name="T82" fmla="*/ 820 w 836"/>
                    <a:gd name="T83" fmla="*/ 634 h 1812"/>
                    <a:gd name="T84" fmla="*/ 834 w 836"/>
                    <a:gd name="T85" fmla="*/ 508 h 1812"/>
                    <a:gd name="T86" fmla="*/ 836 w 836"/>
                    <a:gd name="T87" fmla="*/ 420 h 1812"/>
                    <a:gd name="T88" fmla="*/ 824 w 836"/>
                    <a:gd name="T89" fmla="*/ 282 h 1812"/>
                    <a:gd name="T90" fmla="*/ 788 w 836"/>
                    <a:gd name="T91" fmla="*/ 118 h 1812"/>
                    <a:gd name="T92" fmla="*/ 320 w 836"/>
                    <a:gd name="T93" fmla="*/ 0 h 1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836" h="1812">
                      <a:moveTo>
                        <a:pt x="320" y="0"/>
                      </a:moveTo>
                      <a:lnTo>
                        <a:pt x="320" y="372"/>
                      </a:lnTo>
                      <a:lnTo>
                        <a:pt x="388" y="372"/>
                      </a:lnTo>
                      <a:lnTo>
                        <a:pt x="388" y="372"/>
                      </a:lnTo>
                      <a:lnTo>
                        <a:pt x="412" y="348"/>
                      </a:lnTo>
                      <a:lnTo>
                        <a:pt x="428" y="334"/>
                      </a:lnTo>
                      <a:lnTo>
                        <a:pt x="446" y="320"/>
                      </a:lnTo>
                      <a:lnTo>
                        <a:pt x="468" y="306"/>
                      </a:lnTo>
                      <a:lnTo>
                        <a:pt x="488" y="296"/>
                      </a:lnTo>
                      <a:lnTo>
                        <a:pt x="510" y="288"/>
                      </a:lnTo>
                      <a:lnTo>
                        <a:pt x="522" y="286"/>
                      </a:lnTo>
                      <a:lnTo>
                        <a:pt x="532" y="286"/>
                      </a:lnTo>
                      <a:lnTo>
                        <a:pt x="532" y="286"/>
                      </a:lnTo>
                      <a:lnTo>
                        <a:pt x="554" y="290"/>
                      </a:lnTo>
                      <a:lnTo>
                        <a:pt x="576" y="296"/>
                      </a:lnTo>
                      <a:lnTo>
                        <a:pt x="598" y="308"/>
                      </a:lnTo>
                      <a:lnTo>
                        <a:pt x="606" y="316"/>
                      </a:lnTo>
                      <a:lnTo>
                        <a:pt x="616" y="324"/>
                      </a:lnTo>
                      <a:lnTo>
                        <a:pt x="624" y="334"/>
                      </a:lnTo>
                      <a:lnTo>
                        <a:pt x="632" y="344"/>
                      </a:lnTo>
                      <a:lnTo>
                        <a:pt x="638" y="356"/>
                      </a:lnTo>
                      <a:lnTo>
                        <a:pt x="644" y="370"/>
                      </a:lnTo>
                      <a:lnTo>
                        <a:pt x="648" y="386"/>
                      </a:lnTo>
                      <a:lnTo>
                        <a:pt x="652" y="402"/>
                      </a:lnTo>
                      <a:lnTo>
                        <a:pt x="654" y="420"/>
                      </a:lnTo>
                      <a:lnTo>
                        <a:pt x="656" y="440"/>
                      </a:lnTo>
                      <a:lnTo>
                        <a:pt x="656" y="440"/>
                      </a:lnTo>
                      <a:lnTo>
                        <a:pt x="654" y="458"/>
                      </a:lnTo>
                      <a:lnTo>
                        <a:pt x="652" y="476"/>
                      </a:lnTo>
                      <a:lnTo>
                        <a:pt x="650" y="492"/>
                      </a:lnTo>
                      <a:lnTo>
                        <a:pt x="646" y="508"/>
                      </a:lnTo>
                      <a:lnTo>
                        <a:pt x="642" y="524"/>
                      </a:lnTo>
                      <a:lnTo>
                        <a:pt x="636" y="538"/>
                      </a:lnTo>
                      <a:lnTo>
                        <a:pt x="628" y="550"/>
                      </a:lnTo>
                      <a:lnTo>
                        <a:pt x="620" y="562"/>
                      </a:lnTo>
                      <a:lnTo>
                        <a:pt x="612" y="572"/>
                      </a:lnTo>
                      <a:lnTo>
                        <a:pt x="602" y="582"/>
                      </a:lnTo>
                      <a:lnTo>
                        <a:pt x="592" y="590"/>
                      </a:lnTo>
                      <a:lnTo>
                        <a:pt x="580" y="596"/>
                      </a:lnTo>
                      <a:lnTo>
                        <a:pt x="568" y="600"/>
                      </a:lnTo>
                      <a:lnTo>
                        <a:pt x="556" y="604"/>
                      </a:lnTo>
                      <a:lnTo>
                        <a:pt x="542" y="606"/>
                      </a:lnTo>
                      <a:lnTo>
                        <a:pt x="528" y="608"/>
                      </a:lnTo>
                      <a:lnTo>
                        <a:pt x="528" y="608"/>
                      </a:lnTo>
                      <a:lnTo>
                        <a:pt x="516" y="608"/>
                      </a:lnTo>
                      <a:lnTo>
                        <a:pt x="504" y="606"/>
                      </a:lnTo>
                      <a:lnTo>
                        <a:pt x="482" y="598"/>
                      </a:lnTo>
                      <a:lnTo>
                        <a:pt x="462" y="588"/>
                      </a:lnTo>
                      <a:lnTo>
                        <a:pt x="442" y="576"/>
                      </a:lnTo>
                      <a:lnTo>
                        <a:pt x="426" y="564"/>
                      </a:lnTo>
                      <a:lnTo>
                        <a:pt x="410" y="550"/>
                      </a:lnTo>
                      <a:lnTo>
                        <a:pt x="390" y="528"/>
                      </a:lnTo>
                      <a:lnTo>
                        <a:pt x="328" y="528"/>
                      </a:lnTo>
                      <a:lnTo>
                        <a:pt x="328" y="1226"/>
                      </a:lnTo>
                      <a:lnTo>
                        <a:pt x="328" y="1226"/>
                      </a:lnTo>
                      <a:lnTo>
                        <a:pt x="326" y="1234"/>
                      </a:lnTo>
                      <a:lnTo>
                        <a:pt x="320" y="1242"/>
                      </a:lnTo>
                      <a:lnTo>
                        <a:pt x="314" y="1246"/>
                      </a:lnTo>
                      <a:lnTo>
                        <a:pt x="306" y="1248"/>
                      </a:lnTo>
                      <a:lnTo>
                        <a:pt x="210" y="1248"/>
                      </a:lnTo>
                      <a:lnTo>
                        <a:pt x="210" y="1248"/>
                      </a:lnTo>
                      <a:lnTo>
                        <a:pt x="202" y="1246"/>
                      </a:lnTo>
                      <a:lnTo>
                        <a:pt x="194" y="1242"/>
                      </a:lnTo>
                      <a:lnTo>
                        <a:pt x="194" y="1242"/>
                      </a:lnTo>
                      <a:lnTo>
                        <a:pt x="174" y="1222"/>
                      </a:lnTo>
                      <a:lnTo>
                        <a:pt x="144" y="1200"/>
                      </a:lnTo>
                      <a:lnTo>
                        <a:pt x="128" y="1190"/>
                      </a:lnTo>
                      <a:lnTo>
                        <a:pt x="112" y="1180"/>
                      </a:lnTo>
                      <a:lnTo>
                        <a:pt x="96" y="1174"/>
                      </a:lnTo>
                      <a:lnTo>
                        <a:pt x="80" y="1172"/>
                      </a:lnTo>
                      <a:lnTo>
                        <a:pt x="80" y="1172"/>
                      </a:lnTo>
                      <a:lnTo>
                        <a:pt x="66" y="1172"/>
                      </a:lnTo>
                      <a:lnTo>
                        <a:pt x="54" y="1174"/>
                      </a:lnTo>
                      <a:lnTo>
                        <a:pt x="42" y="1180"/>
                      </a:lnTo>
                      <a:lnTo>
                        <a:pt x="32" y="1188"/>
                      </a:lnTo>
                      <a:lnTo>
                        <a:pt x="32" y="1188"/>
                      </a:lnTo>
                      <a:lnTo>
                        <a:pt x="24" y="1196"/>
                      </a:lnTo>
                      <a:lnTo>
                        <a:pt x="18" y="1206"/>
                      </a:lnTo>
                      <a:lnTo>
                        <a:pt x="12" y="1218"/>
                      </a:lnTo>
                      <a:lnTo>
                        <a:pt x="8" y="1230"/>
                      </a:lnTo>
                      <a:lnTo>
                        <a:pt x="4" y="1242"/>
                      </a:lnTo>
                      <a:lnTo>
                        <a:pt x="2" y="1256"/>
                      </a:lnTo>
                      <a:lnTo>
                        <a:pt x="0" y="1290"/>
                      </a:lnTo>
                      <a:lnTo>
                        <a:pt x="0" y="1290"/>
                      </a:lnTo>
                      <a:lnTo>
                        <a:pt x="0" y="1316"/>
                      </a:lnTo>
                      <a:lnTo>
                        <a:pt x="6" y="1340"/>
                      </a:lnTo>
                      <a:lnTo>
                        <a:pt x="14" y="1362"/>
                      </a:lnTo>
                      <a:lnTo>
                        <a:pt x="24" y="1378"/>
                      </a:lnTo>
                      <a:lnTo>
                        <a:pt x="36" y="1392"/>
                      </a:lnTo>
                      <a:lnTo>
                        <a:pt x="52" y="1402"/>
                      </a:lnTo>
                      <a:lnTo>
                        <a:pt x="70" y="1408"/>
                      </a:lnTo>
                      <a:lnTo>
                        <a:pt x="92" y="1410"/>
                      </a:lnTo>
                      <a:lnTo>
                        <a:pt x="92" y="1410"/>
                      </a:lnTo>
                      <a:lnTo>
                        <a:pt x="100" y="1410"/>
                      </a:lnTo>
                      <a:lnTo>
                        <a:pt x="108" y="1408"/>
                      </a:lnTo>
                      <a:lnTo>
                        <a:pt x="124" y="1400"/>
                      </a:lnTo>
                      <a:lnTo>
                        <a:pt x="142" y="1390"/>
                      </a:lnTo>
                      <a:lnTo>
                        <a:pt x="158" y="1378"/>
                      </a:lnTo>
                      <a:lnTo>
                        <a:pt x="174" y="1364"/>
                      </a:lnTo>
                      <a:lnTo>
                        <a:pt x="188" y="1350"/>
                      </a:lnTo>
                      <a:lnTo>
                        <a:pt x="208" y="1330"/>
                      </a:lnTo>
                      <a:lnTo>
                        <a:pt x="208" y="1330"/>
                      </a:lnTo>
                      <a:lnTo>
                        <a:pt x="216" y="1324"/>
                      </a:lnTo>
                      <a:lnTo>
                        <a:pt x="226" y="1322"/>
                      </a:lnTo>
                      <a:lnTo>
                        <a:pt x="306" y="1322"/>
                      </a:lnTo>
                      <a:lnTo>
                        <a:pt x="306" y="1322"/>
                      </a:lnTo>
                      <a:lnTo>
                        <a:pt x="314" y="1324"/>
                      </a:lnTo>
                      <a:lnTo>
                        <a:pt x="320" y="1328"/>
                      </a:lnTo>
                      <a:lnTo>
                        <a:pt x="326" y="1334"/>
                      </a:lnTo>
                      <a:lnTo>
                        <a:pt x="328" y="1344"/>
                      </a:lnTo>
                      <a:lnTo>
                        <a:pt x="328" y="1812"/>
                      </a:lnTo>
                      <a:lnTo>
                        <a:pt x="328" y="1812"/>
                      </a:lnTo>
                      <a:lnTo>
                        <a:pt x="398" y="1652"/>
                      </a:lnTo>
                      <a:lnTo>
                        <a:pt x="478" y="1478"/>
                      </a:lnTo>
                      <a:lnTo>
                        <a:pt x="560" y="1304"/>
                      </a:lnTo>
                      <a:lnTo>
                        <a:pt x="636" y="1146"/>
                      </a:lnTo>
                      <a:lnTo>
                        <a:pt x="636" y="1146"/>
                      </a:lnTo>
                      <a:lnTo>
                        <a:pt x="688" y="1038"/>
                      </a:lnTo>
                      <a:lnTo>
                        <a:pt x="730" y="938"/>
                      </a:lnTo>
                      <a:lnTo>
                        <a:pt x="750" y="892"/>
                      </a:lnTo>
                      <a:lnTo>
                        <a:pt x="766" y="846"/>
                      </a:lnTo>
                      <a:lnTo>
                        <a:pt x="780" y="802"/>
                      </a:lnTo>
                      <a:lnTo>
                        <a:pt x="792" y="760"/>
                      </a:lnTo>
                      <a:lnTo>
                        <a:pt x="804" y="716"/>
                      </a:lnTo>
                      <a:lnTo>
                        <a:pt x="812" y="674"/>
                      </a:lnTo>
                      <a:lnTo>
                        <a:pt x="820" y="634"/>
                      </a:lnTo>
                      <a:lnTo>
                        <a:pt x="826" y="592"/>
                      </a:lnTo>
                      <a:lnTo>
                        <a:pt x="832" y="550"/>
                      </a:lnTo>
                      <a:lnTo>
                        <a:pt x="834" y="508"/>
                      </a:lnTo>
                      <a:lnTo>
                        <a:pt x="836" y="464"/>
                      </a:lnTo>
                      <a:lnTo>
                        <a:pt x="836" y="420"/>
                      </a:lnTo>
                      <a:lnTo>
                        <a:pt x="836" y="420"/>
                      </a:lnTo>
                      <a:lnTo>
                        <a:pt x="836" y="378"/>
                      </a:lnTo>
                      <a:lnTo>
                        <a:pt x="832" y="332"/>
                      </a:lnTo>
                      <a:lnTo>
                        <a:pt x="824" y="282"/>
                      </a:lnTo>
                      <a:lnTo>
                        <a:pt x="816" y="230"/>
                      </a:lnTo>
                      <a:lnTo>
                        <a:pt x="804" y="174"/>
                      </a:lnTo>
                      <a:lnTo>
                        <a:pt x="788" y="118"/>
                      </a:lnTo>
                      <a:lnTo>
                        <a:pt x="772" y="60"/>
                      </a:lnTo>
                      <a:lnTo>
                        <a:pt x="752" y="0"/>
                      </a:lnTo>
                      <a:lnTo>
                        <a:pt x="320" y="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28" name="Freeform 154"/>
                <p:cNvSpPr>
                  <a:spLocks/>
                </p:cNvSpPr>
                <p:nvPr/>
              </p:nvSpPr>
              <p:spPr bwMode="auto">
                <a:xfrm>
                  <a:off x="10548072" y="8891588"/>
                  <a:ext cx="2755900" cy="1136650"/>
                </a:xfrm>
                <a:custGeom>
                  <a:avLst/>
                  <a:gdLst>
                    <a:gd name="T0" fmla="*/ 2147483647 w 1736"/>
                    <a:gd name="T1" fmla="*/ 2147483647 h 716"/>
                    <a:gd name="T2" fmla="*/ 2147483647 w 1736"/>
                    <a:gd name="T3" fmla="*/ 2147483647 h 716"/>
                    <a:gd name="T4" fmla="*/ 2147483647 w 1736"/>
                    <a:gd name="T5" fmla="*/ 2147483647 h 716"/>
                    <a:gd name="T6" fmla="*/ 2147483647 w 1736"/>
                    <a:gd name="T7" fmla="*/ 2147483647 h 716"/>
                    <a:gd name="T8" fmla="*/ 2147483647 w 1736"/>
                    <a:gd name="T9" fmla="*/ 2147483647 h 716"/>
                    <a:gd name="T10" fmla="*/ 2147483647 w 1736"/>
                    <a:gd name="T11" fmla="*/ 2147483647 h 716"/>
                    <a:gd name="T12" fmla="*/ 2147483647 w 1736"/>
                    <a:gd name="T13" fmla="*/ 2147483647 h 716"/>
                    <a:gd name="T14" fmla="*/ 2147483647 w 1736"/>
                    <a:gd name="T15" fmla="*/ 2147483647 h 716"/>
                    <a:gd name="T16" fmla="*/ 2147483647 w 1736"/>
                    <a:gd name="T17" fmla="*/ 2147483647 h 716"/>
                    <a:gd name="T18" fmla="*/ 2147483647 w 1736"/>
                    <a:gd name="T19" fmla="*/ 2147483647 h 716"/>
                    <a:gd name="T20" fmla="*/ 2147483647 w 1736"/>
                    <a:gd name="T21" fmla="*/ 2147483647 h 716"/>
                    <a:gd name="T22" fmla="*/ 2147483647 w 1736"/>
                    <a:gd name="T23" fmla="*/ 2147483647 h 716"/>
                    <a:gd name="T24" fmla="*/ 2147483647 w 1736"/>
                    <a:gd name="T25" fmla="*/ 2147483647 h 716"/>
                    <a:gd name="T26" fmla="*/ 2147483647 w 1736"/>
                    <a:gd name="T27" fmla="*/ 2147483647 h 716"/>
                    <a:gd name="T28" fmla="*/ 2147483647 w 1736"/>
                    <a:gd name="T29" fmla="*/ 2147483647 h 716"/>
                    <a:gd name="T30" fmla="*/ 2147483647 w 1736"/>
                    <a:gd name="T31" fmla="*/ 2147483647 h 716"/>
                    <a:gd name="T32" fmla="*/ 2147483647 w 1736"/>
                    <a:gd name="T33" fmla="*/ 2147483647 h 716"/>
                    <a:gd name="T34" fmla="*/ 2147483647 w 1736"/>
                    <a:gd name="T35" fmla="*/ 2147483647 h 716"/>
                    <a:gd name="T36" fmla="*/ 2147483647 w 1736"/>
                    <a:gd name="T37" fmla="*/ 2147483647 h 716"/>
                    <a:gd name="T38" fmla="*/ 2147483647 w 1736"/>
                    <a:gd name="T39" fmla="*/ 2147483647 h 716"/>
                    <a:gd name="T40" fmla="*/ 2147483647 w 1736"/>
                    <a:gd name="T41" fmla="*/ 2147483647 h 716"/>
                    <a:gd name="T42" fmla="*/ 2147483647 w 1736"/>
                    <a:gd name="T43" fmla="*/ 2147483647 h 716"/>
                    <a:gd name="T44" fmla="*/ 2147483647 w 1736"/>
                    <a:gd name="T45" fmla="*/ 2147483647 h 716"/>
                    <a:gd name="T46" fmla="*/ 2147483647 w 1736"/>
                    <a:gd name="T47" fmla="*/ 2147483647 h 716"/>
                    <a:gd name="T48" fmla="*/ 2147483647 w 1736"/>
                    <a:gd name="T49" fmla="*/ 2147483647 h 716"/>
                    <a:gd name="T50" fmla="*/ 2147483647 w 1736"/>
                    <a:gd name="T51" fmla="*/ 2147483647 h 716"/>
                    <a:gd name="T52" fmla="*/ 2147483647 w 1736"/>
                    <a:gd name="T53" fmla="*/ 2147483647 h 716"/>
                    <a:gd name="T54" fmla="*/ 0 w 1736"/>
                    <a:gd name="T55" fmla="*/ 2147483647 h 716"/>
                    <a:gd name="T56" fmla="*/ 2147483647 w 1736"/>
                    <a:gd name="T57" fmla="*/ 2147483647 h 716"/>
                    <a:gd name="T58" fmla="*/ 2147483647 w 1736"/>
                    <a:gd name="T59" fmla="*/ 2147483647 h 716"/>
                    <a:gd name="T60" fmla="*/ 2147483647 w 1736"/>
                    <a:gd name="T61" fmla="*/ 2147483647 h 716"/>
                    <a:gd name="T62" fmla="*/ 2147483647 w 1736"/>
                    <a:gd name="T63" fmla="*/ 2147483647 h 716"/>
                    <a:gd name="T64" fmla="*/ 2147483647 w 1736"/>
                    <a:gd name="T65" fmla="*/ 2147483647 h 716"/>
                    <a:gd name="T66" fmla="*/ 2147483647 w 1736"/>
                    <a:gd name="T67" fmla="*/ 2147483647 h 716"/>
                    <a:gd name="T68" fmla="*/ 2147483647 w 1736"/>
                    <a:gd name="T69" fmla="*/ 2147483647 h 716"/>
                    <a:gd name="T70" fmla="*/ 2147483647 w 1736"/>
                    <a:gd name="T71" fmla="*/ 2147483647 h 716"/>
                    <a:gd name="T72" fmla="*/ 2147483647 w 1736"/>
                    <a:gd name="T73" fmla="*/ 2147483647 h 716"/>
                    <a:gd name="T74" fmla="*/ 2147483647 w 1736"/>
                    <a:gd name="T75" fmla="*/ 2147483647 h 716"/>
                    <a:gd name="T76" fmla="*/ 2147483647 w 1736"/>
                    <a:gd name="T77" fmla="*/ 2147483647 h 716"/>
                    <a:gd name="T78" fmla="*/ 2147483647 w 1736"/>
                    <a:gd name="T79" fmla="*/ 2147483647 h 716"/>
                    <a:gd name="T80" fmla="*/ 2147483647 w 1736"/>
                    <a:gd name="T81" fmla="*/ 2147483647 h 716"/>
                    <a:gd name="T82" fmla="*/ 2147483647 w 1736"/>
                    <a:gd name="T83" fmla="*/ 2147483647 h 716"/>
                    <a:gd name="T84" fmla="*/ 2147483647 w 1736"/>
                    <a:gd name="T85" fmla="*/ 2147483647 h 716"/>
                    <a:gd name="T86" fmla="*/ 2147483647 w 1736"/>
                    <a:gd name="T87" fmla="*/ 2147483647 h 716"/>
                    <a:gd name="T88" fmla="*/ 2147483647 w 1736"/>
                    <a:gd name="T89" fmla="*/ 2147483647 h 716"/>
                    <a:gd name="T90" fmla="*/ 2147483647 w 1736"/>
                    <a:gd name="T91" fmla="*/ 2147483647 h 716"/>
                    <a:gd name="T92" fmla="*/ 2147483647 w 1736"/>
                    <a:gd name="T93" fmla="*/ 2147483647 h 716"/>
                    <a:gd name="T94" fmla="*/ 2147483647 w 1736"/>
                    <a:gd name="T95" fmla="*/ 2147483647 h 716"/>
                    <a:gd name="T96" fmla="*/ 2147483647 w 1736"/>
                    <a:gd name="T97" fmla="*/ 2147483647 h 716"/>
                    <a:gd name="T98" fmla="*/ 2147483647 w 1736"/>
                    <a:gd name="T99" fmla="*/ 2147483647 h 716"/>
                    <a:gd name="T100" fmla="*/ 2147483647 w 1736"/>
                    <a:gd name="T101" fmla="*/ 2147483647 h 716"/>
                    <a:gd name="T102" fmla="*/ 2147483647 w 1736"/>
                    <a:gd name="T103" fmla="*/ 2147483647 h 716"/>
                    <a:gd name="T104" fmla="*/ 2147483647 w 1736"/>
                    <a:gd name="T105" fmla="*/ 2147483647 h 716"/>
                    <a:gd name="T106" fmla="*/ 2147483647 w 1736"/>
                    <a:gd name="T107" fmla="*/ 2147483647 h 716"/>
                    <a:gd name="T108" fmla="*/ 2147483647 w 1736"/>
                    <a:gd name="T109" fmla="*/ 2147483647 h 716"/>
                    <a:gd name="T110" fmla="*/ 2147483647 w 1736"/>
                    <a:gd name="T111" fmla="*/ 0 h 71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736"/>
                    <a:gd name="T169" fmla="*/ 0 h 716"/>
                    <a:gd name="T170" fmla="*/ 1736 w 1736"/>
                    <a:gd name="T171" fmla="*/ 716 h 71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736" h="716">
                      <a:moveTo>
                        <a:pt x="1330" y="0"/>
                      </a:moveTo>
                      <a:lnTo>
                        <a:pt x="1330" y="72"/>
                      </a:lnTo>
                      <a:lnTo>
                        <a:pt x="1342" y="80"/>
                      </a:lnTo>
                      <a:lnTo>
                        <a:pt x="1358" y="94"/>
                      </a:lnTo>
                      <a:lnTo>
                        <a:pt x="1374" y="108"/>
                      </a:lnTo>
                      <a:lnTo>
                        <a:pt x="1390" y="128"/>
                      </a:lnTo>
                      <a:lnTo>
                        <a:pt x="1404" y="150"/>
                      </a:lnTo>
                      <a:lnTo>
                        <a:pt x="1416" y="174"/>
                      </a:lnTo>
                      <a:lnTo>
                        <a:pt x="1420" y="186"/>
                      </a:lnTo>
                      <a:lnTo>
                        <a:pt x="1422" y="200"/>
                      </a:lnTo>
                      <a:lnTo>
                        <a:pt x="1424" y="214"/>
                      </a:lnTo>
                      <a:lnTo>
                        <a:pt x="1424" y="228"/>
                      </a:lnTo>
                      <a:lnTo>
                        <a:pt x="1422" y="242"/>
                      </a:lnTo>
                      <a:lnTo>
                        <a:pt x="1418" y="256"/>
                      </a:lnTo>
                      <a:lnTo>
                        <a:pt x="1414" y="268"/>
                      </a:lnTo>
                      <a:lnTo>
                        <a:pt x="1408" y="280"/>
                      </a:lnTo>
                      <a:lnTo>
                        <a:pt x="1400" y="290"/>
                      </a:lnTo>
                      <a:lnTo>
                        <a:pt x="1392" y="300"/>
                      </a:lnTo>
                      <a:lnTo>
                        <a:pt x="1382" y="310"/>
                      </a:lnTo>
                      <a:lnTo>
                        <a:pt x="1372" y="318"/>
                      </a:lnTo>
                      <a:lnTo>
                        <a:pt x="1360" y="326"/>
                      </a:lnTo>
                      <a:lnTo>
                        <a:pt x="1346" y="332"/>
                      </a:lnTo>
                      <a:lnTo>
                        <a:pt x="1332" y="338"/>
                      </a:lnTo>
                      <a:lnTo>
                        <a:pt x="1316" y="342"/>
                      </a:lnTo>
                      <a:lnTo>
                        <a:pt x="1282" y="348"/>
                      </a:lnTo>
                      <a:lnTo>
                        <a:pt x="1244" y="350"/>
                      </a:lnTo>
                      <a:lnTo>
                        <a:pt x="1224" y="350"/>
                      </a:lnTo>
                      <a:lnTo>
                        <a:pt x="1204" y="346"/>
                      </a:lnTo>
                      <a:lnTo>
                        <a:pt x="1186" y="342"/>
                      </a:lnTo>
                      <a:lnTo>
                        <a:pt x="1172" y="336"/>
                      </a:lnTo>
                      <a:lnTo>
                        <a:pt x="1158" y="328"/>
                      </a:lnTo>
                      <a:lnTo>
                        <a:pt x="1146" y="320"/>
                      </a:lnTo>
                      <a:lnTo>
                        <a:pt x="1128" y="306"/>
                      </a:lnTo>
                      <a:lnTo>
                        <a:pt x="1120" y="294"/>
                      </a:lnTo>
                      <a:lnTo>
                        <a:pt x="1112" y="284"/>
                      </a:lnTo>
                      <a:lnTo>
                        <a:pt x="1106" y="272"/>
                      </a:lnTo>
                      <a:lnTo>
                        <a:pt x="1100" y="260"/>
                      </a:lnTo>
                      <a:lnTo>
                        <a:pt x="1096" y="246"/>
                      </a:lnTo>
                      <a:lnTo>
                        <a:pt x="1094" y="234"/>
                      </a:lnTo>
                      <a:lnTo>
                        <a:pt x="1092" y="220"/>
                      </a:lnTo>
                      <a:lnTo>
                        <a:pt x="1092" y="206"/>
                      </a:lnTo>
                      <a:lnTo>
                        <a:pt x="1096" y="186"/>
                      </a:lnTo>
                      <a:lnTo>
                        <a:pt x="1102" y="168"/>
                      </a:lnTo>
                      <a:lnTo>
                        <a:pt x="1114" y="148"/>
                      </a:lnTo>
                      <a:lnTo>
                        <a:pt x="1126" y="132"/>
                      </a:lnTo>
                      <a:lnTo>
                        <a:pt x="1138" y="116"/>
                      </a:lnTo>
                      <a:lnTo>
                        <a:pt x="1150" y="102"/>
                      </a:lnTo>
                      <a:lnTo>
                        <a:pt x="1172" y="82"/>
                      </a:lnTo>
                      <a:lnTo>
                        <a:pt x="1172" y="6"/>
                      </a:lnTo>
                      <a:lnTo>
                        <a:pt x="0" y="6"/>
                      </a:lnTo>
                      <a:lnTo>
                        <a:pt x="22" y="66"/>
                      </a:lnTo>
                      <a:lnTo>
                        <a:pt x="38" y="122"/>
                      </a:lnTo>
                      <a:lnTo>
                        <a:pt x="44" y="146"/>
                      </a:lnTo>
                      <a:lnTo>
                        <a:pt x="48" y="168"/>
                      </a:lnTo>
                      <a:lnTo>
                        <a:pt x="50" y="190"/>
                      </a:lnTo>
                      <a:lnTo>
                        <a:pt x="52" y="208"/>
                      </a:lnTo>
                      <a:lnTo>
                        <a:pt x="50" y="244"/>
                      </a:lnTo>
                      <a:lnTo>
                        <a:pt x="50" y="278"/>
                      </a:lnTo>
                      <a:lnTo>
                        <a:pt x="52" y="312"/>
                      </a:lnTo>
                      <a:lnTo>
                        <a:pt x="56" y="344"/>
                      </a:lnTo>
                      <a:lnTo>
                        <a:pt x="60" y="374"/>
                      </a:lnTo>
                      <a:lnTo>
                        <a:pt x="64" y="402"/>
                      </a:lnTo>
                      <a:lnTo>
                        <a:pt x="70" y="430"/>
                      </a:lnTo>
                      <a:lnTo>
                        <a:pt x="76" y="454"/>
                      </a:lnTo>
                      <a:lnTo>
                        <a:pt x="94" y="502"/>
                      </a:lnTo>
                      <a:lnTo>
                        <a:pt x="112" y="544"/>
                      </a:lnTo>
                      <a:lnTo>
                        <a:pt x="132" y="580"/>
                      </a:lnTo>
                      <a:lnTo>
                        <a:pt x="156" y="612"/>
                      </a:lnTo>
                      <a:lnTo>
                        <a:pt x="180" y="638"/>
                      </a:lnTo>
                      <a:lnTo>
                        <a:pt x="204" y="660"/>
                      </a:lnTo>
                      <a:lnTo>
                        <a:pt x="228" y="678"/>
                      </a:lnTo>
                      <a:lnTo>
                        <a:pt x="252" y="694"/>
                      </a:lnTo>
                      <a:lnTo>
                        <a:pt x="276" y="704"/>
                      </a:lnTo>
                      <a:lnTo>
                        <a:pt x="298" y="712"/>
                      </a:lnTo>
                      <a:lnTo>
                        <a:pt x="318" y="716"/>
                      </a:lnTo>
                      <a:lnTo>
                        <a:pt x="334" y="716"/>
                      </a:lnTo>
                      <a:lnTo>
                        <a:pt x="1400" y="716"/>
                      </a:lnTo>
                      <a:lnTo>
                        <a:pt x="1420" y="716"/>
                      </a:lnTo>
                      <a:lnTo>
                        <a:pt x="1438" y="710"/>
                      </a:lnTo>
                      <a:lnTo>
                        <a:pt x="1456" y="704"/>
                      </a:lnTo>
                      <a:lnTo>
                        <a:pt x="1474" y="694"/>
                      </a:lnTo>
                      <a:lnTo>
                        <a:pt x="1492" y="682"/>
                      </a:lnTo>
                      <a:lnTo>
                        <a:pt x="1510" y="668"/>
                      </a:lnTo>
                      <a:lnTo>
                        <a:pt x="1526" y="654"/>
                      </a:lnTo>
                      <a:lnTo>
                        <a:pt x="1542" y="636"/>
                      </a:lnTo>
                      <a:lnTo>
                        <a:pt x="1574" y="600"/>
                      </a:lnTo>
                      <a:lnTo>
                        <a:pt x="1600" y="560"/>
                      </a:lnTo>
                      <a:lnTo>
                        <a:pt x="1624" y="520"/>
                      </a:lnTo>
                      <a:lnTo>
                        <a:pt x="1642" y="482"/>
                      </a:lnTo>
                      <a:lnTo>
                        <a:pt x="1650" y="460"/>
                      </a:lnTo>
                      <a:lnTo>
                        <a:pt x="1656" y="438"/>
                      </a:lnTo>
                      <a:lnTo>
                        <a:pt x="1662" y="414"/>
                      </a:lnTo>
                      <a:lnTo>
                        <a:pt x="1664" y="390"/>
                      </a:lnTo>
                      <a:lnTo>
                        <a:pt x="1670" y="336"/>
                      </a:lnTo>
                      <a:lnTo>
                        <a:pt x="1672" y="280"/>
                      </a:lnTo>
                      <a:lnTo>
                        <a:pt x="1674" y="228"/>
                      </a:lnTo>
                      <a:lnTo>
                        <a:pt x="1676" y="178"/>
                      </a:lnTo>
                      <a:lnTo>
                        <a:pt x="1682" y="136"/>
                      </a:lnTo>
                      <a:lnTo>
                        <a:pt x="1686" y="118"/>
                      </a:lnTo>
                      <a:lnTo>
                        <a:pt x="1690" y="102"/>
                      </a:lnTo>
                      <a:lnTo>
                        <a:pt x="1736" y="0"/>
                      </a:lnTo>
                      <a:lnTo>
                        <a:pt x="1330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29" name="Freeform 155"/>
                <p:cNvSpPr>
                  <a:spLocks/>
                </p:cNvSpPr>
                <p:nvPr/>
              </p:nvSpPr>
              <p:spPr bwMode="auto">
                <a:xfrm>
                  <a:off x="9633551" y="4852925"/>
                  <a:ext cx="1312076" cy="3751657"/>
                </a:xfrm>
                <a:custGeom>
                  <a:avLst/>
                  <a:gdLst>
                    <a:gd name="T0" fmla="*/ 2147483647 w 826"/>
                    <a:gd name="T1" fmla="*/ 2147483647 h 2364"/>
                    <a:gd name="T2" fmla="*/ 2147483647 w 826"/>
                    <a:gd name="T3" fmla="*/ 2147483647 h 2364"/>
                    <a:gd name="T4" fmla="*/ 2147483647 w 826"/>
                    <a:gd name="T5" fmla="*/ 2147483647 h 2364"/>
                    <a:gd name="T6" fmla="*/ 2147483647 w 826"/>
                    <a:gd name="T7" fmla="*/ 2147483647 h 2364"/>
                    <a:gd name="T8" fmla="*/ 2147483647 w 826"/>
                    <a:gd name="T9" fmla="*/ 2147483647 h 2364"/>
                    <a:gd name="T10" fmla="*/ 2147483647 w 826"/>
                    <a:gd name="T11" fmla="*/ 2147483647 h 2364"/>
                    <a:gd name="T12" fmla="*/ 2147483647 w 826"/>
                    <a:gd name="T13" fmla="*/ 2147483647 h 2364"/>
                    <a:gd name="T14" fmla="*/ 2147483647 w 826"/>
                    <a:gd name="T15" fmla="*/ 2147483647 h 2364"/>
                    <a:gd name="T16" fmla="*/ 2147483647 w 826"/>
                    <a:gd name="T17" fmla="*/ 2147483647 h 2364"/>
                    <a:gd name="T18" fmla="*/ 2147483647 w 826"/>
                    <a:gd name="T19" fmla="*/ 2147483647 h 2364"/>
                    <a:gd name="T20" fmla="*/ 2147483647 w 826"/>
                    <a:gd name="T21" fmla="*/ 2147483647 h 2364"/>
                    <a:gd name="T22" fmla="*/ 2147483647 w 826"/>
                    <a:gd name="T23" fmla="*/ 2147483647 h 2364"/>
                    <a:gd name="T24" fmla="*/ 2147483647 w 826"/>
                    <a:gd name="T25" fmla="*/ 2147483647 h 2364"/>
                    <a:gd name="T26" fmla="*/ 2147483647 w 826"/>
                    <a:gd name="T27" fmla="*/ 2147483647 h 2364"/>
                    <a:gd name="T28" fmla="*/ 2147483647 w 826"/>
                    <a:gd name="T29" fmla="*/ 2147483647 h 2364"/>
                    <a:gd name="T30" fmla="*/ 2147483647 w 826"/>
                    <a:gd name="T31" fmla="*/ 2147483647 h 2364"/>
                    <a:gd name="T32" fmla="*/ 2147483647 w 826"/>
                    <a:gd name="T33" fmla="*/ 2147483647 h 2364"/>
                    <a:gd name="T34" fmla="*/ 2147483647 w 826"/>
                    <a:gd name="T35" fmla="*/ 2147483647 h 2364"/>
                    <a:gd name="T36" fmla="*/ 2147483647 w 826"/>
                    <a:gd name="T37" fmla="*/ 2147483647 h 2364"/>
                    <a:gd name="T38" fmla="*/ 2147483647 w 826"/>
                    <a:gd name="T39" fmla="*/ 2147483647 h 2364"/>
                    <a:gd name="T40" fmla="*/ 2147483647 w 826"/>
                    <a:gd name="T41" fmla="*/ 2147483647 h 2364"/>
                    <a:gd name="T42" fmla="*/ 2147483647 w 826"/>
                    <a:gd name="T43" fmla="*/ 2147483647 h 2364"/>
                    <a:gd name="T44" fmla="*/ 2147483647 w 826"/>
                    <a:gd name="T45" fmla="*/ 2147483647 h 2364"/>
                    <a:gd name="T46" fmla="*/ 2147483647 w 826"/>
                    <a:gd name="T47" fmla="*/ 2147483647 h 2364"/>
                    <a:gd name="T48" fmla="*/ 2147483647 w 826"/>
                    <a:gd name="T49" fmla="*/ 2147483647 h 2364"/>
                    <a:gd name="T50" fmla="*/ 2147483647 w 826"/>
                    <a:gd name="T51" fmla="*/ 2147483647 h 2364"/>
                    <a:gd name="T52" fmla="*/ 2147483647 w 826"/>
                    <a:gd name="T53" fmla="*/ 2147483647 h 2364"/>
                    <a:gd name="T54" fmla="*/ 2147483647 w 826"/>
                    <a:gd name="T55" fmla="*/ 2147483647 h 2364"/>
                    <a:gd name="T56" fmla="*/ 2147483647 w 826"/>
                    <a:gd name="T57" fmla="*/ 2147483647 h 2364"/>
                    <a:gd name="T58" fmla="*/ 2147483647 w 826"/>
                    <a:gd name="T59" fmla="*/ 2147483647 h 2364"/>
                    <a:gd name="T60" fmla="*/ 2147483647 w 826"/>
                    <a:gd name="T61" fmla="*/ 2147483647 h 2364"/>
                    <a:gd name="T62" fmla="*/ 2147483647 w 826"/>
                    <a:gd name="T63" fmla="*/ 2147483647 h 2364"/>
                    <a:gd name="T64" fmla="*/ 2147483647 w 826"/>
                    <a:gd name="T65" fmla="*/ 2147483647 h 2364"/>
                    <a:gd name="T66" fmla="*/ 2147483647 w 826"/>
                    <a:gd name="T67" fmla="*/ 2147483647 h 2364"/>
                    <a:gd name="T68" fmla="*/ 2147483647 w 826"/>
                    <a:gd name="T69" fmla="*/ 2147483647 h 2364"/>
                    <a:gd name="T70" fmla="*/ 2147483647 w 826"/>
                    <a:gd name="T71" fmla="*/ 2147483647 h 2364"/>
                    <a:gd name="T72" fmla="*/ 2147483647 w 826"/>
                    <a:gd name="T73" fmla="*/ 2147483647 h 2364"/>
                    <a:gd name="T74" fmla="*/ 2147483647 w 826"/>
                    <a:gd name="T75" fmla="*/ 0 h 2364"/>
                    <a:gd name="T76" fmla="*/ 2147483647 w 826"/>
                    <a:gd name="T77" fmla="*/ 2147483647 h 2364"/>
                    <a:gd name="T78" fmla="*/ 2147483647 w 826"/>
                    <a:gd name="T79" fmla="*/ 2147483647 h 2364"/>
                    <a:gd name="T80" fmla="*/ 2147483647 w 826"/>
                    <a:gd name="T81" fmla="*/ 2147483647 h 2364"/>
                    <a:gd name="T82" fmla="*/ 2147483647 w 826"/>
                    <a:gd name="T83" fmla="*/ 2147483647 h 2364"/>
                    <a:gd name="T84" fmla="*/ 2147483647 w 826"/>
                    <a:gd name="T85" fmla="*/ 2147483647 h 2364"/>
                    <a:gd name="T86" fmla="*/ 2147483647 w 826"/>
                    <a:gd name="T87" fmla="*/ 2147483647 h 2364"/>
                    <a:gd name="T88" fmla="*/ 2147483647 w 826"/>
                    <a:gd name="T89" fmla="*/ 2147483647 h 2364"/>
                    <a:gd name="T90" fmla="*/ 2147483647 w 826"/>
                    <a:gd name="T91" fmla="*/ 2147483647 h 2364"/>
                    <a:gd name="T92" fmla="*/ 2147483647 w 826"/>
                    <a:gd name="T93" fmla="*/ 2147483647 h 2364"/>
                    <a:gd name="T94" fmla="*/ 2147483647 w 826"/>
                    <a:gd name="T95" fmla="*/ 2147483647 h 2364"/>
                    <a:gd name="T96" fmla="*/ 2147483647 w 826"/>
                    <a:gd name="T97" fmla="*/ 2147483647 h 2364"/>
                    <a:gd name="T98" fmla="*/ 2147483647 w 826"/>
                    <a:gd name="T99" fmla="*/ 2147483647 h 2364"/>
                    <a:gd name="T100" fmla="*/ 0 w 826"/>
                    <a:gd name="T101" fmla="*/ 2147483647 h 2364"/>
                    <a:gd name="T102" fmla="*/ 2147483647 w 826"/>
                    <a:gd name="T103" fmla="*/ 2147483647 h 2364"/>
                    <a:gd name="T104" fmla="*/ 2147483647 w 826"/>
                    <a:gd name="T105" fmla="*/ 2147483647 h 2364"/>
                    <a:gd name="T106" fmla="*/ 2147483647 w 826"/>
                    <a:gd name="T107" fmla="*/ 2147483647 h 2364"/>
                    <a:gd name="T108" fmla="*/ 2147483647 w 826"/>
                    <a:gd name="T109" fmla="*/ 2147483647 h 2364"/>
                    <a:gd name="T110" fmla="*/ 2147483647 w 826"/>
                    <a:gd name="T111" fmla="*/ 2147483647 h 2364"/>
                    <a:gd name="T112" fmla="*/ 2147483647 w 826"/>
                    <a:gd name="T113" fmla="*/ 2147483647 h 2364"/>
                    <a:gd name="T114" fmla="*/ 2147483647 w 826"/>
                    <a:gd name="T115" fmla="*/ 2147483647 h 2364"/>
                    <a:gd name="T116" fmla="*/ 2147483647 w 826"/>
                    <a:gd name="T117" fmla="*/ 2147483647 h 2364"/>
                    <a:gd name="T118" fmla="*/ 2147483647 w 826"/>
                    <a:gd name="T119" fmla="*/ 2147483647 h 2364"/>
                    <a:gd name="T120" fmla="*/ 2147483647 w 826"/>
                    <a:gd name="T121" fmla="*/ 2147483647 h 2364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26"/>
                    <a:gd name="T184" fmla="*/ 0 h 2364"/>
                    <a:gd name="T185" fmla="*/ 826 w 826"/>
                    <a:gd name="T186" fmla="*/ 2364 h 2364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26" h="2364">
                      <a:moveTo>
                        <a:pt x="494" y="1940"/>
                      </a:moveTo>
                      <a:lnTo>
                        <a:pt x="494" y="1940"/>
                      </a:lnTo>
                      <a:lnTo>
                        <a:pt x="496" y="1932"/>
                      </a:lnTo>
                      <a:lnTo>
                        <a:pt x="502" y="1926"/>
                      </a:lnTo>
                      <a:lnTo>
                        <a:pt x="508" y="1920"/>
                      </a:lnTo>
                      <a:lnTo>
                        <a:pt x="516" y="1918"/>
                      </a:lnTo>
                      <a:lnTo>
                        <a:pt x="622" y="1918"/>
                      </a:lnTo>
                      <a:lnTo>
                        <a:pt x="628" y="1920"/>
                      </a:lnTo>
                      <a:lnTo>
                        <a:pt x="636" y="1924"/>
                      </a:lnTo>
                      <a:lnTo>
                        <a:pt x="640" y="1928"/>
                      </a:lnTo>
                      <a:lnTo>
                        <a:pt x="644" y="1934"/>
                      </a:lnTo>
                      <a:lnTo>
                        <a:pt x="648" y="1946"/>
                      </a:lnTo>
                      <a:lnTo>
                        <a:pt x="654" y="1956"/>
                      </a:lnTo>
                      <a:lnTo>
                        <a:pt x="664" y="1968"/>
                      </a:lnTo>
                      <a:lnTo>
                        <a:pt x="676" y="1980"/>
                      </a:lnTo>
                      <a:lnTo>
                        <a:pt x="692" y="1990"/>
                      </a:lnTo>
                      <a:lnTo>
                        <a:pt x="702" y="1994"/>
                      </a:lnTo>
                      <a:lnTo>
                        <a:pt x="714" y="1998"/>
                      </a:lnTo>
                      <a:lnTo>
                        <a:pt x="726" y="2000"/>
                      </a:lnTo>
                      <a:lnTo>
                        <a:pt x="740" y="2002"/>
                      </a:lnTo>
                      <a:lnTo>
                        <a:pt x="758" y="2000"/>
                      </a:lnTo>
                      <a:lnTo>
                        <a:pt x="774" y="1998"/>
                      </a:lnTo>
                      <a:lnTo>
                        <a:pt x="786" y="1992"/>
                      </a:lnTo>
                      <a:lnTo>
                        <a:pt x="798" y="1984"/>
                      </a:lnTo>
                      <a:lnTo>
                        <a:pt x="804" y="1976"/>
                      </a:lnTo>
                      <a:lnTo>
                        <a:pt x="810" y="1968"/>
                      </a:lnTo>
                      <a:lnTo>
                        <a:pt x="814" y="1958"/>
                      </a:lnTo>
                      <a:lnTo>
                        <a:pt x="818" y="1946"/>
                      </a:lnTo>
                      <a:lnTo>
                        <a:pt x="824" y="1918"/>
                      </a:lnTo>
                      <a:lnTo>
                        <a:pt x="826" y="1886"/>
                      </a:lnTo>
                      <a:lnTo>
                        <a:pt x="826" y="1860"/>
                      </a:lnTo>
                      <a:lnTo>
                        <a:pt x="822" y="1836"/>
                      </a:lnTo>
                      <a:lnTo>
                        <a:pt x="818" y="1816"/>
                      </a:lnTo>
                      <a:lnTo>
                        <a:pt x="810" y="1798"/>
                      </a:lnTo>
                      <a:lnTo>
                        <a:pt x="806" y="1790"/>
                      </a:lnTo>
                      <a:lnTo>
                        <a:pt x="800" y="1784"/>
                      </a:lnTo>
                      <a:lnTo>
                        <a:pt x="794" y="1778"/>
                      </a:lnTo>
                      <a:lnTo>
                        <a:pt x="786" y="1772"/>
                      </a:lnTo>
                      <a:lnTo>
                        <a:pt x="778" y="1768"/>
                      </a:lnTo>
                      <a:lnTo>
                        <a:pt x="768" y="1766"/>
                      </a:lnTo>
                      <a:lnTo>
                        <a:pt x="758" y="1764"/>
                      </a:lnTo>
                      <a:lnTo>
                        <a:pt x="746" y="1762"/>
                      </a:lnTo>
                      <a:lnTo>
                        <a:pt x="732" y="1762"/>
                      </a:lnTo>
                      <a:lnTo>
                        <a:pt x="718" y="1764"/>
                      </a:lnTo>
                      <a:lnTo>
                        <a:pt x="706" y="1768"/>
                      </a:lnTo>
                      <a:lnTo>
                        <a:pt x="696" y="1772"/>
                      </a:lnTo>
                      <a:lnTo>
                        <a:pt x="676" y="1782"/>
                      </a:lnTo>
                      <a:lnTo>
                        <a:pt x="662" y="1796"/>
                      </a:lnTo>
                      <a:lnTo>
                        <a:pt x="650" y="1810"/>
                      </a:lnTo>
                      <a:lnTo>
                        <a:pt x="642" y="1822"/>
                      </a:lnTo>
                      <a:lnTo>
                        <a:pt x="636" y="1834"/>
                      </a:lnTo>
                      <a:lnTo>
                        <a:pt x="632" y="1840"/>
                      </a:lnTo>
                      <a:lnTo>
                        <a:pt x="628" y="1844"/>
                      </a:lnTo>
                      <a:lnTo>
                        <a:pt x="622" y="1848"/>
                      </a:lnTo>
                      <a:lnTo>
                        <a:pt x="616" y="1848"/>
                      </a:lnTo>
                      <a:lnTo>
                        <a:pt x="520" y="1848"/>
                      </a:lnTo>
                      <a:lnTo>
                        <a:pt x="512" y="1846"/>
                      </a:lnTo>
                      <a:lnTo>
                        <a:pt x="504" y="1842"/>
                      </a:lnTo>
                      <a:lnTo>
                        <a:pt x="500" y="1834"/>
                      </a:lnTo>
                      <a:lnTo>
                        <a:pt x="498" y="1826"/>
                      </a:lnTo>
                      <a:lnTo>
                        <a:pt x="498" y="1566"/>
                      </a:lnTo>
                      <a:lnTo>
                        <a:pt x="496" y="1562"/>
                      </a:lnTo>
                      <a:lnTo>
                        <a:pt x="494" y="1556"/>
                      </a:lnTo>
                      <a:lnTo>
                        <a:pt x="496" y="1550"/>
                      </a:lnTo>
                      <a:lnTo>
                        <a:pt x="498" y="1544"/>
                      </a:lnTo>
                      <a:lnTo>
                        <a:pt x="498" y="0"/>
                      </a:lnTo>
                      <a:lnTo>
                        <a:pt x="468" y="26"/>
                      </a:lnTo>
                      <a:lnTo>
                        <a:pt x="438" y="54"/>
                      </a:lnTo>
                      <a:lnTo>
                        <a:pt x="408" y="82"/>
                      </a:lnTo>
                      <a:lnTo>
                        <a:pt x="380" y="110"/>
                      </a:lnTo>
                      <a:lnTo>
                        <a:pt x="350" y="142"/>
                      </a:lnTo>
                      <a:lnTo>
                        <a:pt x="324" y="172"/>
                      </a:lnTo>
                      <a:lnTo>
                        <a:pt x="296" y="206"/>
                      </a:lnTo>
                      <a:lnTo>
                        <a:pt x="270" y="240"/>
                      </a:lnTo>
                      <a:lnTo>
                        <a:pt x="246" y="276"/>
                      </a:lnTo>
                      <a:lnTo>
                        <a:pt x="220" y="312"/>
                      </a:lnTo>
                      <a:lnTo>
                        <a:pt x="198" y="350"/>
                      </a:lnTo>
                      <a:lnTo>
                        <a:pt x="174" y="390"/>
                      </a:lnTo>
                      <a:lnTo>
                        <a:pt x="152" y="432"/>
                      </a:lnTo>
                      <a:lnTo>
                        <a:pt x="132" y="474"/>
                      </a:lnTo>
                      <a:lnTo>
                        <a:pt x="112" y="516"/>
                      </a:lnTo>
                      <a:lnTo>
                        <a:pt x="94" y="562"/>
                      </a:lnTo>
                      <a:lnTo>
                        <a:pt x="70" y="626"/>
                      </a:lnTo>
                      <a:lnTo>
                        <a:pt x="50" y="688"/>
                      </a:lnTo>
                      <a:lnTo>
                        <a:pt x="34" y="748"/>
                      </a:lnTo>
                      <a:lnTo>
                        <a:pt x="22" y="810"/>
                      </a:lnTo>
                      <a:lnTo>
                        <a:pt x="12" y="868"/>
                      </a:lnTo>
                      <a:lnTo>
                        <a:pt x="6" y="928"/>
                      </a:lnTo>
                      <a:lnTo>
                        <a:pt x="0" y="986"/>
                      </a:lnTo>
                      <a:lnTo>
                        <a:pt x="0" y="1042"/>
                      </a:lnTo>
                      <a:lnTo>
                        <a:pt x="0" y="1098"/>
                      </a:lnTo>
                      <a:lnTo>
                        <a:pt x="4" y="1152"/>
                      </a:lnTo>
                      <a:lnTo>
                        <a:pt x="8" y="1204"/>
                      </a:lnTo>
                      <a:lnTo>
                        <a:pt x="16" y="1256"/>
                      </a:lnTo>
                      <a:lnTo>
                        <a:pt x="24" y="1306"/>
                      </a:lnTo>
                      <a:lnTo>
                        <a:pt x="34" y="1354"/>
                      </a:lnTo>
                      <a:lnTo>
                        <a:pt x="46" y="1402"/>
                      </a:lnTo>
                      <a:lnTo>
                        <a:pt x="58" y="1448"/>
                      </a:lnTo>
                      <a:lnTo>
                        <a:pt x="72" y="1492"/>
                      </a:lnTo>
                      <a:lnTo>
                        <a:pt x="86" y="1534"/>
                      </a:lnTo>
                      <a:lnTo>
                        <a:pt x="116" y="1614"/>
                      </a:lnTo>
                      <a:lnTo>
                        <a:pt x="148" y="1686"/>
                      </a:lnTo>
                      <a:lnTo>
                        <a:pt x="178" y="1750"/>
                      </a:lnTo>
                      <a:lnTo>
                        <a:pt x="206" y="1806"/>
                      </a:lnTo>
                      <a:lnTo>
                        <a:pt x="232" y="1854"/>
                      </a:lnTo>
                      <a:lnTo>
                        <a:pt x="268" y="1918"/>
                      </a:lnTo>
                      <a:lnTo>
                        <a:pt x="362" y="2096"/>
                      </a:lnTo>
                      <a:lnTo>
                        <a:pt x="426" y="2224"/>
                      </a:lnTo>
                      <a:lnTo>
                        <a:pt x="494" y="2364"/>
                      </a:lnTo>
                      <a:lnTo>
                        <a:pt x="494" y="194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30" name="Freeform 156"/>
                <p:cNvSpPr>
                  <a:spLocks/>
                </p:cNvSpPr>
                <p:nvPr/>
              </p:nvSpPr>
              <p:spPr bwMode="auto">
                <a:xfrm>
                  <a:off x="10497280" y="5812269"/>
                  <a:ext cx="1374712" cy="1476927"/>
                </a:xfrm>
                <a:custGeom>
                  <a:avLst/>
                  <a:gdLst>
                    <a:gd name="T0" fmla="*/ 2147483647 w 866"/>
                    <a:gd name="T1" fmla="*/ 2147483647 h 930"/>
                    <a:gd name="T2" fmla="*/ 2147483647 w 866"/>
                    <a:gd name="T3" fmla="*/ 2147483647 h 930"/>
                    <a:gd name="T4" fmla="*/ 2147483647 w 866"/>
                    <a:gd name="T5" fmla="*/ 2147483647 h 930"/>
                    <a:gd name="T6" fmla="*/ 2147483647 w 866"/>
                    <a:gd name="T7" fmla="*/ 2147483647 h 930"/>
                    <a:gd name="T8" fmla="*/ 2147483647 w 866"/>
                    <a:gd name="T9" fmla="*/ 2147483647 h 930"/>
                    <a:gd name="T10" fmla="*/ 2147483647 w 866"/>
                    <a:gd name="T11" fmla="*/ 2147483647 h 930"/>
                    <a:gd name="T12" fmla="*/ 2147483647 w 866"/>
                    <a:gd name="T13" fmla="*/ 2147483647 h 930"/>
                    <a:gd name="T14" fmla="*/ 2147483647 w 866"/>
                    <a:gd name="T15" fmla="*/ 2147483647 h 930"/>
                    <a:gd name="T16" fmla="*/ 2147483647 w 866"/>
                    <a:gd name="T17" fmla="*/ 2147483647 h 930"/>
                    <a:gd name="T18" fmla="*/ 2147483647 w 866"/>
                    <a:gd name="T19" fmla="*/ 2147483647 h 930"/>
                    <a:gd name="T20" fmla="*/ 2147483647 w 866"/>
                    <a:gd name="T21" fmla="*/ 2147483647 h 930"/>
                    <a:gd name="T22" fmla="*/ 2147483647 w 866"/>
                    <a:gd name="T23" fmla="*/ 2147483647 h 930"/>
                    <a:gd name="T24" fmla="*/ 2147483647 w 866"/>
                    <a:gd name="T25" fmla="*/ 2147483647 h 930"/>
                    <a:gd name="T26" fmla="*/ 2147483647 w 866"/>
                    <a:gd name="T27" fmla="*/ 2147483647 h 930"/>
                    <a:gd name="T28" fmla="*/ 2147483647 w 866"/>
                    <a:gd name="T29" fmla="*/ 2147483647 h 930"/>
                    <a:gd name="T30" fmla="*/ 2147483647 w 866"/>
                    <a:gd name="T31" fmla="*/ 2147483647 h 930"/>
                    <a:gd name="T32" fmla="*/ 2147483647 w 866"/>
                    <a:gd name="T33" fmla="*/ 2147483647 h 930"/>
                    <a:gd name="T34" fmla="*/ 2147483647 w 866"/>
                    <a:gd name="T35" fmla="*/ 2147483647 h 930"/>
                    <a:gd name="T36" fmla="*/ 2147483647 w 866"/>
                    <a:gd name="T37" fmla="*/ 2147483647 h 930"/>
                    <a:gd name="T38" fmla="*/ 2147483647 w 866"/>
                    <a:gd name="T39" fmla="*/ 2147483647 h 930"/>
                    <a:gd name="T40" fmla="*/ 2147483647 w 866"/>
                    <a:gd name="T41" fmla="*/ 2147483647 h 930"/>
                    <a:gd name="T42" fmla="*/ 2147483647 w 866"/>
                    <a:gd name="T43" fmla="*/ 2147483647 h 930"/>
                    <a:gd name="T44" fmla="*/ 2147483647 w 866"/>
                    <a:gd name="T45" fmla="*/ 2147483647 h 930"/>
                    <a:gd name="T46" fmla="*/ 2147483647 w 866"/>
                    <a:gd name="T47" fmla="*/ 2147483647 h 930"/>
                    <a:gd name="T48" fmla="*/ 2147483647 w 866"/>
                    <a:gd name="T49" fmla="*/ 2147483647 h 930"/>
                    <a:gd name="T50" fmla="*/ 2147483647 w 866"/>
                    <a:gd name="T51" fmla="*/ 2147483647 h 930"/>
                    <a:gd name="T52" fmla="*/ 2147483647 w 866"/>
                    <a:gd name="T53" fmla="*/ 2147483647 h 930"/>
                    <a:gd name="T54" fmla="*/ 2147483647 w 866"/>
                    <a:gd name="T55" fmla="*/ 2147483647 h 930"/>
                    <a:gd name="T56" fmla="*/ 2147483647 w 866"/>
                    <a:gd name="T57" fmla="*/ 2147483647 h 930"/>
                    <a:gd name="T58" fmla="*/ 2147483647 w 866"/>
                    <a:gd name="T59" fmla="*/ 2147483647 h 930"/>
                    <a:gd name="T60" fmla="*/ 2147483647 w 866"/>
                    <a:gd name="T61" fmla="*/ 2147483647 h 930"/>
                    <a:gd name="T62" fmla="*/ 2147483647 w 866"/>
                    <a:gd name="T63" fmla="*/ 2147483647 h 930"/>
                    <a:gd name="T64" fmla="*/ 2147483647 w 866"/>
                    <a:gd name="T65" fmla="*/ 2147483647 h 930"/>
                    <a:gd name="T66" fmla="*/ 2147483647 w 866"/>
                    <a:gd name="T67" fmla="*/ 2147483647 h 930"/>
                    <a:gd name="T68" fmla="*/ 2147483647 w 866"/>
                    <a:gd name="T69" fmla="*/ 2147483647 h 930"/>
                    <a:gd name="T70" fmla="*/ 2147483647 w 866"/>
                    <a:gd name="T71" fmla="*/ 2147483647 h 930"/>
                    <a:gd name="T72" fmla="*/ 2147483647 w 866"/>
                    <a:gd name="T73" fmla="*/ 2147483647 h 930"/>
                    <a:gd name="T74" fmla="*/ 2147483647 w 866"/>
                    <a:gd name="T75" fmla="*/ 2147483647 h 930"/>
                    <a:gd name="T76" fmla="*/ 2147483647 w 866"/>
                    <a:gd name="T77" fmla="*/ 2147483647 h 930"/>
                    <a:gd name="T78" fmla="*/ 2147483647 w 866"/>
                    <a:gd name="T79" fmla="*/ 2147483647 h 930"/>
                    <a:gd name="T80" fmla="*/ 2147483647 w 866"/>
                    <a:gd name="T81" fmla="*/ 2147483647 h 930"/>
                    <a:gd name="T82" fmla="*/ 2147483647 w 866"/>
                    <a:gd name="T83" fmla="*/ 2147483647 h 930"/>
                    <a:gd name="T84" fmla="*/ 2147483647 w 866"/>
                    <a:gd name="T85" fmla="*/ 2147483647 h 930"/>
                    <a:gd name="T86" fmla="*/ 2147483647 w 866"/>
                    <a:gd name="T87" fmla="*/ 2147483647 h 930"/>
                    <a:gd name="T88" fmla="*/ 2147483647 w 866"/>
                    <a:gd name="T89" fmla="*/ 2147483647 h 930"/>
                    <a:gd name="T90" fmla="*/ 2147483647 w 866"/>
                    <a:gd name="T91" fmla="*/ 2147483647 h 930"/>
                    <a:gd name="T92" fmla="*/ 2147483647 w 866"/>
                    <a:gd name="T93" fmla="*/ 2147483647 h 930"/>
                    <a:gd name="T94" fmla="*/ 2147483647 w 866"/>
                    <a:gd name="T95" fmla="*/ 2147483647 h 930"/>
                    <a:gd name="T96" fmla="*/ 2147483647 w 866"/>
                    <a:gd name="T97" fmla="*/ 2147483647 h 930"/>
                    <a:gd name="T98" fmla="*/ 2147483647 w 866"/>
                    <a:gd name="T99" fmla="*/ 2147483647 h 930"/>
                    <a:gd name="T100" fmla="*/ 2147483647 w 866"/>
                    <a:gd name="T101" fmla="*/ 2147483647 h 930"/>
                    <a:gd name="T102" fmla="*/ 2147483647 w 866"/>
                    <a:gd name="T103" fmla="*/ 2147483647 h 930"/>
                    <a:gd name="T104" fmla="*/ 2147483647 w 866"/>
                    <a:gd name="T105" fmla="*/ 2147483647 h 930"/>
                    <a:gd name="T106" fmla="*/ 2147483647 w 866"/>
                    <a:gd name="T107" fmla="*/ 2147483647 h 930"/>
                    <a:gd name="T108" fmla="*/ 2147483647 w 866"/>
                    <a:gd name="T109" fmla="*/ 2147483647 h 930"/>
                    <a:gd name="T110" fmla="*/ 2147483647 w 866"/>
                    <a:gd name="T111" fmla="*/ 2147483647 h 930"/>
                    <a:gd name="T112" fmla="*/ 2147483647 w 866"/>
                    <a:gd name="T113" fmla="*/ 0 h 930"/>
                    <a:gd name="T114" fmla="*/ 0 w 866"/>
                    <a:gd name="T115" fmla="*/ 0 h 930"/>
                    <a:gd name="T116" fmla="*/ 0 w 866"/>
                    <a:gd name="T117" fmla="*/ 2147483647 h 930"/>
                    <a:gd name="T118" fmla="*/ 2147483647 w 866"/>
                    <a:gd name="T119" fmla="*/ 2147483647 h 930"/>
                    <a:gd name="T120" fmla="*/ 2147483647 w 866"/>
                    <a:gd name="T121" fmla="*/ 2147483647 h 930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66"/>
                    <a:gd name="T184" fmla="*/ 0 h 930"/>
                    <a:gd name="T185" fmla="*/ 866 w 866"/>
                    <a:gd name="T186" fmla="*/ 930 h 930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66" h="930">
                      <a:moveTo>
                        <a:pt x="866" y="6"/>
                      </a:moveTo>
                      <a:lnTo>
                        <a:pt x="512" y="6"/>
                      </a:lnTo>
                      <a:lnTo>
                        <a:pt x="510" y="68"/>
                      </a:lnTo>
                      <a:lnTo>
                        <a:pt x="522" y="76"/>
                      </a:lnTo>
                      <a:lnTo>
                        <a:pt x="538" y="86"/>
                      </a:lnTo>
                      <a:lnTo>
                        <a:pt x="554" y="98"/>
                      </a:lnTo>
                      <a:lnTo>
                        <a:pt x="568" y="114"/>
                      </a:lnTo>
                      <a:lnTo>
                        <a:pt x="582" y="132"/>
                      </a:lnTo>
                      <a:lnTo>
                        <a:pt x="592" y="154"/>
                      </a:lnTo>
                      <a:lnTo>
                        <a:pt x="596" y="168"/>
                      </a:lnTo>
                      <a:lnTo>
                        <a:pt x="600" y="180"/>
                      </a:lnTo>
                      <a:lnTo>
                        <a:pt x="602" y="196"/>
                      </a:lnTo>
                      <a:lnTo>
                        <a:pt x="602" y="210"/>
                      </a:lnTo>
                      <a:lnTo>
                        <a:pt x="600" y="224"/>
                      </a:lnTo>
                      <a:lnTo>
                        <a:pt x="598" y="238"/>
                      </a:lnTo>
                      <a:lnTo>
                        <a:pt x="592" y="250"/>
                      </a:lnTo>
                      <a:lnTo>
                        <a:pt x="586" y="262"/>
                      </a:lnTo>
                      <a:lnTo>
                        <a:pt x="580" y="274"/>
                      </a:lnTo>
                      <a:lnTo>
                        <a:pt x="570" y="286"/>
                      </a:lnTo>
                      <a:lnTo>
                        <a:pt x="560" y="296"/>
                      </a:lnTo>
                      <a:lnTo>
                        <a:pt x="550" y="304"/>
                      </a:lnTo>
                      <a:lnTo>
                        <a:pt x="536" y="314"/>
                      </a:lnTo>
                      <a:lnTo>
                        <a:pt x="524" y="320"/>
                      </a:lnTo>
                      <a:lnTo>
                        <a:pt x="510" y="328"/>
                      </a:lnTo>
                      <a:lnTo>
                        <a:pt x="494" y="332"/>
                      </a:lnTo>
                      <a:lnTo>
                        <a:pt x="478" y="338"/>
                      </a:lnTo>
                      <a:lnTo>
                        <a:pt x="462" y="340"/>
                      </a:lnTo>
                      <a:lnTo>
                        <a:pt x="444" y="342"/>
                      </a:lnTo>
                      <a:lnTo>
                        <a:pt x="426" y="344"/>
                      </a:lnTo>
                      <a:lnTo>
                        <a:pt x="410" y="342"/>
                      </a:lnTo>
                      <a:lnTo>
                        <a:pt x="392" y="340"/>
                      </a:lnTo>
                      <a:lnTo>
                        <a:pt x="378" y="336"/>
                      </a:lnTo>
                      <a:lnTo>
                        <a:pt x="362" y="330"/>
                      </a:lnTo>
                      <a:lnTo>
                        <a:pt x="350" y="324"/>
                      </a:lnTo>
                      <a:lnTo>
                        <a:pt x="336" y="316"/>
                      </a:lnTo>
                      <a:lnTo>
                        <a:pt x="326" y="306"/>
                      </a:lnTo>
                      <a:lnTo>
                        <a:pt x="316" y="296"/>
                      </a:lnTo>
                      <a:lnTo>
                        <a:pt x="306" y="286"/>
                      </a:lnTo>
                      <a:lnTo>
                        <a:pt x="300" y="274"/>
                      </a:lnTo>
                      <a:lnTo>
                        <a:pt x="292" y="262"/>
                      </a:lnTo>
                      <a:lnTo>
                        <a:pt x="288" y="250"/>
                      </a:lnTo>
                      <a:lnTo>
                        <a:pt x="282" y="236"/>
                      </a:lnTo>
                      <a:lnTo>
                        <a:pt x="280" y="224"/>
                      </a:lnTo>
                      <a:lnTo>
                        <a:pt x="278" y="210"/>
                      </a:lnTo>
                      <a:lnTo>
                        <a:pt x="278" y="196"/>
                      </a:lnTo>
                      <a:lnTo>
                        <a:pt x="280" y="176"/>
                      </a:lnTo>
                      <a:lnTo>
                        <a:pt x="286" y="156"/>
                      </a:lnTo>
                      <a:lnTo>
                        <a:pt x="294" y="138"/>
                      </a:lnTo>
                      <a:lnTo>
                        <a:pt x="306" y="122"/>
                      </a:lnTo>
                      <a:lnTo>
                        <a:pt x="318" y="108"/>
                      </a:lnTo>
                      <a:lnTo>
                        <a:pt x="330" y="96"/>
                      </a:lnTo>
                      <a:lnTo>
                        <a:pt x="350" y="78"/>
                      </a:lnTo>
                      <a:lnTo>
                        <a:pt x="350" y="0"/>
                      </a:lnTo>
                      <a:lnTo>
                        <a:pt x="0" y="0"/>
                      </a:lnTo>
                      <a:lnTo>
                        <a:pt x="0" y="930"/>
                      </a:lnTo>
                      <a:lnTo>
                        <a:pt x="866" y="930"/>
                      </a:lnTo>
                      <a:lnTo>
                        <a:pt x="866" y="6"/>
                      </a:lnTo>
                      <a:close/>
                    </a:path>
                  </a:pathLst>
                </a:custGeom>
                <a:solidFill>
                  <a:srgbClr val="F6AA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31" name="Freeform 168"/>
                <p:cNvSpPr>
                  <a:spLocks/>
                </p:cNvSpPr>
                <p:nvPr/>
              </p:nvSpPr>
              <p:spPr bwMode="auto">
                <a:xfrm>
                  <a:off x="10883632" y="10043661"/>
                  <a:ext cx="2034830" cy="1871214"/>
                </a:xfrm>
                <a:custGeom>
                  <a:avLst/>
                  <a:gdLst>
                    <a:gd name="T0" fmla="*/ 1250 w 1280"/>
                    <a:gd name="T1" fmla="*/ 102 h 1178"/>
                    <a:gd name="T2" fmla="*/ 1266 w 1280"/>
                    <a:gd name="T3" fmla="*/ 118 h 1178"/>
                    <a:gd name="T4" fmla="*/ 1278 w 1280"/>
                    <a:gd name="T5" fmla="*/ 150 h 1178"/>
                    <a:gd name="T6" fmla="*/ 1278 w 1280"/>
                    <a:gd name="T7" fmla="*/ 170 h 1178"/>
                    <a:gd name="T8" fmla="*/ 1260 w 1280"/>
                    <a:gd name="T9" fmla="*/ 202 h 1178"/>
                    <a:gd name="T10" fmla="*/ 1222 w 1280"/>
                    <a:gd name="T11" fmla="*/ 248 h 1178"/>
                    <a:gd name="T12" fmla="*/ 1220 w 1280"/>
                    <a:gd name="T13" fmla="*/ 258 h 1178"/>
                    <a:gd name="T14" fmla="*/ 1236 w 1280"/>
                    <a:gd name="T15" fmla="*/ 288 h 1178"/>
                    <a:gd name="T16" fmla="*/ 1262 w 1280"/>
                    <a:gd name="T17" fmla="*/ 316 h 1178"/>
                    <a:gd name="T18" fmla="*/ 1270 w 1280"/>
                    <a:gd name="T19" fmla="*/ 342 h 1178"/>
                    <a:gd name="T20" fmla="*/ 1254 w 1280"/>
                    <a:gd name="T21" fmla="*/ 382 h 1178"/>
                    <a:gd name="T22" fmla="*/ 1226 w 1280"/>
                    <a:gd name="T23" fmla="*/ 422 h 1178"/>
                    <a:gd name="T24" fmla="*/ 1220 w 1280"/>
                    <a:gd name="T25" fmla="*/ 450 h 1178"/>
                    <a:gd name="T26" fmla="*/ 1228 w 1280"/>
                    <a:gd name="T27" fmla="*/ 472 h 1178"/>
                    <a:gd name="T28" fmla="*/ 1254 w 1280"/>
                    <a:gd name="T29" fmla="*/ 496 h 1178"/>
                    <a:gd name="T30" fmla="*/ 1266 w 1280"/>
                    <a:gd name="T31" fmla="*/ 522 h 1178"/>
                    <a:gd name="T32" fmla="*/ 1258 w 1280"/>
                    <a:gd name="T33" fmla="*/ 546 h 1178"/>
                    <a:gd name="T34" fmla="*/ 1222 w 1280"/>
                    <a:gd name="T35" fmla="*/ 602 h 1178"/>
                    <a:gd name="T36" fmla="*/ 1222 w 1280"/>
                    <a:gd name="T37" fmla="*/ 622 h 1178"/>
                    <a:gd name="T38" fmla="*/ 1244 w 1280"/>
                    <a:gd name="T39" fmla="*/ 652 h 1178"/>
                    <a:gd name="T40" fmla="*/ 1264 w 1280"/>
                    <a:gd name="T41" fmla="*/ 684 h 1178"/>
                    <a:gd name="T42" fmla="*/ 1264 w 1280"/>
                    <a:gd name="T43" fmla="*/ 706 h 1178"/>
                    <a:gd name="T44" fmla="*/ 1242 w 1280"/>
                    <a:gd name="T45" fmla="*/ 740 h 1178"/>
                    <a:gd name="T46" fmla="*/ 1216 w 1280"/>
                    <a:gd name="T47" fmla="*/ 788 h 1178"/>
                    <a:gd name="T48" fmla="*/ 1220 w 1280"/>
                    <a:gd name="T49" fmla="*/ 806 h 1178"/>
                    <a:gd name="T50" fmla="*/ 1242 w 1280"/>
                    <a:gd name="T51" fmla="*/ 834 h 1178"/>
                    <a:gd name="T52" fmla="*/ 1248 w 1280"/>
                    <a:gd name="T53" fmla="*/ 848 h 1178"/>
                    <a:gd name="T54" fmla="*/ 1238 w 1280"/>
                    <a:gd name="T55" fmla="*/ 884 h 1178"/>
                    <a:gd name="T56" fmla="*/ 1198 w 1280"/>
                    <a:gd name="T57" fmla="*/ 940 h 1178"/>
                    <a:gd name="T58" fmla="*/ 1146 w 1280"/>
                    <a:gd name="T59" fmla="*/ 990 h 1178"/>
                    <a:gd name="T60" fmla="*/ 344 w 1280"/>
                    <a:gd name="T61" fmla="*/ 1178 h 1178"/>
                    <a:gd name="T62" fmla="*/ 70 w 1280"/>
                    <a:gd name="T63" fmla="*/ 928 h 1178"/>
                    <a:gd name="T64" fmla="*/ 60 w 1280"/>
                    <a:gd name="T65" fmla="*/ 858 h 1178"/>
                    <a:gd name="T66" fmla="*/ 48 w 1280"/>
                    <a:gd name="T67" fmla="*/ 842 h 1178"/>
                    <a:gd name="T68" fmla="*/ 8 w 1280"/>
                    <a:gd name="T69" fmla="*/ 800 h 1178"/>
                    <a:gd name="T70" fmla="*/ 0 w 1280"/>
                    <a:gd name="T71" fmla="*/ 778 h 1178"/>
                    <a:gd name="T72" fmla="*/ 14 w 1280"/>
                    <a:gd name="T73" fmla="*/ 748 h 1178"/>
                    <a:gd name="T74" fmla="*/ 46 w 1280"/>
                    <a:gd name="T75" fmla="*/ 718 h 1178"/>
                    <a:gd name="T76" fmla="*/ 46 w 1280"/>
                    <a:gd name="T77" fmla="*/ 700 h 1178"/>
                    <a:gd name="T78" fmla="*/ 14 w 1280"/>
                    <a:gd name="T79" fmla="*/ 640 h 1178"/>
                    <a:gd name="T80" fmla="*/ 0 w 1280"/>
                    <a:gd name="T81" fmla="*/ 590 h 1178"/>
                    <a:gd name="T82" fmla="*/ 8 w 1280"/>
                    <a:gd name="T83" fmla="*/ 564 h 1178"/>
                    <a:gd name="T84" fmla="*/ 34 w 1280"/>
                    <a:gd name="T85" fmla="*/ 532 h 1178"/>
                    <a:gd name="T86" fmla="*/ 42 w 1280"/>
                    <a:gd name="T87" fmla="*/ 516 h 1178"/>
                    <a:gd name="T88" fmla="*/ 24 w 1280"/>
                    <a:gd name="T89" fmla="*/ 476 h 1178"/>
                    <a:gd name="T90" fmla="*/ 6 w 1280"/>
                    <a:gd name="T91" fmla="*/ 428 h 1178"/>
                    <a:gd name="T92" fmla="*/ 12 w 1280"/>
                    <a:gd name="T93" fmla="*/ 404 h 1178"/>
                    <a:gd name="T94" fmla="*/ 42 w 1280"/>
                    <a:gd name="T95" fmla="*/ 346 h 1178"/>
                    <a:gd name="T96" fmla="*/ 42 w 1280"/>
                    <a:gd name="T97" fmla="*/ 324 h 1178"/>
                    <a:gd name="T98" fmla="*/ 16 w 1280"/>
                    <a:gd name="T99" fmla="*/ 284 h 1178"/>
                    <a:gd name="T100" fmla="*/ 0 w 1280"/>
                    <a:gd name="T101" fmla="*/ 240 h 1178"/>
                    <a:gd name="T102" fmla="*/ 0 w 1280"/>
                    <a:gd name="T103" fmla="*/ 182 h 1178"/>
                    <a:gd name="T104" fmla="*/ 10 w 1280"/>
                    <a:gd name="T105" fmla="*/ 0 h 1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280" h="1178">
                      <a:moveTo>
                        <a:pt x="10" y="0"/>
                      </a:moveTo>
                      <a:lnTo>
                        <a:pt x="1250" y="0"/>
                      </a:lnTo>
                      <a:lnTo>
                        <a:pt x="1250" y="102"/>
                      </a:lnTo>
                      <a:lnTo>
                        <a:pt x="1250" y="102"/>
                      </a:lnTo>
                      <a:lnTo>
                        <a:pt x="1256" y="106"/>
                      </a:lnTo>
                      <a:lnTo>
                        <a:pt x="1266" y="118"/>
                      </a:lnTo>
                      <a:lnTo>
                        <a:pt x="1270" y="128"/>
                      </a:lnTo>
                      <a:lnTo>
                        <a:pt x="1276" y="138"/>
                      </a:lnTo>
                      <a:lnTo>
                        <a:pt x="1278" y="150"/>
                      </a:lnTo>
                      <a:lnTo>
                        <a:pt x="1280" y="164"/>
                      </a:lnTo>
                      <a:lnTo>
                        <a:pt x="1280" y="164"/>
                      </a:lnTo>
                      <a:lnTo>
                        <a:pt x="1278" y="170"/>
                      </a:lnTo>
                      <a:lnTo>
                        <a:pt x="1278" y="176"/>
                      </a:lnTo>
                      <a:lnTo>
                        <a:pt x="1270" y="190"/>
                      </a:lnTo>
                      <a:lnTo>
                        <a:pt x="1260" y="202"/>
                      </a:lnTo>
                      <a:lnTo>
                        <a:pt x="1250" y="214"/>
                      </a:lnTo>
                      <a:lnTo>
                        <a:pt x="1228" y="236"/>
                      </a:lnTo>
                      <a:lnTo>
                        <a:pt x="1222" y="248"/>
                      </a:lnTo>
                      <a:lnTo>
                        <a:pt x="1220" y="254"/>
                      </a:lnTo>
                      <a:lnTo>
                        <a:pt x="1220" y="258"/>
                      </a:lnTo>
                      <a:lnTo>
                        <a:pt x="1220" y="258"/>
                      </a:lnTo>
                      <a:lnTo>
                        <a:pt x="1222" y="268"/>
                      </a:lnTo>
                      <a:lnTo>
                        <a:pt x="1228" y="278"/>
                      </a:lnTo>
                      <a:lnTo>
                        <a:pt x="1236" y="288"/>
                      </a:lnTo>
                      <a:lnTo>
                        <a:pt x="1244" y="296"/>
                      </a:lnTo>
                      <a:lnTo>
                        <a:pt x="1254" y="306"/>
                      </a:lnTo>
                      <a:lnTo>
                        <a:pt x="1262" y="316"/>
                      </a:lnTo>
                      <a:lnTo>
                        <a:pt x="1268" y="328"/>
                      </a:lnTo>
                      <a:lnTo>
                        <a:pt x="1270" y="342"/>
                      </a:lnTo>
                      <a:lnTo>
                        <a:pt x="1270" y="342"/>
                      </a:lnTo>
                      <a:lnTo>
                        <a:pt x="1268" y="356"/>
                      </a:lnTo>
                      <a:lnTo>
                        <a:pt x="1262" y="370"/>
                      </a:lnTo>
                      <a:lnTo>
                        <a:pt x="1254" y="382"/>
                      </a:lnTo>
                      <a:lnTo>
                        <a:pt x="1244" y="396"/>
                      </a:lnTo>
                      <a:lnTo>
                        <a:pt x="1234" y="408"/>
                      </a:lnTo>
                      <a:lnTo>
                        <a:pt x="1226" y="422"/>
                      </a:lnTo>
                      <a:lnTo>
                        <a:pt x="1220" y="436"/>
                      </a:lnTo>
                      <a:lnTo>
                        <a:pt x="1220" y="442"/>
                      </a:lnTo>
                      <a:lnTo>
                        <a:pt x="1220" y="450"/>
                      </a:lnTo>
                      <a:lnTo>
                        <a:pt x="1220" y="450"/>
                      </a:lnTo>
                      <a:lnTo>
                        <a:pt x="1222" y="462"/>
                      </a:lnTo>
                      <a:lnTo>
                        <a:pt x="1228" y="472"/>
                      </a:lnTo>
                      <a:lnTo>
                        <a:pt x="1236" y="482"/>
                      </a:lnTo>
                      <a:lnTo>
                        <a:pt x="1246" y="488"/>
                      </a:lnTo>
                      <a:lnTo>
                        <a:pt x="1254" y="496"/>
                      </a:lnTo>
                      <a:lnTo>
                        <a:pt x="1262" y="504"/>
                      </a:lnTo>
                      <a:lnTo>
                        <a:pt x="1266" y="512"/>
                      </a:lnTo>
                      <a:lnTo>
                        <a:pt x="1266" y="522"/>
                      </a:lnTo>
                      <a:lnTo>
                        <a:pt x="1266" y="522"/>
                      </a:lnTo>
                      <a:lnTo>
                        <a:pt x="1264" y="534"/>
                      </a:lnTo>
                      <a:lnTo>
                        <a:pt x="1258" y="546"/>
                      </a:lnTo>
                      <a:lnTo>
                        <a:pt x="1242" y="568"/>
                      </a:lnTo>
                      <a:lnTo>
                        <a:pt x="1226" y="590"/>
                      </a:lnTo>
                      <a:lnTo>
                        <a:pt x="1222" y="602"/>
                      </a:lnTo>
                      <a:lnTo>
                        <a:pt x="1220" y="612"/>
                      </a:lnTo>
                      <a:lnTo>
                        <a:pt x="1220" y="612"/>
                      </a:lnTo>
                      <a:lnTo>
                        <a:pt x="1222" y="622"/>
                      </a:lnTo>
                      <a:lnTo>
                        <a:pt x="1226" y="632"/>
                      </a:lnTo>
                      <a:lnTo>
                        <a:pt x="1234" y="642"/>
                      </a:lnTo>
                      <a:lnTo>
                        <a:pt x="1244" y="652"/>
                      </a:lnTo>
                      <a:lnTo>
                        <a:pt x="1252" y="662"/>
                      </a:lnTo>
                      <a:lnTo>
                        <a:pt x="1260" y="672"/>
                      </a:lnTo>
                      <a:lnTo>
                        <a:pt x="1264" y="684"/>
                      </a:lnTo>
                      <a:lnTo>
                        <a:pt x="1266" y="694"/>
                      </a:lnTo>
                      <a:lnTo>
                        <a:pt x="1266" y="694"/>
                      </a:lnTo>
                      <a:lnTo>
                        <a:pt x="1264" y="706"/>
                      </a:lnTo>
                      <a:lnTo>
                        <a:pt x="1260" y="718"/>
                      </a:lnTo>
                      <a:lnTo>
                        <a:pt x="1252" y="730"/>
                      </a:lnTo>
                      <a:lnTo>
                        <a:pt x="1242" y="740"/>
                      </a:lnTo>
                      <a:lnTo>
                        <a:pt x="1226" y="764"/>
                      </a:lnTo>
                      <a:lnTo>
                        <a:pt x="1220" y="776"/>
                      </a:lnTo>
                      <a:lnTo>
                        <a:pt x="1216" y="788"/>
                      </a:lnTo>
                      <a:lnTo>
                        <a:pt x="1216" y="788"/>
                      </a:lnTo>
                      <a:lnTo>
                        <a:pt x="1216" y="798"/>
                      </a:lnTo>
                      <a:lnTo>
                        <a:pt x="1220" y="806"/>
                      </a:lnTo>
                      <a:lnTo>
                        <a:pt x="1224" y="814"/>
                      </a:lnTo>
                      <a:lnTo>
                        <a:pt x="1230" y="820"/>
                      </a:lnTo>
                      <a:lnTo>
                        <a:pt x="1242" y="834"/>
                      </a:lnTo>
                      <a:lnTo>
                        <a:pt x="1246" y="840"/>
                      </a:lnTo>
                      <a:lnTo>
                        <a:pt x="1248" y="848"/>
                      </a:lnTo>
                      <a:lnTo>
                        <a:pt x="1248" y="848"/>
                      </a:lnTo>
                      <a:lnTo>
                        <a:pt x="1246" y="858"/>
                      </a:lnTo>
                      <a:lnTo>
                        <a:pt x="1244" y="870"/>
                      </a:lnTo>
                      <a:lnTo>
                        <a:pt x="1238" y="884"/>
                      </a:lnTo>
                      <a:lnTo>
                        <a:pt x="1230" y="900"/>
                      </a:lnTo>
                      <a:lnTo>
                        <a:pt x="1216" y="920"/>
                      </a:lnTo>
                      <a:lnTo>
                        <a:pt x="1198" y="940"/>
                      </a:lnTo>
                      <a:lnTo>
                        <a:pt x="1174" y="964"/>
                      </a:lnTo>
                      <a:lnTo>
                        <a:pt x="1146" y="990"/>
                      </a:lnTo>
                      <a:lnTo>
                        <a:pt x="1146" y="990"/>
                      </a:lnTo>
                      <a:lnTo>
                        <a:pt x="1006" y="1112"/>
                      </a:lnTo>
                      <a:lnTo>
                        <a:pt x="930" y="1178"/>
                      </a:lnTo>
                      <a:lnTo>
                        <a:pt x="344" y="1178"/>
                      </a:lnTo>
                      <a:lnTo>
                        <a:pt x="74" y="952"/>
                      </a:lnTo>
                      <a:lnTo>
                        <a:pt x="74" y="952"/>
                      </a:lnTo>
                      <a:lnTo>
                        <a:pt x="70" y="928"/>
                      </a:lnTo>
                      <a:lnTo>
                        <a:pt x="66" y="902"/>
                      </a:lnTo>
                      <a:lnTo>
                        <a:pt x="64" y="876"/>
                      </a:lnTo>
                      <a:lnTo>
                        <a:pt x="60" y="858"/>
                      </a:lnTo>
                      <a:lnTo>
                        <a:pt x="60" y="858"/>
                      </a:lnTo>
                      <a:lnTo>
                        <a:pt x="56" y="850"/>
                      </a:lnTo>
                      <a:lnTo>
                        <a:pt x="48" y="842"/>
                      </a:lnTo>
                      <a:lnTo>
                        <a:pt x="28" y="822"/>
                      </a:lnTo>
                      <a:lnTo>
                        <a:pt x="18" y="812"/>
                      </a:lnTo>
                      <a:lnTo>
                        <a:pt x="8" y="800"/>
                      </a:lnTo>
                      <a:lnTo>
                        <a:pt x="2" y="790"/>
                      </a:lnTo>
                      <a:lnTo>
                        <a:pt x="0" y="778"/>
                      </a:lnTo>
                      <a:lnTo>
                        <a:pt x="0" y="778"/>
                      </a:lnTo>
                      <a:lnTo>
                        <a:pt x="2" y="766"/>
                      </a:lnTo>
                      <a:lnTo>
                        <a:pt x="8" y="756"/>
                      </a:lnTo>
                      <a:lnTo>
                        <a:pt x="14" y="748"/>
                      </a:lnTo>
                      <a:lnTo>
                        <a:pt x="24" y="740"/>
                      </a:lnTo>
                      <a:lnTo>
                        <a:pt x="40" y="726"/>
                      </a:lnTo>
                      <a:lnTo>
                        <a:pt x="46" y="718"/>
                      </a:lnTo>
                      <a:lnTo>
                        <a:pt x="48" y="710"/>
                      </a:lnTo>
                      <a:lnTo>
                        <a:pt x="48" y="710"/>
                      </a:lnTo>
                      <a:lnTo>
                        <a:pt x="46" y="700"/>
                      </a:lnTo>
                      <a:lnTo>
                        <a:pt x="40" y="688"/>
                      </a:lnTo>
                      <a:lnTo>
                        <a:pt x="22" y="658"/>
                      </a:lnTo>
                      <a:lnTo>
                        <a:pt x="14" y="640"/>
                      </a:lnTo>
                      <a:lnTo>
                        <a:pt x="6" y="622"/>
                      </a:lnTo>
                      <a:lnTo>
                        <a:pt x="0" y="606"/>
                      </a:lnTo>
                      <a:lnTo>
                        <a:pt x="0" y="590"/>
                      </a:lnTo>
                      <a:lnTo>
                        <a:pt x="0" y="590"/>
                      </a:lnTo>
                      <a:lnTo>
                        <a:pt x="2" y="576"/>
                      </a:lnTo>
                      <a:lnTo>
                        <a:pt x="8" y="564"/>
                      </a:lnTo>
                      <a:lnTo>
                        <a:pt x="14" y="554"/>
                      </a:lnTo>
                      <a:lnTo>
                        <a:pt x="20" y="546"/>
                      </a:lnTo>
                      <a:lnTo>
                        <a:pt x="34" y="532"/>
                      </a:lnTo>
                      <a:lnTo>
                        <a:pt x="38" y="524"/>
                      </a:lnTo>
                      <a:lnTo>
                        <a:pt x="42" y="516"/>
                      </a:lnTo>
                      <a:lnTo>
                        <a:pt x="42" y="516"/>
                      </a:lnTo>
                      <a:lnTo>
                        <a:pt x="40" y="508"/>
                      </a:lnTo>
                      <a:lnTo>
                        <a:pt x="38" y="498"/>
                      </a:lnTo>
                      <a:lnTo>
                        <a:pt x="24" y="476"/>
                      </a:lnTo>
                      <a:lnTo>
                        <a:pt x="12" y="452"/>
                      </a:lnTo>
                      <a:lnTo>
                        <a:pt x="8" y="440"/>
                      </a:lnTo>
                      <a:lnTo>
                        <a:pt x="6" y="428"/>
                      </a:lnTo>
                      <a:lnTo>
                        <a:pt x="6" y="428"/>
                      </a:lnTo>
                      <a:lnTo>
                        <a:pt x="8" y="416"/>
                      </a:lnTo>
                      <a:lnTo>
                        <a:pt x="12" y="404"/>
                      </a:lnTo>
                      <a:lnTo>
                        <a:pt x="26" y="380"/>
                      </a:lnTo>
                      <a:lnTo>
                        <a:pt x="38" y="358"/>
                      </a:lnTo>
                      <a:lnTo>
                        <a:pt x="42" y="346"/>
                      </a:lnTo>
                      <a:lnTo>
                        <a:pt x="44" y="336"/>
                      </a:lnTo>
                      <a:lnTo>
                        <a:pt x="44" y="336"/>
                      </a:lnTo>
                      <a:lnTo>
                        <a:pt x="42" y="324"/>
                      </a:lnTo>
                      <a:lnTo>
                        <a:pt x="38" y="314"/>
                      </a:lnTo>
                      <a:lnTo>
                        <a:pt x="24" y="294"/>
                      </a:lnTo>
                      <a:lnTo>
                        <a:pt x="16" y="284"/>
                      </a:lnTo>
                      <a:lnTo>
                        <a:pt x="8" y="270"/>
                      </a:lnTo>
                      <a:lnTo>
                        <a:pt x="2" y="256"/>
                      </a:lnTo>
                      <a:lnTo>
                        <a:pt x="0" y="240"/>
                      </a:lnTo>
                      <a:lnTo>
                        <a:pt x="0" y="240"/>
                      </a:lnTo>
                      <a:lnTo>
                        <a:pt x="0" y="216"/>
                      </a:lnTo>
                      <a:lnTo>
                        <a:pt x="0" y="182"/>
                      </a:lnTo>
                      <a:lnTo>
                        <a:pt x="4" y="102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32" name="Freeform 169"/>
                <p:cNvSpPr>
                  <a:spLocks/>
                </p:cNvSpPr>
                <p:nvPr/>
              </p:nvSpPr>
              <p:spPr bwMode="auto">
                <a:xfrm>
                  <a:off x="11463321" y="11970495"/>
                  <a:ext cx="843902" cy="115214"/>
                </a:xfrm>
                <a:custGeom>
                  <a:avLst/>
                  <a:gdLst>
                    <a:gd name="T0" fmla="*/ 0 w 532"/>
                    <a:gd name="T1" fmla="*/ 0 h 72"/>
                    <a:gd name="T2" fmla="*/ 844550 w 532"/>
                    <a:gd name="T3" fmla="*/ 0 h 72"/>
                    <a:gd name="T4" fmla="*/ 844550 w 532"/>
                    <a:gd name="T5" fmla="*/ 0 h 72"/>
                    <a:gd name="T6" fmla="*/ 828675 w 532"/>
                    <a:gd name="T7" fmla="*/ 19050 h 72"/>
                    <a:gd name="T8" fmla="*/ 793750 w 532"/>
                    <a:gd name="T9" fmla="*/ 57150 h 72"/>
                    <a:gd name="T10" fmla="*/ 771525 w 532"/>
                    <a:gd name="T11" fmla="*/ 79375 h 72"/>
                    <a:gd name="T12" fmla="*/ 749300 w 532"/>
                    <a:gd name="T13" fmla="*/ 98425 h 72"/>
                    <a:gd name="T14" fmla="*/ 727075 w 532"/>
                    <a:gd name="T15" fmla="*/ 111125 h 72"/>
                    <a:gd name="T16" fmla="*/ 717550 w 532"/>
                    <a:gd name="T17" fmla="*/ 114300 h 72"/>
                    <a:gd name="T18" fmla="*/ 708025 w 532"/>
                    <a:gd name="T19" fmla="*/ 114300 h 72"/>
                    <a:gd name="T20" fmla="*/ 708025 w 532"/>
                    <a:gd name="T21" fmla="*/ 114300 h 72"/>
                    <a:gd name="T22" fmla="*/ 158750 w 532"/>
                    <a:gd name="T23" fmla="*/ 114300 h 72"/>
                    <a:gd name="T24" fmla="*/ 158750 w 532"/>
                    <a:gd name="T25" fmla="*/ 114300 h 72"/>
                    <a:gd name="T26" fmla="*/ 149225 w 532"/>
                    <a:gd name="T27" fmla="*/ 114300 h 72"/>
                    <a:gd name="T28" fmla="*/ 139700 w 532"/>
                    <a:gd name="T29" fmla="*/ 111125 h 72"/>
                    <a:gd name="T30" fmla="*/ 114300 w 532"/>
                    <a:gd name="T31" fmla="*/ 98425 h 72"/>
                    <a:gd name="T32" fmla="*/ 88900 w 532"/>
                    <a:gd name="T33" fmla="*/ 79375 h 72"/>
                    <a:gd name="T34" fmla="*/ 63500 w 532"/>
                    <a:gd name="T35" fmla="*/ 57150 h 72"/>
                    <a:gd name="T36" fmla="*/ 19050 w 532"/>
                    <a:gd name="T37" fmla="*/ 19050 h 72"/>
                    <a:gd name="T38" fmla="*/ 0 w 532"/>
                    <a:gd name="T39" fmla="*/ 0 h 72"/>
                    <a:gd name="T40" fmla="*/ 0 w 532"/>
                    <a:gd name="T41" fmla="*/ 0 h 7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532"/>
                    <a:gd name="T64" fmla="*/ 0 h 72"/>
                    <a:gd name="T65" fmla="*/ 532 w 532"/>
                    <a:gd name="T66" fmla="*/ 72 h 7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532" h="72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22" y="12"/>
                      </a:lnTo>
                      <a:lnTo>
                        <a:pt x="500" y="36"/>
                      </a:lnTo>
                      <a:lnTo>
                        <a:pt x="486" y="50"/>
                      </a:lnTo>
                      <a:lnTo>
                        <a:pt x="472" y="62"/>
                      </a:lnTo>
                      <a:lnTo>
                        <a:pt x="458" y="70"/>
                      </a:lnTo>
                      <a:lnTo>
                        <a:pt x="452" y="72"/>
                      </a:lnTo>
                      <a:lnTo>
                        <a:pt x="446" y="72"/>
                      </a:lnTo>
                      <a:lnTo>
                        <a:pt x="100" y="72"/>
                      </a:lnTo>
                      <a:lnTo>
                        <a:pt x="94" y="72"/>
                      </a:lnTo>
                      <a:lnTo>
                        <a:pt x="88" y="70"/>
                      </a:lnTo>
                      <a:lnTo>
                        <a:pt x="72" y="62"/>
                      </a:lnTo>
                      <a:lnTo>
                        <a:pt x="56" y="50"/>
                      </a:lnTo>
                      <a:lnTo>
                        <a:pt x="40" y="36"/>
                      </a:lnTo>
                      <a:lnTo>
                        <a:pt x="12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</p:grpSp>
          <p:sp>
            <p:nvSpPr>
              <p:cNvPr id="122" name="Rectangle 54"/>
              <p:cNvSpPr/>
              <p:nvPr/>
            </p:nvSpPr>
            <p:spPr>
              <a:xfrm>
                <a:off x="17636291" y="-201963"/>
                <a:ext cx="579691" cy="202218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AU" sz="2160"/>
              </a:p>
            </p:txBody>
          </p:sp>
        </p:grpSp>
        <p:sp>
          <p:nvSpPr>
            <p:cNvPr id="117" name="Freeform 188"/>
            <p:cNvSpPr>
              <a:spLocks/>
            </p:cNvSpPr>
            <p:nvPr/>
          </p:nvSpPr>
          <p:spPr bwMode="auto">
            <a:xfrm>
              <a:off x="3714839" y="1785008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18" name="Freeform 188"/>
            <p:cNvSpPr>
              <a:spLocks/>
            </p:cNvSpPr>
            <p:nvPr/>
          </p:nvSpPr>
          <p:spPr bwMode="auto">
            <a:xfrm>
              <a:off x="3714839" y="1928489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19" name="Freeform 188"/>
            <p:cNvSpPr>
              <a:spLocks/>
            </p:cNvSpPr>
            <p:nvPr/>
          </p:nvSpPr>
          <p:spPr bwMode="auto">
            <a:xfrm>
              <a:off x="3714839" y="2071971"/>
              <a:ext cx="1044429" cy="70784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20" name="Freeform 188"/>
            <p:cNvSpPr>
              <a:spLocks/>
            </p:cNvSpPr>
            <p:nvPr/>
          </p:nvSpPr>
          <p:spPr bwMode="auto">
            <a:xfrm>
              <a:off x="3714839" y="2213540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</p:grpSp>
      <p:grpSp>
        <p:nvGrpSpPr>
          <p:cNvPr id="133" name="18 Grupo"/>
          <p:cNvGrpSpPr>
            <a:grpSpLocks/>
          </p:cNvGrpSpPr>
          <p:nvPr/>
        </p:nvGrpSpPr>
        <p:grpSpPr bwMode="auto">
          <a:xfrm>
            <a:off x="5872987" y="0"/>
            <a:ext cx="1686750" cy="3722051"/>
            <a:chOff x="3143251" y="428625"/>
            <a:chExt cx="2197100" cy="4729163"/>
          </a:xfrm>
        </p:grpSpPr>
        <p:grpSp>
          <p:nvGrpSpPr>
            <p:cNvPr id="134" name="Group 52"/>
            <p:cNvGrpSpPr>
              <a:grpSpLocks/>
            </p:cNvGrpSpPr>
            <p:nvPr/>
          </p:nvGrpSpPr>
          <p:grpSpPr bwMode="auto">
            <a:xfrm>
              <a:off x="3143251" y="428625"/>
              <a:ext cx="2197100" cy="4729163"/>
              <a:chOff x="15617236" y="-201963"/>
              <a:chExt cx="4562592" cy="9820903"/>
            </a:xfrm>
          </p:grpSpPr>
          <p:grpSp>
            <p:nvGrpSpPr>
              <p:cNvPr id="139" name="Group 53"/>
              <p:cNvGrpSpPr>
                <a:grpSpLocks/>
              </p:cNvGrpSpPr>
              <p:nvPr/>
            </p:nvGrpSpPr>
            <p:grpSpPr bwMode="auto">
              <a:xfrm rot="10800000">
                <a:off x="15617236" y="1887815"/>
                <a:ext cx="4562592" cy="7731125"/>
                <a:chOff x="9633551" y="4338638"/>
                <a:chExt cx="4562595" cy="7731125"/>
              </a:xfrm>
            </p:grpSpPr>
            <p:sp>
              <p:nvSpPr>
                <p:cNvPr id="141" name="Freeform 149"/>
                <p:cNvSpPr>
                  <a:spLocks/>
                </p:cNvSpPr>
                <p:nvPr/>
              </p:nvSpPr>
              <p:spPr bwMode="auto">
                <a:xfrm>
                  <a:off x="11940482" y="7377872"/>
                  <a:ext cx="1376269" cy="2014240"/>
                </a:xfrm>
                <a:custGeom>
                  <a:avLst/>
                  <a:gdLst>
                    <a:gd name="T0" fmla="*/ 930275 w 866"/>
                    <a:gd name="T1" fmla="*/ 298450 h 1270"/>
                    <a:gd name="T2" fmla="*/ 987425 w 866"/>
                    <a:gd name="T3" fmla="*/ 263525 h 1270"/>
                    <a:gd name="T4" fmla="*/ 1060450 w 866"/>
                    <a:gd name="T5" fmla="*/ 254000 h 1270"/>
                    <a:gd name="T6" fmla="*/ 1092200 w 866"/>
                    <a:gd name="T7" fmla="*/ 257175 h 1270"/>
                    <a:gd name="T8" fmla="*/ 1155700 w 866"/>
                    <a:gd name="T9" fmla="*/ 285750 h 1270"/>
                    <a:gd name="T10" fmla="*/ 1212850 w 866"/>
                    <a:gd name="T11" fmla="*/ 323850 h 1270"/>
                    <a:gd name="T12" fmla="*/ 1273175 w 866"/>
                    <a:gd name="T13" fmla="*/ 374650 h 1270"/>
                    <a:gd name="T14" fmla="*/ 1374775 w 866"/>
                    <a:gd name="T15" fmla="*/ 0 h 1270"/>
                    <a:gd name="T16" fmla="*/ 0 w 866"/>
                    <a:gd name="T17" fmla="*/ 1470025 h 1270"/>
                    <a:gd name="T18" fmla="*/ 501650 w 866"/>
                    <a:gd name="T19" fmla="*/ 1470025 h 1270"/>
                    <a:gd name="T20" fmla="*/ 527050 w 866"/>
                    <a:gd name="T21" fmla="*/ 1479550 h 1270"/>
                    <a:gd name="T22" fmla="*/ 536575 w 866"/>
                    <a:gd name="T23" fmla="*/ 1504950 h 1270"/>
                    <a:gd name="T24" fmla="*/ 536575 w 866"/>
                    <a:gd name="T25" fmla="*/ 1676400 h 1270"/>
                    <a:gd name="T26" fmla="*/ 523875 w 866"/>
                    <a:gd name="T27" fmla="*/ 1704975 h 1270"/>
                    <a:gd name="T28" fmla="*/ 495300 w 866"/>
                    <a:gd name="T29" fmla="*/ 1730375 h 1270"/>
                    <a:gd name="T30" fmla="*/ 441325 w 866"/>
                    <a:gd name="T31" fmla="*/ 1793875 h 1270"/>
                    <a:gd name="T32" fmla="*/ 415925 w 866"/>
                    <a:gd name="T33" fmla="*/ 1838325 h 1270"/>
                    <a:gd name="T34" fmla="*/ 409575 w 866"/>
                    <a:gd name="T35" fmla="*/ 1860550 h 1270"/>
                    <a:gd name="T36" fmla="*/ 419100 w 866"/>
                    <a:gd name="T37" fmla="*/ 1917700 h 1270"/>
                    <a:gd name="T38" fmla="*/ 447675 w 866"/>
                    <a:gd name="T39" fmla="*/ 1965325 h 1270"/>
                    <a:gd name="T40" fmla="*/ 460375 w 866"/>
                    <a:gd name="T41" fmla="*/ 1978025 h 1270"/>
                    <a:gd name="T42" fmla="*/ 488950 w 866"/>
                    <a:gd name="T43" fmla="*/ 1997075 h 1270"/>
                    <a:gd name="T44" fmla="*/ 542925 w 866"/>
                    <a:gd name="T45" fmla="*/ 2012950 h 1270"/>
                    <a:gd name="T46" fmla="*/ 581025 w 866"/>
                    <a:gd name="T47" fmla="*/ 2016125 h 1270"/>
                    <a:gd name="T48" fmla="*/ 647700 w 866"/>
                    <a:gd name="T49" fmla="*/ 2012950 h 1270"/>
                    <a:gd name="T50" fmla="*/ 714375 w 866"/>
                    <a:gd name="T51" fmla="*/ 1993900 h 1270"/>
                    <a:gd name="T52" fmla="*/ 758825 w 866"/>
                    <a:gd name="T53" fmla="*/ 1968500 h 1270"/>
                    <a:gd name="T54" fmla="*/ 777875 w 866"/>
                    <a:gd name="T55" fmla="*/ 1939925 h 1270"/>
                    <a:gd name="T56" fmla="*/ 793750 w 866"/>
                    <a:gd name="T57" fmla="*/ 1908175 h 1270"/>
                    <a:gd name="T58" fmla="*/ 793750 w 866"/>
                    <a:gd name="T59" fmla="*/ 1885950 h 1270"/>
                    <a:gd name="T60" fmla="*/ 790575 w 866"/>
                    <a:gd name="T61" fmla="*/ 1847850 h 1270"/>
                    <a:gd name="T62" fmla="*/ 777875 w 866"/>
                    <a:gd name="T63" fmla="*/ 1809750 h 1270"/>
                    <a:gd name="T64" fmla="*/ 733425 w 866"/>
                    <a:gd name="T65" fmla="*/ 1749425 h 1270"/>
                    <a:gd name="T66" fmla="*/ 685800 w 866"/>
                    <a:gd name="T67" fmla="*/ 1708150 h 1270"/>
                    <a:gd name="T68" fmla="*/ 666750 w 866"/>
                    <a:gd name="T69" fmla="*/ 1692275 h 1270"/>
                    <a:gd name="T70" fmla="*/ 654050 w 866"/>
                    <a:gd name="T71" fmla="*/ 1679575 h 1270"/>
                    <a:gd name="T72" fmla="*/ 647700 w 866"/>
                    <a:gd name="T73" fmla="*/ 1663700 h 1270"/>
                    <a:gd name="T74" fmla="*/ 647700 w 866"/>
                    <a:gd name="T75" fmla="*/ 1495425 h 1270"/>
                    <a:gd name="T76" fmla="*/ 657225 w 866"/>
                    <a:gd name="T77" fmla="*/ 1470025 h 1270"/>
                    <a:gd name="T78" fmla="*/ 682625 w 866"/>
                    <a:gd name="T79" fmla="*/ 1460500 h 1270"/>
                    <a:gd name="T80" fmla="*/ 1374775 w 866"/>
                    <a:gd name="T81" fmla="*/ 631825 h 1270"/>
                    <a:gd name="T82" fmla="*/ 1301750 w 866"/>
                    <a:gd name="T83" fmla="*/ 631825 h 1270"/>
                    <a:gd name="T84" fmla="*/ 1238250 w 866"/>
                    <a:gd name="T85" fmla="*/ 692150 h 1270"/>
                    <a:gd name="T86" fmla="*/ 1177925 w 866"/>
                    <a:gd name="T87" fmla="*/ 736600 h 1270"/>
                    <a:gd name="T88" fmla="*/ 1108075 w 866"/>
                    <a:gd name="T89" fmla="*/ 768350 h 1270"/>
                    <a:gd name="T90" fmla="*/ 1073150 w 866"/>
                    <a:gd name="T91" fmla="*/ 771525 h 1270"/>
                    <a:gd name="T92" fmla="*/ 1031875 w 866"/>
                    <a:gd name="T93" fmla="*/ 768350 h 1270"/>
                    <a:gd name="T94" fmla="*/ 993775 w 866"/>
                    <a:gd name="T95" fmla="*/ 758825 h 1270"/>
                    <a:gd name="T96" fmla="*/ 958850 w 866"/>
                    <a:gd name="T97" fmla="*/ 739775 h 1270"/>
                    <a:gd name="T98" fmla="*/ 923925 w 866"/>
                    <a:gd name="T99" fmla="*/ 714375 h 1270"/>
                    <a:gd name="T100" fmla="*/ 895350 w 866"/>
                    <a:gd name="T101" fmla="*/ 679450 h 1270"/>
                    <a:gd name="T102" fmla="*/ 876300 w 866"/>
                    <a:gd name="T103" fmla="*/ 631825 h 1270"/>
                    <a:gd name="T104" fmla="*/ 860425 w 866"/>
                    <a:gd name="T105" fmla="*/ 577850 h 1270"/>
                    <a:gd name="T106" fmla="*/ 857250 w 866"/>
                    <a:gd name="T107" fmla="*/ 511175 h 1270"/>
                    <a:gd name="T108" fmla="*/ 857250 w 866"/>
                    <a:gd name="T109" fmla="*/ 469900 h 1270"/>
                    <a:gd name="T110" fmla="*/ 869950 w 866"/>
                    <a:gd name="T111" fmla="*/ 400050 h 1270"/>
                    <a:gd name="T112" fmla="*/ 892175 w 866"/>
                    <a:gd name="T113" fmla="*/ 349250 h 1270"/>
                    <a:gd name="T114" fmla="*/ 917575 w 866"/>
                    <a:gd name="T115" fmla="*/ 311150 h 1270"/>
                    <a:gd name="T116" fmla="*/ 930275 w 866"/>
                    <a:gd name="T117" fmla="*/ 298450 h 1270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866"/>
                    <a:gd name="T178" fmla="*/ 0 h 1270"/>
                    <a:gd name="T179" fmla="*/ 866 w 866"/>
                    <a:gd name="T180" fmla="*/ 1270 h 1270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866" h="1270">
                      <a:moveTo>
                        <a:pt x="586" y="188"/>
                      </a:moveTo>
                      <a:lnTo>
                        <a:pt x="586" y="188"/>
                      </a:lnTo>
                      <a:lnTo>
                        <a:pt x="602" y="174"/>
                      </a:lnTo>
                      <a:lnTo>
                        <a:pt x="622" y="166"/>
                      </a:lnTo>
                      <a:lnTo>
                        <a:pt x="644" y="160"/>
                      </a:lnTo>
                      <a:lnTo>
                        <a:pt x="668" y="160"/>
                      </a:lnTo>
                      <a:lnTo>
                        <a:pt x="688" y="162"/>
                      </a:lnTo>
                      <a:lnTo>
                        <a:pt x="708" y="170"/>
                      </a:lnTo>
                      <a:lnTo>
                        <a:pt x="728" y="180"/>
                      </a:lnTo>
                      <a:lnTo>
                        <a:pt x="746" y="192"/>
                      </a:lnTo>
                      <a:lnTo>
                        <a:pt x="764" y="204"/>
                      </a:lnTo>
                      <a:lnTo>
                        <a:pt x="780" y="216"/>
                      </a:lnTo>
                      <a:lnTo>
                        <a:pt x="802" y="236"/>
                      </a:lnTo>
                      <a:lnTo>
                        <a:pt x="866" y="236"/>
                      </a:lnTo>
                      <a:lnTo>
                        <a:pt x="866" y="0"/>
                      </a:lnTo>
                      <a:lnTo>
                        <a:pt x="0" y="0"/>
                      </a:lnTo>
                      <a:lnTo>
                        <a:pt x="0" y="926"/>
                      </a:lnTo>
                      <a:lnTo>
                        <a:pt x="316" y="926"/>
                      </a:lnTo>
                      <a:lnTo>
                        <a:pt x="324" y="928"/>
                      </a:lnTo>
                      <a:lnTo>
                        <a:pt x="332" y="932"/>
                      </a:lnTo>
                      <a:lnTo>
                        <a:pt x="336" y="940"/>
                      </a:lnTo>
                      <a:lnTo>
                        <a:pt x="338" y="948"/>
                      </a:lnTo>
                      <a:lnTo>
                        <a:pt x="338" y="1056"/>
                      </a:lnTo>
                      <a:lnTo>
                        <a:pt x="336" y="1066"/>
                      </a:lnTo>
                      <a:lnTo>
                        <a:pt x="330" y="1074"/>
                      </a:lnTo>
                      <a:lnTo>
                        <a:pt x="312" y="1090"/>
                      </a:lnTo>
                      <a:lnTo>
                        <a:pt x="288" y="1116"/>
                      </a:lnTo>
                      <a:lnTo>
                        <a:pt x="278" y="1130"/>
                      </a:lnTo>
                      <a:lnTo>
                        <a:pt x="268" y="1144"/>
                      </a:lnTo>
                      <a:lnTo>
                        <a:pt x="262" y="1158"/>
                      </a:lnTo>
                      <a:lnTo>
                        <a:pt x="258" y="1172"/>
                      </a:lnTo>
                      <a:lnTo>
                        <a:pt x="260" y="1190"/>
                      </a:lnTo>
                      <a:lnTo>
                        <a:pt x="264" y="1208"/>
                      </a:lnTo>
                      <a:lnTo>
                        <a:pt x="272" y="1224"/>
                      </a:lnTo>
                      <a:lnTo>
                        <a:pt x="282" y="1238"/>
                      </a:lnTo>
                      <a:lnTo>
                        <a:pt x="290" y="1246"/>
                      </a:lnTo>
                      <a:lnTo>
                        <a:pt x="298" y="1252"/>
                      </a:lnTo>
                      <a:lnTo>
                        <a:pt x="308" y="1258"/>
                      </a:lnTo>
                      <a:lnTo>
                        <a:pt x="318" y="1262"/>
                      </a:lnTo>
                      <a:lnTo>
                        <a:pt x="342" y="1268"/>
                      </a:lnTo>
                      <a:lnTo>
                        <a:pt x="366" y="1270"/>
                      </a:lnTo>
                      <a:lnTo>
                        <a:pt x="386" y="1270"/>
                      </a:lnTo>
                      <a:lnTo>
                        <a:pt x="408" y="1268"/>
                      </a:lnTo>
                      <a:lnTo>
                        <a:pt x="428" y="1264"/>
                      </a:lnTo>
                      <a:lnTo>
                        <a:pt x="450" y="1256"/>
                      </a:lnTo>
                      <a:lnTo>
                        <a:pt x="468" y="1246"/>
                      </a:lnTo>
                      <a:lnTo>
                        <a:pt x="478" y="1240"/>
                      </a:lnTo>
                      <a:lnTo>
                        <a:pt x="484" y="1232"/>
                      </a:lnTo>
                      <a:lnTo>
                        <a:pt x="490" y="1222"/>
                      </a:lnTo>
                      <a:lnTo>
                        <a:pt x="496" y="1212"/>
                      </a:lnTo>
                      <a:lnTo>
                        <a:pt x="500" y="1202"/>
                      </a:lnTo>
                      <a:lnTo>
                        <a:pt x="500" y="1188"/>
                      </a:lnTo>
                      <a:lnTo>
                        <a:pt x="500" y="1176"/>
                      </a:lnTo>
                      <a:lnTo>
                        <a:pt x="498" y="1164"/>
                      </a:lnTo>
                      <a:lnTo>
                        <a:pt x="496" y="1152"/>
                      </a:lnTo>
                      <a:lnTo>
                        <a:pt x="490" y="1140"/>
                      </a:lnTo>
                      <a:lnTo>
                        <a:pt x="478" y="1120"/>
                      </a:lnTo>
                      <a:lnTo>
                        <a:pt x="462" y="1102"/>
                      </a:lnTo>
                      <a:lnTo>
                        <a:pt x="446" y="1088"/>
                      </a:lnTo>
                      <a:lnTo>
                        <a:pt x="432" y="1076"/>
                      </a:lnTo>
                      <a:lnTo>
                        <a:pt x="420" y="1066"/>
                      </a:lnTo>
                      <a:lnTo>
                        <a:pt x="414" y="1062"/>
                      </a:lnTo>
                      <a:lnTo>
                        <a:pt x="412" y="1058"/>
                      </a:lnTo>
                      <a:lnTo>
                        <a:pt x="410" y="1052"/>
                      </a:lnTo>
                      <a:lnTo>
                        <a:pt x="408" y="1048"/>
                      </a:lnTo>
                      <a:lnTo>
                        <a:pt x="408" y="942"/>
                      </a:lnTo>
                      <a:lnTo>
                        <a:pt x="410" y="934"/>
                      </a:lnTo>
                      <a:lnTo>
                        <a:pt x="414" y="926"/>
                      </a:lnTo>
                      <a:lnTo>
                        <a:pt x="422" y="922"/>
                      </a:lnTo>
                      <a:lnTo>
                        <a:pt x="430" y="920"/>
                      </a:lnTo>
                      <a:lnTo>
                        <a:pt x="866" y="920"/>
                      </a:lnTo>
                      <a:lnTo>
                        <a:pt x="866" y="398"/>
                      </a:lnTo>
                      <a:lnTo>
                        <a:pt x="820" y="398"/>
                      </a:lnTo>
                      <a:lnTo>
                        <a:pt x="796" y="422"/>
                      </a:lnTo>
                      <a:lnTo>
                        <a:pt x="780" y="436"/>
                      </a:lnTo>
                      <a:lnTo>
                        <a:pt x="762" y="452"/>
                      </a:lnTo>
                      <a:lnTo>
                        <a:pt x="742" y="464"/>
                      </a:lnTo>
                      <a:lnTo>
                        <a:pt x="720" y="476"/>
                      </a:lnTo>
                      <a:lnTo>
                        <a:pt x="698" y="484"/>
                      </a:lnTo>
                      <a:lnTo>
                        <a:pt x="686" y="486"/>
                      </a:lnTo>
                      <a:lnTo>
                        <a:pt x="676" y="486"/>
                      </a:lnTo>
                      <a:lnTo>
                        <a:pt x="650" y="484"/>
                      </a:lnTo>
                      <a:lnTo>
                        <a:pt x="638" y="482"/>
                      </a:lnTo>
                      <a:lnTo>
                        <a:pt x="626" y="478"/>
                      </a:lnTo>
                      <a:lnTo>
                        <a:pt x="614" y="472"/>
                      </a:lnTo>
                      <a:lnTo>
                        <a:pt x="604" y="466"/>
                      </a:lnTo>
                      <a:lnTo>
                        <a:pt x="592" y="458"/>
                      </a:lnTo>
                      <a:lnTo>
                        <a:pt x="582" y="450"/>
                      </a:lnTo>
                      <a:lnTo>
                        <a:pt x="574" y="440"/>
                      </a:lnTo>
                      <a:lnTo>
                        <a:pt x="564" y="428"/>
                      </a:lnTo>
                      <a:lnTo>
                        <a:pt x="558" y="414"/>
                      </a:lnTo>
                      <a:lnTo>
                        <a:pt x="552" y="398"/>
                      </a:lnTo>
                      <a:lnTo>
                        <a:pt x="546" y="382"/>
                      </a:lnTo>
                      <a:lnTo>
                        <a:pt x="542" y="364"/>
                      </a:lnTo>
                      <a:lnTo>
                        <a:pt x="540" y="344"/>
                      </a:lnTo>
                      <a:lnTo>
                        <a:pt x="540" y="322"/>
                      </a:lnTo>
                      <a:lnTo>
                        <a:pt x="540" y="296"/>
                      </a:lnTo>
                      <a:lnTo>
                        <a:pt x="544" y="272"/>
                      </a:lnTo>
                      <a:lnTo>
                        <a:pt x="548" y="252"/>
                      </a:lnTo>
                      <a:lnTo>
                        <a:pt x="554" y="234"/>
                      </a:lnTo>
                      <a:lnTo>
                        <a:pt x="562" y="220"/>
                      </a:lnTo>
                      <a:lnTo>
                        <a:pt x="570" y="208"/>
                      </a:lnTo>
                      <a:lnTo>
                        <a:pt x="578" y="196"/>
                      </a:lnTo>
                      <a:lnTo>
                        <a:pt x="586" y="188"/>
                      </a:lnTo>
                      <a:close/>
                    </a:path>
                  </a:pathLst>
                </a:custGeom>
                <a:solidFill>
                  <a:srgbClr val="2C3F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42" name="Freeform 150"/>
                <p:cNvSpPr>
                  <a:spLocks/>
                </p:cNvSpPr>
                <p:nvPr/>
              </p:nvSpPr>
              <p:spPr bwMode="auto">
                <a:xfrm>
                  <a:off x="10493984" y="7358425"/>
                  <a:ext cx="1381307" cy="1470333"/>
                </a:xfrm>
                <a:custGeom>
                  <a:avLst/>
                  <a:gdLst>
                    <a:gd name="T0" fmla="*/ 2147483647 w 870"/>
                    <a:gd name="T1" fmla="*/ 0 h 926"/>
                    <a:gd name="T2" fmla="*/ 2147483647 w 870"/>
                    <a:gd name="T3" fmla="*/ 0 h 926"/>
                    <a:gd name="T4" fmla="*/ 2147483647 w 870"/>
                    <a:gd name="T5" fmla="*/ 2147483647 h 926"/>
                    <a:gd name="T6" fmla="*/ 2147483647 w 870"/>
                    <a:gd name="T7" fmla="*/ 2147483647 h 926"/>
                    <a:gd name="T8" fmla="*/ 2147483647 w 870"/>
                    <a:gd name="T9" fmla="*/ 2147483647 h 926"/>
                    <a:gd name="T10" fmla="*/ 2147483647 w 870"/>
                    <a:gd name="T11" fmla="*/ 2147483647 h 926"/>
                    <a:gd name="T12" fmla="*/ 2147483647 w 870"/>
                    <a:gd name="T13" fmla="*/ 2147483647 h 926"/>
                    <a:gd name="T14" fmla="*/ 2147483647 w 870"/>
                    <a:gd name="T15" fmla="*/ 2147483647 h 926"/>
                    <a:gd name="T16" fmla="*/ 2147483647 w 870"/>
                    <a:gd name="T17" fmla="*/ 2147483647 h 926"/>
                    <a:gd name="T18" fmla="*/ 2147483647 w 870"/>
                    <a:gd name="T19" fmla="*/ 2147483647 h 926"/>
                    <a:gd name="T20" fmla="*/ 2147483647 w 870"/>
                    <a:gd name="T21" fmla="*/ 2147483647 h 926"/>
                    <a:gd name="T22" fmla="*/ 2147483647 w 870"/>
                    <a:gd name="T23" fmla="*/ 2147483647 h 926"/>
                    <a:gd name="T24" fmla="*/ 2147483647 w 870"/>
                    <a:gd name="T25" fmla="*/ 2147483647 h 926"/>
                    <a:gd name="T26" fmla="*/ 2147483647 w 870"/>
                    <a:gd name="T27" fmla="*/ 2147483647 h 926"/>
                    <a:gd name="T28" fmla="*/ 2147483647 w 870"/>
                    <a:gd name="T29" fmla="*/ 2147483647 h 926"/>
                    <a:gd name="T30" fmla="*/ 2147483647 w 870"/>
                    <a:gd name="T31" fmla="*/ 2147483647 h 926"/>
                    <a:gd name="T32" fmla="*/ 2147483647 w 870"/>
                    <a:gd name="T33" fmla="*/ 2147483647 h 926"/>
                    <a:gd name="T34" fmla="*/ 2147483647 w 870"/>
                    <a:gd name="T35" fmla="*/ 2147483647 h 926"/>
                    <a:gd name="T36" fmla="*/ 2147483647 w 870"/>
                    <a:gd name="T37" fmla="*/ 2147483647 h 926"/>
                    <a:gd name="T38" fmla="*/ 2147483647 w 870"/>
                    <a:gd name="T39" fmla="*/ 2147483647 h 926"/>
                    <a:gd name="T40" fmla="*/ 2147483647 w 870"/>
                    <a:gd name="T41" fmla="*/ 2147483647 h 926"/>
                    <a:gd name="T42" fmla="*/ 2147483647 w 870"/>
                    <a:gd name="T43" fmla="*/ 2147483647 h 926"/>
                    <a:gd name="T44" fmla="*/ 2147483647 w 870"/>
                    <a:gd name="T45" fmla="*/ 2147483647 h 926"/>
                    <a:gd name="T46" fmla="*/ 2147483647 w 870"/>
                    <a:gd name="T47" fmla="*/ 2147483647 h 926"/>
                    <a:gd name="T48" fmla="*/ 2147483647 w 870"/>
                    <a:gd name="T49" fmla="*/ 2147483647 h 926"/>
                    <a:gd name="T50" fmla="*/ 2147483647 w 870"/>
                    <a:gd name="T51" fmla="*/ 2147483647 h 926"/>
                    <a:gd name="T52" fmla="*/ 2147483647 w 870"/>
                    <a:gd name="T53" fmla="*/ 2147483647 h 926"/>
                    <a:gd name="T54" fmla="*/ 2147483647 w 870"/>
                    <a:gd name="T55" fmla="*/ 2147483647 h 926"/>
                    <a:gd name="T56" fmla="*/ 2147483647 w 870"/>
                    <a:gd name="T57" fmla="*/ 2147483647 h 926"/>
                    <a:gd name="T58" fmla="*/ 2147483647 w 870"/>
                    <a:gd name="T59" fmla="*/ 2147483647 h 926"/>
                    <a:gd name="T60" fmla="*/ 2147483647 w 870"/>
                    <a:gd name="T61" fmla="*/ 2147483647 h 926"/>
                    <a:gd name="T62" fmla="*/ 2147483647 w 870"/>
                    <a:gd name="T63" fmla="*/ 2147483647 h 926"/>
                    <a:gd name="T64" fmla="*/ 2147483647 w 870"/>
                    <a:gd name="T65" fmla="*/ 2147483647 h 926"/>
                    <a:gd name="T66" fmla="*/ 2147483647 w 870"/>
                    <a:gd name="T67" fmla="*/ 2147483647 h 926"/>
                    <a:gd name="T68" fmla="*/ 2147483647 w 870"/>
                    <a:gd name="T69" fmla="*/ 2147483647 h 926"/>
                    <a:gd name="T70" fmla="*/ 2147483647 w 870"/>
                    <a:gd name="T71" fmla="*/ 2147483647 h 926"/>
                    <a:gd name="T72" fmla="*/ 2147483647 w 870"/>
                    <a:gd name="T73" fmla="*/ 2147483647 h 926"/>
                    <a:gd name="T74" fmla="*/ 2147483647 w 870"/>
                    <a:gd name="T75" fmla="*/ 2147483647 h 926"/>
                    <a:gd name="T76" fmla="*/ 2147483647 w 870"/>
                    <a:gd name="T77" fmla="*/ 2147483647 h 926"/>
                    <a:gd name="T78" fmla="*/ 2147483647 w 870"/>
                    <a:gd name="T79" fmla="*/ 2147483647 h 926"/>
                    <a:gd name="T80" fmla="*/ 2147483647 w 870"/>
                    <a:gd name="T81" fmla="*/ 2147483647 h 926"/>
                    <a:gd name="T82" fmla="*/ 2147483647 w 870"/>
                    <a:gd name="T83" fmla="*/ 2147483647 h 926"/>
                    <a:gd name="T84" fmla="*/ 2147483647 w 870"/>
                    <a:gd name="T85" fmla="*/ 2147483647 h 926"/>
                    <a:gd name="T86" fmla="*/ 2147483647 w 870"/>
                    <a:gd name="T87" fmla="*/ 2147483647 h 926"/>
                    <a:gd name="T88" fmla="*/ 2147483647 w 870"/>
                    <a:gd name="T89" fmla="*/ 2147483647 h 926"/>
                    <a:gd name="T90" fmla="*/ 2147483647 w 870"/>
                    <a:gd name="T91" fmla="*/ 2147483647 h 926"/>
                    <a:gd name="T92" fmla="*/ 2147483647 w 870"/>
                    <a:gd name="T93" fmla="*/ 2147483647 h 926"/>
                    <a:gd name="T94" fmla="*/ 2147483647 w 870"/>
                    <a:gd name="T95" fmla="*/ 2147483647 h 926"/>
                    <a:gd name="T96" fmla="*/ 2147483647 w 870"/>
                    <a:gd name="T97" fmla="*/ 2147483647 h 926"/>
                    <a:gd name="T98" fmla="*/ 2147483647 w 870"/>
                    <a:gd name="T99" fmla="*/ 2147483647 h 926"/>
                    <a:gd name="T100" fmla="*/ 2147483647 w 870"/>
                    <a:gd name="T101" fmla="*/ 2147483647 h 926"/>
                    <a:gd name="T102" fmla="*/ 2147483647 w 870"/>
                    <a:gd name="T103" fmla="*/ 2147483647 h 926"/>
                    <a:gd name="T104" fmla="*/ 2147483647 w 870"/>
                    <a:gd name="T105" fmla="*/ 2147483647 h 926"/>
                    <a:gd name="T106" fmla="*/ 2147483647 w 870"/>
                    <a:gd name="T107" fmla="*/ 2147483647 h 926"/>
                    <a:gd name="T108" fmla="*/ 0 w 870"/>
                    <a:gd name="T109" fmla="*/ 2147483647 h 926"/>
                    <a:gd name="T110" fmla="*/ 0 w 870"/>
                    <a:gd name="T111" fmla="*/ 2147483647 h 926"/>
                    <a:gd name="T112" fmla="*/ 0 w 870"/>
                    <a:gd name="T113" fmla="*/ 2147483647 h 926"/>
                    <a:gd name="T114" fmla="*/ 2147483647 w 870"/>
                    <a:gd name="T115" fmla="*/ 2147483647 h 926"/>
                    <a:gd name="T116" fmla="*/ 2147483647 w 870"/>
                    <a:gd name="T117" fmla="*/ 2147483647 h 926"/>
                    <a:gd name="T118" fmla="*/ 2147483647 w 870"/>
                    <a:gd name="T119" fmla="*/ 0 h 92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870"/>
                    <a:gd name="T181" fmla="*/ 0 h 926"/>
                    <a:gd name="T182" fmla="*/ 870 w 870"/>
                    <a:gd name="T183" fmla="*/ 926 h 92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870" h="926">
                      <a:moveTo>
                        <a:pt x="870" y="0"/>
                      </a:moveTo>
                      <a:lnTo>
                        <a:pt x="4" y="0"/>
                      </a:lnTo>
                      <a:lnTo>
                        <a:pt x="4" y="226"/>
                      </a:lnTo>
                      <a:lnTo>
                        <a:pt x="64" y="226"/>
                      </a:lnTo>
                      <a:lnTo>
                        <a:pt x="70" y="214"/>
                      </a:lnTo>
                      <a:lnTo>
                        <a:pt x="80" y="200"/>
                      </a:lnTo>
                      <a:lnTo>
                        <a:pt x="94" y="186"/>
                      </a:lnTo>
                      <a:lnTo>
                        <a:pt x="110" y="172"/>
                      </a:lnTo>
                      <a:lnTo>
                        <a:pt x="128" y="158"/>
                      </a:lnTo>
                      <a:lnTo>
                        <a:pt x="152" y="148"/>
                      </a:lnTo>
                      <a:lnTo>
                        <a:pt x="164" y="144"/>
                      </a:lnTo>
                      <a:lnTo>
                        <a:pt x="178" y="142"/>
                      </a:lnTo>
                      <a:lnTo>
                        <a:pt x="194" y="140"/>
                      </a:lnTo>
                      <a:lnTo>
                        <a:pt x="208" y="140"/>
                      </a:lnTo>
                      <a:lnTo>
                        <a:pt x="230" y="142"/>
                      </a:lnTo>
                      <a:lnTo>
                        <a:pt x="250" y="146"/>
                      </a:lnTo>
                      <a:lnTo>
                        <a:pt x="266" y="154"/>
                      </a:lnTo>
                      <a:lnTo>
                        <a:pt x="280" y="162"/>
                      </a:lnTo>
                      <a:lnTo>
                        <a:pt x="292" y="172"/>
                      </a:lnTo>
                      <a:lnTo>
                        <a:pt x="302" y="184"/>
                      </a:lnTo>
                      <a:lnTo>
                        <a:pt x="310" y="198"/>
                      </a:lnTo>
                      <a:lnTo>
                        <a:pt x="316" y="210"/>
                      </a:lnTo>
                      <a:lnTo>
                        <a:pt x="322" y="224"/>
                      </a:lnTo>
                      <a:lnTo>
                        <a:pt x="326" y="238"/>
                      </a:lnTo>
                      <a:lnTo>
                        <a:pt x="330" y="266"/>
                      </a:lnTo>
                      <a:lnTo>
                        <a:pt x="332" y="290"/>
                      </a:lnTo>
                      <a:lnTo>
                        <a:pt x="332" y="308"/>
                      </a:lnTo>
                      <a:lnTo>
                        <a:pt x="332" y="330"/>
                      </a:lnTo>
                      <a:lnTo>
                        <a:pt x="330" y="350"/>
                      </a:lnTo>
                      <a:lnTo>
                        <a:pt x="326" y="368"/>
                      </a:lnTo>
                      <a:lnTo>
                        <a:pt x="322" y="386"/>
                      </a:lnTo>
                      <a:lnTo>
                        <a:pt x="316" y="400"/>
                      </a:lnTo>
                      <a:lnTo>
                        <a:pt x="308" y="414"/>
                      </a:lnTo>
                      <a:lnTo>
                        <a:pt x="300" y="426"/>
                      </a:lnTo>
                      <a:lnTo>
                        <a:pt x="290" y="438"/>
                      </a:lnTo>
                      <a:lnTo>
                        <a:pt x="282" y="444"/>
                      </a:lnTo>
                      <a:lnTo>
                        <a:pt x="272" y="452"/>
                      </a:lnTo>
                      <a:lnTo>
                        <a:pt x="262" y="456"/>
                      </a:lnTo>
                      <a:lnTo>
                        <a:pt x="252" y="460"/>
                      </a:lnTo>
                      <a:lnTo>
                        <a:pt x="228" y="466"/>
                      </a:lnTo>
                      <a:lnTo>
                        <a:pt x="200" y="468"/>
                      </a:lnTo>
                      <a:lnTo>
                        <a:pt x="174" y="464"/>
                      </a:lnTo>
                      <a:lnTo>
                        <a:pt x="150" y="458"/>
                      </a:lnTo>
                      <a:lnTo>
                        <a:pt x="130" y="450"/>
                      </a:lnTo>
                      <a:lnTo>
                        <a:pt x="112" y="438"/>
                      </a:lnTo>
                      <a:lnTo>
                        <a:pt x="98" y="426"/>
                      </a:lnTo>
                      <a:lnTo>
                        <a:pt x="86" y="412"/>
                      </a:lnTo>
                      <a:lnTo>
                        <a:pt x="76" y="398"/>
                      </a:lnTo>
                      <a:lnTo>
                        <a:pt x="68" y="384"/>
                      </a:lnTo>
                      <a:lnTo>
                        <a:pt x="0" y="384"/>
                      </a:lnTo>
                      <a:lnTo>
                        <a:pt x="0" y="884"/>
                      </a:lnTo>
                      <a:lnTo>
                        <a:pt x="18" y="926"/>
                      </a:lnTo>
                      <a:lnTo>
                        <a:pt x="870" y="926"/>
                      </a:lnTo>
                      <a:lnTo>
                        <a:pt x="870" y="0"/>
                      </a:lnTo>
                      <a:close/>
                    </a:path>
                  </a:pathLst>
                </a:custGeom>
                <a:solidFill>
                  <a:srgbClr val="C139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43" name="Freeform 151"/>
                <p:cNvSpPr>
                  <a:spLocks/>
                </p:cNvSpPr>
                <p:nvPr/>
              </p:nvSpPr>
              <p:spPr bwMode="auto">
                <a:xfrm>
                  <a:off x="10497172" y="4338638"/>
                  <a:ext cx="3537291" cy="1946700"/>
                </a:xfrm>
                <a:custGeom>
                  <a:avLst/>
                  <a:gdLst>
                    <a:gd name="T0" fmla="*/ 372 w 2228"/>
                    <a:gd name="T1" fmla="*/ 886 h 1228"/>
                    <a:gd name="T2" fmla="*/ 394 w 2228"/>
                    <a:gd name="T3" fmla="*/ 898 h 1228"/>
                    <a:gd name="T4" fmla="*/ 394 w 2228"/>
                    <a:gd name="T5" fmla="*/ 1018 h 1228"/>
                    <a:gd name="T6" fmla="*/ 390 w 2228"/>
                    <a:gd name="T7" fmla="*/ 1034 h 1228"/>
                    <a:gd name="T8" fmla="*/ 368 w 2228"/>
                    <a:gd name="T9" fmla="*/ 1050 h 1228"/>
                    <a:gd name="T10" fmla="*/ 338 w 2228"/>
                    <a:gd name="T11" fmla="*/ 1084 h 1228"/>
                    <a:gd name="T12" fmla="*/ 322 w 2228"/>
                    <a:gd name="T13" fmla="*/ 1126 h 1228"/>
                    <a:gd name="T14" fmla="*/ 328 w 2228"/>
                    <a:gd name="T15" fmla="*/ 1164 h 1228"/>
                    <a:gd name="T16" fmla="*/ 364 w 2228"/>
                    <a:gd name="T17" fmla="*/ 1210 h 1228"/>
                    <a:gd name="T18" fmla="*/ 414 w 2228"/>
                    <a:gd name="T19" fmla="*/ 1228 h 1228"/>
                    <a:gd name="T20" fmla="*/ 452 w 2228"/>
                    <a:gd name="T21" fmla="*/ 1228 h 1228"/>
                    <a:gd name="T22" fmla="*/ 518 w 2228"/>
                    <a:gd name="T23" fmla="*/ 1202 h 1228"/>
                    <a:gd name="T24" fmla="*/ 554 w 2228"/>
                    <a:gd name="T25" fmla="*/ 1158 h 1228"/>
                    <a:gd name="T26" fmla="*/ 558 w 2228"/>
                    <a:gd name="T27" fmla="*/ 1138 h 1228"/>
                    <a:gd name="T28" fmla="*/ 552 w 2228"/>
                    <a:gd name="T29" fmla="*/ 1102 h 1228"/>
                    <a:gd name="T30" fmla="*/ 534 w 2228"/>
                    <a:gd name="T31" fmla="*/ 1072 h 1228"/>
                    <a:gd name="T32" fmla="*/ 492 w 2228"/>
                    <a:gd name="T33" fmla="*/ 1040 h 1228"/>
                    <a:gd name="T34" fmla="*/ 474 w 2228"/>
                    <a:gd name="T35" fmla="*/ 1030 h 1228"/>
                    <a:gd name="T36" fmla="*/ 466 w 2228"/>
                    <a:gd name="T37" fmla="*/ 1012 h 1228"/>
                    <a:gd name="T38" fmla="*/ 470 w 2228"/>
                    <a:gd name="T39" fmla="*/ 904 h 1228"/>
                    <a:gd name="T40" fmla="*/ 490 w 2228"/>
                    <a:gd name="T41" fmla="*/ 892 h 1228"/>
                    <a:gd name="T42" fmla="*/ 1294 w 2228"/>
                    <a:gd name="T43" fmla="*/ 820 h 1228"/>
                    <a:gd name="T44" fmla="*/ 1256 w 2228"/>
                    <a:gd name="T45" fmla="*/ 788 h 1228"/>
                    <a:gd name="T46" fmla="*/ 1220 w 2228"/>
                    <a:gd name="T47" fmla="*/ 730 h 1228"/>
                    <a:gd name="T48" fmla="*/ 1210 w 2228"/>
                    <a:gd name="T49" fmla="*/ 674 h 1228"/>
                    <a:gd name="T50" fmla="*/ 1214 w 2228"/>
                    <a:gd name="T51" fmla="*/ 646 h 1228"/>
                    <a:gd name="T52" fmla="*/ 1232 w 2228"/>
                    <a:gd name="T53" fmla="*/ 610 h 1228"/>
                    <a:gd name="T54" fmla="*/ 1260 w 2228"/>
                    <a:gd name="T55" fmla="*/ 584 h 1228"/>
                    <a:gd name="T56" fmla="*/ 1310 w 2228"/>
                    <a:gd name="T57" fmla="*/ 562 h 1228"/>
                    <a:gd name="T58" fmla="*/ 1366 w 2228"/>
                    <a:gd name="T59" fmla="*/ 554 h 1228"/>
                    <a:gd name="T60" fmla="*/ 1454 w 2228"/>
                    <a:gd name="T61" fmla="*/ 568 h 1228"/>
                    <a:gd name="T62" fmla="*/ 1492 w 2228"/>
                    <a:gd name="T63" fmla="*/ 588 h 1228"/>
                    <a:gd name="T64" fmla="*/ 1520 w 2228"/>
                    <a:gd name="T65" fmla="*/ 616 h 1228"/>
                    <a:gd name="T66" fmla="*/ 1534 w 2228"/>
                    <a:gd name="T67" fmla="*/ 656 h 1228"/>
                    <a:gd name="T68" fmla="*/ 1534 w 2228"/>
                    <a:gd name="T69" fmla="*/ 686 h 1228"/>
                    <a:gd name="T70" fmla="*/ 1516 w 2228"/>
                    <a:gd name="T71" fmla="*/ 750 h 1228"/>
                    <a:gd name="T72" fmla="*/ 1478 w 2228"/>
                    <a:gd name="T73" fmla="*/ 802 h 1228"/>
                    <a:gd name="T74" fmla="*/ 2228 w 2228"/>
                    <a:gd name="T75" fmla="*/ 888 h 1228"/>
                    <a:gd name="T76" fmla="*/ 2168 w 2228"/>
                    <a:gd name="T77" fmla="*/ 754 h 1228"/>
                    <a:gd name="T78" fmla="*/ 2052 w 2228"/>
                    <a:gd name="T79" fmla="*/ 564 h 1228"/>
                    <a:gd name="T80" fmla="*/ 1982 w 2228"/>
                    <a:gd name="T81" fmla="*/ 478 h 1228"/>
                    <a:gd name="T82" fmla="*/ 1904 w 2228"/>
                    <a:gd name="T83" fmla="*/ 404 h 1228"/>
                    <a:gd name="T84" fmla="*/ 1798 w 2228"/>
                    <a:gd name="T85" fmla="*/ 318 h 1228"/>
                    <a:gd name="T86" fmla="*/ 1636 w 2228"/>
                    <a:gd name="T87" fmla="*/ 204 h 1228"/>
                    <a:gd name="T88" fmla="*/ 1468 w 2228"/>
                    <a:gd name="T89" fmla="*/ 114 h 1228"/>
                    <a:gd name="T90" fmla="*/ 1282 w 2228"/>
                    <a:gd name="T91" fmla="*/ 48 h 1228"/>
                    <a:gd name="T92" fmla="*/ 1076 w 2228"/>
                    <a:gd name="T93" fmla="*/ 10 h 1228"/>
                    <a:gd name="T94" fmla="*/ 920 w 2228"/>
                    <a:gd name="T95" fmla="*/ 0 h 1228"/>
                    <a:gd name="T96" fmla="*/ 762 w 2228"/>
                    <a:gd name="T97" fmla="*/ 6 h 1228"/>
                    <a:gd name="T98" fmla="*/ 590 w 2228"/>
                    <a:gd name="T99" fmla="*/ 32 h 1228"/>
                    <a:gd name="T100" fmla="*/ 412 w 2228"/>
                    <a:gd name="T101" fmla="*/ 80 h 1228"/>
                    <a:gd name="T102" fmla="*/ 232 w 2228"/>
                    <a:gd name="T103" fmla="*/ 152 h 1228"/>
                    <a:gd name="T104" fmla="*/ 56 w 2228"/>
                    <a:gd name="T105" fmla="*/ 252 h 1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228" h="1228">
                      <a:moveTo>
                        <a:pt x="0" y="886"/>
                      </a:moveTo>
                      <a:lnTo>
                        <a:pt x="372" y="886"/>
                      </a:lnTo>
                      <a:lnTo>
                        <a:pt x="372" y="886"/>
                      </a:lnTo>
                      <a:lnTo>
                        <a:pt x="382" y="886"/>
                      </a:lnTo>
                      <a:lnTo>
                        <a:pt x="388" y="892"/>
                      </a:lnTo>
                      <a:lnTo>
                        <a:pt x="394" y="898"/>
                      </a:lnTo>
                      <a:lnTo>
                        <a:pt x="394" y="908"/>
                      </a:lnTo>
                      <a:lnTo>
                        <a:pt x="394" y="1018"/>
                      </a:lnTo>
                      <a:lnTo>
                        <a:pt x="394" y="1018"/>
                      </a:lnTo>
                      <a:lnTo>
                        <a:pt x="394" y="1024"/>
                      </a:lnTo>
                      <a:lnTo>
                        <a:pt x="392" y="1030"/>
                      </a:lnTo>
                      <a:lnTo>
                        <a:pt x="390" y="1034"/>
                      </a:lnTo>
                      <a:lnTo>
                        <a:pt x="384" y="1038"/>
                      </a:lnTo>
                      <a:lnTo>
                        <a:pt x="384" y="1038"/>
                      </a:lnTo>
                      <a:lnTo>
                        <a:pt x="368" y="1050"/>
                      </a:lnTo>
                      <a:lnTo>
                        <a:pt x="358" y="1060"/>
                      </a:lnTo>
                      <a:lnTo>
                        <a:pt x="346" y="1072"/>
                      </a:lnTo>
                      <a:lnTo>
                        <a:pt x="338" y="1084"/>
                      </a:lnTo>
                      <a:lnTo>
                        <a:pt x="330" y="1098"/>
                      </a:lnTo>
                      <a:lnTo>
                        <a:pt x="324" y="1112"/>
                      </a:lnTo>
                      <a:lnTo>
                        <a:pt x="322" y="1126"/>
                      </a:lnTo>
                      <a:lnTo>
                        <a:pt x="322" y="1126"/>
                      </a:lnTo>
                      <a:lnTo>
                        <a:pt x="324" y="1146"/>
                      </a:lnTo>
                      <a:lnTo>
                        <a:pt x="328" y="1164"/>
                      </a:lnTo>
                      <a:lnTo>
                        <a:pt x="336" y="1182"/>
                      </a:lnTo>
                      <a:lnTo>
                        <a:pt x="348" y="1196"/>
                      </a:lnTo>
                      <a:lnTo>
                        <a:pt x="364" y="1210"/>
                      </a:lnTo>
                      <a:lnTo>
                        <a:pt x="382" y="1220"/>
                      </a:lnTo>
                      <a:lnTo>
                        <a:pt x="402" y="1226"/>
                      </a:lnTo>
                      <a:lnTo>
                        <a:pt x="414" y="1228"/>
                      </a:lnTo>
                      <a:lnTo>
                        <a:pt x="426" y="1228"/>
                      </a:lnTo>
                      <a:lnTo>
                        <a:pt x="426" y="1228"/>
                      </a:lnTo>
                      <a:lnTo>
                        <a:pt x="452" y="1228"/>
                      </a:lnTo>
                      <a:lnTo>
                        <a:pt x="478" y="1222"/>
                      </a:lnTo>
                      <a:lnTo>
                        <a:pt x="500" y="1214"/>
                      </a:lnTo>
                      <a:lnTo>
                        <a:pt x="518" y="1202"/>
                      </a:lnTo>
                      <a:lnTo>
                        <a:pt x="534" y="1190"/>
                      </a:lnTo>
                      <a:lnTo>
                        <a:pt x="546" y="1174"/>
                      </a:lnTo>
                      <a:lnTo>
                        <a:pt x="554" y="1158"/>
                      </a:lnTo>
                      <a:lnTo>
                        <a:pt x="556" y="1148"/>
                      </a:lnTo>
                      <a:lnTo>
                        <a:pt x="558" y="1138"/>
                      </a:lnTo>
                      <a:lnTo>
                        <a:pt x="558" y="1138"/>
                      </a:lnTo>
                      <a:lnTo>
                        <a:pt x="558" y="1126"/>
                      </a:lnTo>
                      <a:lnTo>
                        <a:pt x="556" y="1112"/>
                      </a:lnTo>
                      <a:lnTo>
                        <a:pt x="552" y="1102"/>
                      </a:lnTo>
                      <a:lnTo>
                        <a:pt x="546" y="1090"/>
                      </a:lnTo>
                      <a:lnTo>
                        <a:pt x="540" y="1080"/>
                      </a:lnTo>
                      <a:lnTo>
                        <a:pt x="534" y="1072"/>
                      </a:lnTo>
                      <a:lnTo>
                        <a:pt x="520" y="1058"/>
                      </a:lnTo>
                      <a:lnTo>
                        <a:pt x="506" y="1046"/>
                      </a:lnTo>
                      <a:lnTo>
                        <a:pt x="492" y="1040"/>
                      </a:lnTo>
                      <a:lnTo>
                        <a:pt x="480" y="1034"/>
                      </a:lnTo>
                      <a:lnTo>
                        <a:pt x="480" y="1034"/>
                      </a:lnTo>
                      <a:lnTo>
                        <a:pt x="474" y="1030"/>
                      </a:lnTo>
                      <a:lnTo>
                        <a:pt x="470" y="1024"/>
                      </a:lnTo>
                      <a:lnTo>
                        <a:pt x="466" y="1018"/>
                      </a:lnTo>
                      <a:lnTo>
                        <a:pt x="466" y="1012"/>
                      </a:lnTo>
                      <a:lnTo>
                        <a:pt x="468" y="912"/>
                      </a:lnTo>
                      <a:lnTo>
                        <a:pt x="468" y="912"/>
                      </a:lnTo>
                      <a:lnTo>
                        <a:pt x="470" y="904"/>
                      </a:lnTo>
                      <a:lnTo>
                        <a:pt x="476" y="898"/>
                      </a:lnTo>
                      <a:lnTo>
                        <a:pt x="482" y="894"/>
                      </a:lnTo>
                      <a:lnTo>
                        <a:pt x="490" y="892"/>
                      </a:lnTo>
                      <a:lnTo>
                        <a:pt x="1294" y="892"/>
                      </a:lnTo>
                      <a:lnTo>
                        <a:pt x="1294" y="820"/>
                      </a:lnTo>
                      <a:lnTo>
                        <a:pt x="1294" y="820"/>
                      </a:lnTo>
                      <a:lnTo>
                        <a:pt x="1282" y="812"/>
                      </a:lnTo>
                      <a:lnTo>
                        <a:pt x="1270" y="802"/>
                      </a:lnTo>
                      <a:lnTo>
                        <a:pt x="1256" y="788"/>
                      </a:lnTo>
                      <a:lnTo>
                        <a:pt x="1242" y="772"/>
                      </a:lnTo>
                      <a:lnTo>
                        <a:pt x="1230" y="752"/>
                      </a:lnTo>
                      <a:lnTo>
                        <a:pt x="1220" y="730"/>
                      </a:lnTo>
                      <a:lnTo>
                        <a:pt x="1212" y="704"/>
                      </a:lnTo>
                      <a:lnTo>
                        <a:pt x="1210" y="690"/>
                      </a:lnTo>
                      <a:lnTo>
                        <a:pt x="1210" y="674"/>
                      </a:lnTo>
                      <a:lnTo>
                        <a:pt x="1210" y="674"/>
                      </a:lnTo>
                      <a:lnTo>
                        <a:pt x="1212" y="660"/>
                      </a:lnTo>
                      <a:lnTo>
                        <a:pt x="1214" y="646"/>
                      </a:lnTo>
                      <a:lnTo>
                        <a:pt x="1218" y="632"/>
                      </a:lnTo>
                      <a:lnTo>
                        <a:pt x="1224" y="620"/>
                      </a:lnTo>
                      <a:lnTo>
                        <a:pt x="1232" y="610"/>
                      </a:lnTo>
                      <a:lnTo>
                        <a:pt x="1240" y="600"/>
                      </a:lnTo>
                      <a:lnTo>
                        <a:pt x="1250" y="592"/>
                      </a:lnTo>
                      <a:lnTo>
                        <a:pt x="1260" y="584"/>
                      </a:lnTo>
                      <a:lnTo>
                        <a:pt x="1272" y="576"/>
                      </a:lnTo>
                      <a:lnTo>
                        <a:pt x="1284" y="570"/>
                      </a:lnTo>
                      <a:lnTo>
                        <a:pt x="1310" y="562"/>
                      </a:lnTo>
                      <a:lnTo>
                        <a:pt x="1338" y="556"/>
                      </a:lnTo>
                      <a:lnTo>
                        <a:pt x="1366" y="554"/>
                      </a:lnTo>
                      <a:lnTo>
                        <a:pt x="1366" y="554"/>
                      </a:lnTo>
                      <a:lnTo>
                        <a:pt x="1396" y="556"/>
                      </a:lnTo>
                      <a:lnTo>
                        <a:pt x="1426" y="560"/>
                      </a:lnTo>
                      <a:lnTo>
                        <a:pt x="1454" y="568"/>
                      </a:lnTo>
                      <a:lnTo>
                        <a:pt x="1466" y="574"/>
                      </a:lnTo>
                      <a:lnTo>
                        <a:pt x="1480" y="580"/>
                      </a:lnTo>
                      <a:lnTo>
                        <a:pt x="1492" y="588"/>
                      </a:lnTo>
                      <a:lnTo>
                        <a:pt x="1502" y="596"/>
                      </a:lnTo>
                      <a:lnTo>
                        <a:pt x="1512" y="606"/>
                      </a:lnTo>
                      <a:lnTo>
                        <a:pt x="1520" y="616"/>
                      </a:lnTo>
                      <a:lnTo>
                        <a:pt x="1526" y="628"/>
                      </a:lnTo>
                      <a:lnTo>
                        <a:pt x="1530" y="642"/>
                      </a:lnTo>
                      <a:lnTo>
                        <a:pt x="1534" y="656"/>
                      </a:lnTo>
                      <a:lnTo>
                        <a:pt x="1534" y="672"/>
                      </a:lnTo>
                      <a:lnTo>
                        <a:pt x="1534" y="672"/>
                      </a:lnTo>
                      <a:lnTo>
                        <a:pt x="1534" y="686"/>
                      </a:lnTo>
                      <a:lnTo>
                        <a:pt x="1532" y="700"/>
                      </a:lnTo>
                      <a:lnTo>
                        <a:pt x="1526" y="726"/>
                      </a:lnTo>
                      <a:lnTo>
                        <a:pt x="1516" y="750"/>
                      </a:lnTo>
                      <a:lnTo>
                        <a:pt x="1504" y="770"/>
                      </a:lnTo>
                      <a:lnTo>
                        <a:pt x="1490" y="788"/>
                      </a:lnTo>
                      <a:lnTo>
                        <a:pt x="1478" y="802"/>
                      </a:lnTo>
                      <a:lnTo>
                        <a:pt x="1456" y="822"/>
                      </a:lnTo>
                      <a:lnTo>
                        <a:pt x="1456" y="888"/>
                      </a:lnTo>
                      <a:lnTo>
                        <a:pt x="2228" y="888"/>
                      </a:lnTo>
                      <a:lnTo>
                        <a:pt x="2228" y="888"/>
                      </a:lnTo>
                      <a:lnTo>
                        <a:pt x="2200" y="820"/>
                      </a:lnTo>
                      <a:lnTo>
                        <a:pt x="2168" y="754"/>
                      </a:lnTo>
                      <a:lnTo>
                        <a:pt x="2132" y="688"/>
                      </a:lnTo>
                      <a:lnTo>
                        <a:pt x="2094" y="624"/>
                      </a:lnTo>
                      <a:lnTo>
                        <a:pt x="2052" y="564"/>
                      </a:lnTo>
                      <a:lnTo>
                        <a:pt x="2030" y="534"/>
                      </a:lnTo>
                      <a:lnTo>
                        <a:pt x="2006" y="506"/>
                      </a:lnTo>
                      <a:lnTo>
                        <a:pt x="1982" y="478"/>
                      </a:lnTo>
                      <a:lnTo>
                        <a:pt x="1956" y="452"/>
                      </a:lnTo>
                      <a:lnTo>
                        <a:pt x="1930" y="428"/>
                      </a:lnTo>
                      <a:lnTo>
                        <a:pt x="1904" y="404"/>
                      </a:lnTo>
                      <a:lnTo>
                        <a:pt x="1904" y="404"/>
                      </a:lnTo>
                      <a:lnTo>
                        <a:pt x="1850" y="360"/>
                      </a:lnTo>
                      <a:lnTo>
                        <a:pt x="1798" y="318"/>
                      </a:lnTo>
                      <a:lnTo>
                        <a:pt x="1744" y="278"/>
                      </a:lnTo>
                      <a:lnTo>
                        <a:pt x="1690" y="240"/>
                      </a:lnTo>
                      <a:lnTo>
                        <a:pt x="1636" y="204"/>
                      </a:lnTo>
                      <a:lnTo>
                        <a:pt x="1582" y="172"/>
                      </a:lnTo>
                      <a:lnTo>
                        <a:pt x="1524" y="142"/>
                      </a:lnTo>
                      <a:lnTo>
                        <a:pt x="1468" y="114"/>
                      </a:lnTo>
                      <a:lnTo>
                        <a:pt x="1408" y="88"/>
                      </a:lnTo>
                      <a:lnTo>
                        <a:pt x="1346" y="66"/>
                      </a:lnTo>
                      <a:lnTo>
                        <a:pt x="1282" y="48"/>
                      </a:lnTo>
                      <a:lnTo>
                        <a:pt x="1216" y="32"/>
                      </a:lnTo>
                      <a:lnTo>
                        <a:pt x="1148" y="18"/>
                      </a:lnTo>
                      <a:lnTo>
                        <a:pt x="1076" y="10"/>
                      </a:lnTo>
                      <a:lnTo>
                        <a:pt x="1000" y="2"/>
                      </a:lnTo>
                      <a:lnTo>
                        <a:pt x="920" y="0"/>
                      </a:lnTo>
                      <a:lnTo>
                        <a:pt x="920" y="0"/>
                      </a:lnTo>
                      <a:lnTo>
                        <a:pt x="870" y="0"/>
                      </a:lnTo>
                      <a:lnTo>
                        <a:pt x="816" y="2"/>
                      </a:lnTo>
                      <a:lnTo>
                        <a:pt x="762" y="6"/>
                      </a:lnTo>
                      <a:lnTo>
                        <a:pt x="706" y="12"/>
                      </a:lnTo>
                      <a:lnTo>
                        <a:pt x="648" y="22"/>
                      </a:lnTo>
                      <a:lnTo>
                        <a:pt x="590" y="32"/>
                      </a:lnTo>
                      <a:lnTo>
                        <a:pt x="530" y="46"/>
                      </a:lnTo>
                      <a:lnTo>
                        <a:pt x="472" y="60"/>
                      </a:lnTo>
                      <a:lnTo>
                        <a:pt x="412" y="80"/>
                      </a:lnTo>
                      <a:lnTo>
                        <a:pt x="352" y="100"/>
                      </a:lnTo>
                      <a:lnTo>
                        <a:pt x="292" y="124"/>
                      </a:lnTo>
                      <a:lnTo>
                        <a:pt x="232" y="152"/>
                      </a:lnTo>
                      <a:lnTo>
                        <a:pt x="172" y="182"/>
                      </a:lnTo>
                      <a:lnTo>
                        <a:pt x="114" y="216"/>
                      </a:lnTo>
                      <a:lnTo>
                        <a:pt x="56" y="252"/>
                      </a:lnTo>
                      <a:lnTo>
                        <a:pt x="0" y="292"/>
                      </a:lnTo>
                      <a:lnTo>
                        <a:pt x="0" y="886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44" name="Freeform 152"/>
                <p:cNvSpPr>
                  <a:spLocks/>
                </p:cNvSpPr>
                <p:nvPr/>
              </p:nvSpPr>
              <p:spPr bwMode="auto">
                <a:xfrm>
                  <a:off x="11941223" y="5284795"/>
                  <a:ext cx="1895586" cy="2004400"/>
                </a:xfrm>
                <a:custGeom>
                  <a:avLst/>
                  <a:gdLst>
                    <a:gd name="T0" fmla="*/ 2147483647 w 1194"/>
                    <a:gd name="T1" fmla="*/ 2147483647 h 1262"/>
                    <a:gd name="T2" fmla="*/ 2147483647 w 1194"/>
                    <a:gd name="T3" fmla="*/ 2147483647 h 1262"/>
                    <a:gd name="T4" fmla="*/ 2147483647 w 1194"/>
                    <a:gd name="T5" fmla="*/ 2147483647 h 1262"/>
                    <a:gd name="T6" fmla="*/ 2147483647 w 1194"/>
                    <a:gd name="T7" fmla="*/ 2147483647 h 1262"/>
                    <a:gd name="T8" fmla="*/ 2147483647 w 1194"/>
                    <a:gd name="T9" fmla="*/ 2147483647 h 1262"/>
                    <a:gd name="T10" fmla="*/ 2147483647 w 1194"/>
                    <a:gd name="T11" fmla="*/ 2147483647 h 1262"/>
                    <a:gd name="T12" fmla="*/ 2147483647 w 1194"/>
                    <a:gd name="T13" fmla="*/ 2147483647 h 1262"/>
                    <a:gd name="T14" fmla="*/ 2147483647 w 1194"/>
                    <a:gd name="T15" fmla="*/ 2147483647 h 1262"/>
                    <a:gd name="T16" fmla="*/ 2147483647 w 1194"/>
                    <a:gd name="T17" fmla="*/ 2147483647 h 1262"/>
                    <a:gd name="T18" fmla="*/ 2147483647 w 1194"/>
                    <a:gd name="T19" fmla="*/ 2147483647 h 1262"/>
                    <a:gd name="T20" fmla="*/ 2147483647 w 1194"/>
                    <a:gd name="T21" fmla="*/ 2147483647 h 1262"/>
                    <a:gd name="T22" fmla="*/ 2147483647 w 1194"/>
                    <a:gd name="T23" fmla="*/ 2147483647 h 1262"/>
                    <a:gd name="T24" fmla="*/ 2147483647 w 1194"/>
                    <a:gd name="T25" fmla="*/ 2147483647 h 1262"/>
                    <a:gd name="T26" fmla="*/ 2147483647 w 1194"/>
                    <a:gd name="T27" fmla="*/ 2147483647 h 1262"/>
                    <a:gd name="T28" fmla="*/ 2147483647 w 1194"/>
                    <a:gd name="T29" fmla="*/ 2147483647 h 1262"/>
                    <a:gd name="T30" fmla="*/ 2147483647 w 1194"/>
                    <a:gd name="T31" fmla="*/ 2147483647 h 1262"/>
                    <a:gd name="T32" fmla="*/ 2147483647 w 1194"/>
                    <a:gd name="T33" fmla="*/ 2147483647 h 1262"/>
                    <a:gd name="T34" fmla="*/ 2147483647 w 1194"/>
                    <a:gd name="T35" fmla="*/ 2147483647 h 1262"/>
                    <a:gd name="T36" fmla="*/ 2147483647 w 1194"/>
                    <a:gd name="T37" fmla="*/ 2147483647 h 1262"/>
                    <a:gd name="T38" fmla="*/ 2147483647 w 1194"/>
                    <a:gd name="T39" fmla="*/ 2147483647 h 1262"/>
                    <a:gd name="T40" fmla="*/ 2147483647 w 1194"/>
                    <a:gd name="T41" fmla="*/ 2147483647 h 1262"/>
                    <a:gd name="T42" fmla="*/ 2147483647 w 1194"/>
                    <a:gd name="T43" fmla="*/ 2147483647 h 1262"/>
                    <a:gd name="T44" fmla="*/ 2147483647 w 1194"/>
                    <a:gd name="T45" fmla="*/ 2147483647 h 1262"/>
                    <a:gd name="T46" fmla="*/ 2147483647 w 1194"/>
                    <a:gd name="T47" fmla="*/ 2147483647 h 1262"/>
                    <a:gd name="T48" fmla="*/ 2147483647 w 1194"/>
                    <a:gd name="T49" fmla="*/ 2147483647 h 1262"/>
                    <a:gd name="T50" fmla="*/ 2147483647 w 1194"/>
                    <a:gd name="T51" fmla="*/ 2147483647 h 1262"/>
                    <a:gd name="T52" fmla="*/ 2147483647 w 1194"/>
                    <a:gd name="T53" fmla="*/ 2147483647 h 1262"/>
                    <a:gd name="T54" fmla="*/ 2147483647 w 1194"/>
                    <a:gd name="T55" fmla="*/ 2147483647 h 1262"/>
                    <a:gd name="T56" fmla="*/ 2147483647 w 1194"/>
                    <a:gd name="T57" fmla="*/ 2147483647 h 1262"/>
                    <a:gd name="T58" fmla="*/ 2147483647 w 1194"/>
                    <a:gd name="T59" fmla="*/ 2147483647 h 1262"/>
                    <a:gd name="T60" fmla="*/ 2147483647 w 1194"/>
                    <a:gd name="T61" fmla="*/ 2147483647 h 1262"/>
                    <a:gd name="T62" fmla="*/ 2147483647 w 1194"/>
                    <a:gd name="T63" fmla="*/ 2147483647 h 1262"/>
                    <a:gd name="T64" fmla="*/ 2147483647 w 1194"/>
                    <a:gd name="T65" fmla="*/ 2147483647 h 1262"/>
                    <a:gd name="T66" fmla="*/ 2147483647 w 1194"/>
                    <a:gd name="T67" fmla="*/ 2147483647 h 1262"/>
                    <a:gd name="T68" fmla="*/ 2147483647 w 1194"/>
                    <a:gd name="T69" fmla="*/ 2147483647 h 1262"/>
                    <a:gd name="T70" fmla="*/ 2147483647 w 1194"/>
                    <a:gd name="T71" fmla="*/ 2147483647 h 1262"/>
                    <a:gd name="T72" fmla="*/ 2147483647 w 1194"/>
                    <a:gd name="T73" fmla="*/ 2147483647 h 1262"/>
                    <a:gd name="T74" fmla="*/ 2147483647 w 1194"/>
                    <a:gd name="T75" fmla="*/ 2147483647 h 1262"/>
                    <a:gd name="T76" fmla="*/ 2147483647 w 1194"/>
                    <a:gd name="T77" fmla="*/ 2147483647 h 1262"/>
                    <a:gd name="T78" fmla="*/ 2147483647 w 1194"/>
                    <a:gd name="T79" fmla="*/ 2147483647 h 1262"/>
                    <a:gd name="T80" fmla="*/ 2147483647 w 1194"/>
                    <a:gd name="T81" fmla="*/ 2147483647 h 1262"/>
                    <a:gd name="T82" fmla="*/ 2147483647 w 1194"/>
                    <a:gd name="T83" fmla="*/ 2147483647 h 1262"/>
                    <a:gd name="T84" fmla="*/ 2147483647 w 1194"/>
                    <a:gd name="T85" fmla="*/ 2147483647 h 1262"/>
                    <a:gd name="T86" fmla="*/ 2147483647 w 1194"/>
                    <a:gd name="T87" fmla="*/ 2147483647 h 1262"/>
                    <a:gd name="T88" fmla="*/ 2147483647 w 1194"/>
                    <a:gd name="T89" fmla="*/ 0 h 1262"/>
                    <a:gd name="T90" fmla="*/ 2147483647 w 1194"/>
                    <a:gd name="T91" fmla="*/ 0 h 1262"/>
                    <a:gd name="T92" fmla="*/ 2147483647 w 1194"/>
                    <a:gd name="T93" fmla="*/ 2147483647 h 1262"/>
                    <a:gd name="T94" fmla="*/ 2147483647 w 1194"/>
                    <a:gd name="T95" fmla="*/ 2147483647 h 1262"/>
                    <a:gd name="T96" fmla="*/ 2147483647 w 1194"/>
                    <a:gd name="T97" fmla="*/ 2147483647 h 1262"/>
                    <a:gd name="T98" fmla="*/ 2147483647 w 1194"/>
                    <a:gd name="T99" fmla="*/ 2147483647 h 1262"/>
                    <a:gd name="T100" fmla="*/ 2147483647 w 1194"/>
                    <a:gd name="T101" fmla="*/ 2147483647 h 1262"/>
                    <a:gd name="T102" fmla="*/ 2147483647 w 1194"/>
                    <a:gd name="T103" fmla="*/ 2147483647 h 1262"/>
                    <a:gd name="T104" fmla="*/ 2147483647 w 1194"/>
                    <a:gd name="T105" fmla="*/ 2147483647 h 1262"/>
                    <a:gd name="T106" fmla="*/ 2147483647 w 1194"/>
                    <a:gd name="T107" fmla="*/ 2147483647 h 1262"/>
                    <a:gd name="T108" fmla="*/ 2147483647 w 1194"/>
                    <a:gd name="T109" fmla="*/ 2147483647 h 1262"/>
                    <a:gd name="T110" fmla="*/ 2147483647 w 1194"/>
                    <a:gd name="T111" fmla="*/ 2147483647 h 1262"/>
                    <a:gd name="T112" fmla="*/ 2147483647 w 1194"/>
                    <a:gd name="T113" fmla="*/ 2147483647 h 1262"/>
                    <a:gd name="T114" fmla="*/ 2147483647 w 1194"/>
                    <a:gd name="T115" fmla="*/ 2147483647 h 1262"/>
                    <a:gd name="T116" fmla="*/ 2147483647 w 1194"/>
                    <a:gd name="T117" fmla="*/ 2147483647 h 1262"/>
                    <a:gd name="T118" fmla="*/ 2147483647 w 1194"/>
                    <a:gd name="T119" fmla="*/ 2147483647 h 1262"/>
                    <a:gd name="T120" fmla="*/ 2147483647 w 1194"/>
                    <a:gd name="T121" fmla="*/ 2147483647 h 1262"/>
                    <a:gd name="T122" fmla="*/ 0 w 1194"/>
                    <a:gd name="T123" fmla="*/ 2147483647 h 1262"/>
                    <a:gd name="T124" fmla="*/ 2147483647 w 1194"/>
                    <a:gd name="T125" fmla="*/ 2147483647 h 1262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1194"/>
                    <a:gd name="T190" fmla="*/ 0 h 1262"/>
                    <a:gd name="T191" fmla="*/ 1194 w 1194"/>
                    <a:gd name="T192" fmla="*/ 1262 h 1262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1194" h="1262">
                      <a:moveTo>
                        <a:pt x="866" y="844"/>
                      </a:moveTo>
                      <a:lnTo>
                        <a:pt x="866" y="844"/>
                      </a:lnTo>
                      <a:lnTo>
                        <a:pt x="868" y="836"/>
                      </a:lnTo>
                      <a:lnTo>
                        <a:pt x="874" y="828"/>
                      </a:lnTo>
                      <a:lnTo>
                        <a:pt x="880" y="824"/>
                      </a:lnTo>
                      <a:lnTo>
                        <a:pt x="890" y="822"/>
                      </a:lnTo>
                      <a:lnTo>
                        <a:pt x="984" y="822"/>
                      </a:lnTo>
                      <a:lnTo>
                        <a:pt x="994" y="824"/>
                      </a:lnTo>
                      <a:lnTo>
                        <a:pt x="1002" y="830"/>
                      </a:lnTo>
                      <a:lnTo>
                        <a:pt x="1020" y="850"/>
                      </a:lnTo>
                      <a:lnTo>
                        <a:pt x="1032" y="862"/>
                      </a:lnTo>
                      <a:lnTo>
                        <a:pt x="1046" y="874"/>
                      </a:lnTo>
                      <a:lnTo>
                        <a:pt x="1062" y="884"/>
                      </a:lnTo>
                      <a:lnTo>
                        <a:pt x="1078" y="894"/>
                      </a:lnTo>
                      <a:lnTo>
                        <a:pt x="1094" y="900"/>
                      </a:lnTo>
                      <a:lnTo>
                        <a:pt x="1112" y="902"/>
                      </a:lnTo>
                      <a:lnTo>
                        <a:pt x="1122" y="900"/>
                      </a:lnTo>
                      <a:lnTo>
                        <a:pt x="1134" y="898"/>
                      </a:lnTo>
                      <a:lnTo>
                        <a:pt x="1142" y="896"/>
                      </a:lnTo>
                      <a:lnTo>
                        <a:pt x="1150" y="890"/>
                      </a:lnTo>
                      <a:lnTo>
                        <a:pt x="1158" y="884"/>
                      </a:lnTo>
                      <a:lnTo>
                        <a:pt x="1166" y="878"/>
                      </a:lnTo>
                      <a:lnTo>
                        <a:pt x="1176" y="862"/>
                      </a:lnTo>
                      <a:lnTo>
                        <a:pt x="1184" y="842"/>
                      </a:lnTo>
                      <a:lnTo>
                        <a:pt x="1190" y="822"/>
                      </a:lnTo>
                      <a:lnTo>
                        <a:pt x="1194" y="800"/>
                      </a:lnTo>
                      <a:lnTo>
                        <a:pt x="1194" y="778"/>
                      </a:lnTo>
                      <a:lnTo>
                        <a:pt x="1194" y="754"/>
                      </a:lnTo>
                      <a:lnTo>
                        <a:pt x="1190" y="732"/>
                      </a:lnTo>
                      <a:lnTo>
                        <a:pt x="1182" y="714"/>
                      </a:lnTo>
                      <a:lnTo>
                        <a:pt x="1174" y="700"/>
                      </a:lnTo>
                      <a:lnTo>
                        <a:pt x="1162" y="686"/>
                      </a:lnTo>
                      <a:lnTo>
                        <a:pt x="1148" y="678"/>
                      </a:lnTo>
                      <a:lnTo>
                        <a:pt x="1132" y="672"/>
                      </a:lnTo>
                      <a:lnTo>
                        <a:pt x="1114" y="668"/>
                      </a:lnTo>
                      <a:lnTo>
                        <a:pt x="1100" y="670"/>
                      </a:lnTo>
                      <a:lnTo>
                        <a:pt x="1086" y="676"/>
                      </a:lnTo>
                      <a:lnTo>
                        <a:pt x="1070" y="684"/>
                      </a:lnTo>
                      <a:lnTo>
                        <a:pt x="1054" y="696"/>
                      </a:lnTo>
                      <a:lnTo>
                        <a:pt x="1038" y="708"/>
                      </a:lnTo>
                      <a:lnTo>
                        <a:pt x="1022" y="722"/>
                      </a:lnTo>
                      <a:lnTo>
                        <a:pt x="998" y="748"/>
                      </a:lnTo>
                      <a:lnTo>
                        <a:pt x="990" y="752"/>
                      </a:lnTo>
                      <a:lnTo>
                        <a:pt x="982" y="754"/>
                      </a:lnTo>
                      <a:lnTo>
                        <a:pt x="882" y="754"/>
                      </a:lnTo>
                      <a:lnTo>
                        <a:pt x="874" y="752"/>
                      </a:lnTo>
                      <a:lnTo>
                        <a:pt x="868" y="748"/>
                      </a:lnTo>
                      <a:lnTo>
                        <a:pt x="862" y="742"/>
                      </a:lnTo>
                      <a:lnTo>
                        <a:pt x="860" y="732"/>
                      </a:lnTo>
                      <a:lnTo>
                        <a:pt x="860" y="334"/>
                      </a:lnTo>
                      <a:lnTo>
                        <a:pt x="522" y="334"/>
                      </a:lnTo>
                      <a:lnTo>
                        <a:pt x="514" y="332"/>
                      </a:lnTo>
                      <a:lnTo>
                        <a:pt x="508" y="328"/>
                      </a:lnTo>
                      <a:lnTo>
                        <a:pt x="502" y="320"/>
                      </a:lnTo>
                      <a:lnTo>
                        <a:pt x="500" y="312"/>
                      </a:lnTo>
                      <a:lnTo>
                        <a:pt x="500" y="214"/>
                      </a:lnTo>
                      <a:lnTo>
                        <a:pt x="502" y="208"/>
                      </a:lnTo>
                      <a:lnTo>
                        <a:pt x="504" y="204"/>
                      </a:lnTo>
                      <a:lnTo>
                        <a:pt x="506" y="198"/>
                      </a:lnTo>
                      <a:lnTo>
                        <a:pt x="512" y="196"/>
                      </a:lnTo>
                      <a:lnTo>
                        <a:pt x="522" y="186"/>
                      </a:lnTo>
                      <a:lnTo>
                        <a:pt x="534" y="176"/>
                      </a:lnTo>
                      <a:lnTo>
                        <a:pt x="546" y="162"/>
                      </a:lnTo>
                      <a:lnTo>
                        <a:pt x="558" y="146"/>
                      </a:lnTo>
                      <a:lnTo>
                        <a:pt x="570" y="124"/>
                      </a:lnTo>
                      <a:lnTo>
                        <a:pt x="574" y="112"/>
                      </a:lnTo>
                      <a:lnTo>
                        <a:pt x="578" y="100"/>
                      </a:lnTo>
                      <a:lnTo>
                        <a:pt x="580" y="88"/>
                      </a:lnTo>
                      <a:lnTo>
                        <a:pt x="580" y="74"/>
                      </a:lnTo>
                      <a:lnTo>
                        <a:pt x="580" y="62"/>
                      </a:lnTo>
                      <a:lnTo>
                        <a:pt x="576" y="50"/>
                      </a:lnTo>
                      <a:lnTo>
                        <a:pt x="570" y="40"/>
                      </a:lnTo>
                      <a:lnTo>
                        <a:pt x="564" y="32"/>
                      </a:lnTo>
                      <a:lnTo>
                        <a:pt x="556" y="26"/>
                      </a:lnTo>
                      <a:lnTo>
                        <a:pt x="546" y="20"/>
                      </a:lnTo>
                      <a:lnTo>
                        <a:pt x="526" y="10"/>
                      </a:lnTo>
                      <a:lnTo>
                        <a:pt x="504" y="4"/>
                      </a:lnTo>
                      <a:lnTo>
                        <a:pt x="484" y="2"/>
                      </a:lnTo>
                      <a:lnTo>
                        <a:pt x="456" y="0"/>
                      </a:lnTo>
                      <a:lnTo>
                        <a:pt x="440" y="0"/>
                      </a:lnTo>
                      <a:lnTo>
                        <a:pt x="422" y="4"/>
                      </a:lnTo>
                      <a:lnTo>
                        <a:pt x="402" y="8"/>
                      </a:lnTo>
                      <a:lnTo>
                        <a:pt x="384" y="16"/>
                      </a:lnTo>
                      <a:lnTo>
                        <a:pt x="368" y="26"/>
                      </a:lnTo>
                      <a:lnTo>
                        <a:pt x="362" y="32"/>
                      </a:lnTo>
                      <a:lnTo>
                        <a:pt x="356" y="40"/>
                      </a:lnTo>
                      <a:lnTo>
                        <a:pt x="352" y="48"/>
                      </a:lnTo>
                      <a:lnTo>
                        <a:pt x="348" y="56"/>
                      </a:lnTo>
                      <a:lnTo>
                        <a:pt x="346" y="66"/>
                      </a:lnTo>
                      <a:lnTo>
                        <a:pt x="344" y="76"/>
                      </a:lnTo>
                      <a:lnTo>
                        <a:pt x="346" y="90"/>
                      </a:lnTo>
                      <a:lnTo>
                        <a:pt x="348" y="102"/>
                      </a:lnTo>
                      <a:lnTo>
                        <a:pt x="350" y="114"/>
                      </a:lnTo>
                      <a:lnTo>
                        <a:pt x="356" y="126"/>
                      </a:lnTo>
                      <a:lnTo>
                        <a:pt x="366" y="146"/>
                      </a:lnTo>
                      <a:lnTo>
                        <a:pt x="380" y="162"/>
                      </a:lnTo>
                      <a:lnTo>
                        <a:pt x="392" y="174"/>
                      </a:lnTo>
                      <a:lnTo>
                        <a:pt x="404" y="182"/>
                      </a:lnTo>
                      <a:lnTo>
                        <a:pt x="416" y="192"/>
                      </a:lnTo>
                      <a:lnTo>
                        <a:pt x="420" y="194"/>
                      </a:lnTo>
                      <a:lnTo>
                        <a:pt x="424" y="200"/>
                      </a:lnTo>
                      <a:lnTo>
                        <a:pt x="426" y="204"/>
                      </a:lnTo>
                      <a:lnTo>
                        <a:pt x="428" y="210"/>
                      </a:lnTo>
                      <a:lnTo>
                        <a:pt x="428" y="316"/>
                      </a:lnTo>
                      <a:lnTo>
                        <a:pt x="426" y="324"/>
                      </a:lnTo>
                      <a:lnTo>
                        <a:pt x="420" y="332"/>
                      </a:lnTo>
                      <a:lnTo>
                        <a:pt x="414" y="336"/>
                      </a:lnTo>
                      <a:lnTo>
                        <a:pt x="406" y="338"/>
                      </a:lnTo>
                      <a:lnTo>
                        <a:pt x="0" y="338"/>
                      </a:lnTo>
                      <a:lnTo>
                        <a:pt x="0" y="1262"/>
                      </a:lnTo>
                      <a:lnTo>
                        <a:pt x="866" y="1262"/>
                      </a:lnTo>
                      <a:lnTo>
                        <a:pt x="866" y="844"/>
                      </a:lnTo>
                      <a:close/>
                    </a:path>
                  </a:pathLst>
                </a:custGeom>
                <a:solidFill>
                  <a:srgbClr val="16A98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45" name="Freeform 153"/>
                <p:cNvSpPr>
                  <a:spLocks/>
                </p:cNvSpPr>
                <p:nvPr/>
              </p:nvSpPr>
              <p:spPr bwMode="auto">
                <a:xfrm>
                  <a:off x="12867196" y="5820512"/>
                  <a:ext cx="1328950" cy="2876349"/>
                </a:xfrm>
                <a:custGeom>
                  <a:avLst/>
                  <a:gdLst>
                    <a:gd name="T0" fmla="*/ 388 w 836"/>
                    <a:gd name="T1" fmla="*/ 372 h 1812"/>
                    <a:gd name="T2" fmla="*/ 428 w 836"/>
                    <a:gd name="T3" fmla="*/ 334 h 1812"/>
                    <a:gd name="T4" fmla="*/ 488 w 836"/>
                    <a:gd name="T5" fmla="*/ 296 h 1812"/>
                    <a:gd name="T6" fmla="*/ 532 w 836"/>
                    <a:gd name="T7" fmla="*/ 286 h 1812"/>
                    <a:gd name="T8" fmla="*/ 576 w 836"/>
                    <a:gd name="T9" fmla="*/ 296 h 1812"/>
                    <a:gd name="T10" fmla="*/ 616 w 836"/>
                    <a:gd name="T11" fmla="*/ 324 h 1812"/>
                    <a:gd name="T12" fmla="*/ 638 w 836"/>
                    <a:gd name="T13" fmla="*/ 356 h 1812"/>
                    <a:gd name="T14" fmla="*/ 652 w 836"/>
                    <a:gd name="T15" fmla="*/ 402 h 1812"/>
                    <a:gd name="T16" fmla="*/ 656 w 836"/>
                    <a:gd name="T17" fmla="*/ 440 h 1812"/>
                    <a:gd name="T18" fmla="*/ 650 w 836"/>
                    <a:gd name="T19" fmla="*/ 492 h 1812"/>
                    <a:gd name="T20" fmla="*/ 636 w 836"/>
                    <a:gd name="T21" fmla="*/ 538 h 1812"/>
                    <a:gd name="T22" fmla="*/ 612 w 836"/>
                    <a:gd name="T23" fmla="*/ 572 h 1812"/>
                    <a:gd name="T24" fmla="*/ 580 w 836"/>
                    <a:gd name="T25" fmla="*/ 596 h 1812"/>
                    <a:gd name="T26" fmla="*/ 542 w 836"/>
                    <a:gd name="T27" fmla="*/ 606 h 1812"/>
                    <a:gd name="T28" fmla="*/ 516 w 836"/>
                    <a:gd name="T29" fmla="*/ 608 h 1812"/>
                    <a:gd name="T30" fmla="*/ 462 w 836"/>
                    <a:gd name="T31" fmla="*/ 588 h 1812"/>
                    <a:gd name="T32" fmla="*/ 410 w 836"/>
                    <a:gd name="T33" fmla="*/ 550 h 1812"/>
                    <a:gd name="T34" fmla="*/ 328 w 836"/>
                    <a:gd name="T35" fmla="*/ 1226 h 1812"/>
                    <a:gd name="T36" fmla="*/ 320 w 836"/>
                    <a:gd name="T37" fmla="*/ 1242 h 1812"/>
                    <a:gd name="T38" fmla="*/ 210 w 836"/>
                    <a:gd name="T39" fmla="*/ 1248 h 1812"/>
                    <a:gd name="T40" fmla="*/ 194 w 836"/>
                    <a:gd name="T41" fmla="*/ 1242 h 1812"/>
                    <a:gd name="T42" fmla="*/ 144 w 836"/>
                    <a:gd name="T43" fmla="*/ 1200 h 1812"/>
                    <a:gd name="T44" fmla="*/ 96 w 836"/>
                    <a:gd name="T45" fmla="*/ 1174 h 1812"/>
                    <a:gd name="T46" fmla="*/ 66 w 836"/>
                    <a:gd name="T47" fmla="*/ 1172 h 1812"/>
                    <a:gd name="T48" fmla="*/ 32 w 836"/>
                    <a:gd name="T49" fmla="*/ 1188 h 1812"/>
                    <a:gd name="T50" fmla="*/ 18 w 836"/>
                    <a:gd name="T51" fmla="*/ 1206 h 1812"/>
                    <a:gd name="T52" fmla="*/ 4 w 836"/>
                    <a:gd name="T53" fmla="*/ 1242 h 1812"/>
                    <a:gd name="T54" fmla="*/ 0 w 836"/>
                    <a:gd name="T55" fmla="*/ 1290 h 1812"/>
                    <a:gd name="T56" fmla="*/ 14 w 836"/>
                    <a:gd name="T57" fmla="*/ 1362 h 1812"/>
                    <a:gd name="T58" fmla="*/ 52 w 836"/>
                    <a:gd name="T59" fmla="*/ 1402 h 1812"/>
                    <a:gd name="T60" fmla="*/ 92 w 836"/>
                    <a:gd name="T61" fmla="*/ 1410 h 1812"/>
                    <a:gd name="T62" fmla="*/ 124 w 836"/>
                    <a:gd name="T63" fmla="*/ 1400 h 1812"/>
                    <a:gd name="T64" fmla="*/ 174 w 836"/>
                    <a:gd name="T65" fmla="*/ 1364 h 1812"/>
                    <a:gd name="T66" fmla="*/ 208 w 836"/>
                    <a:gd name="T67" fmla="*/ 1330 h 1812"/>
                    <a:gd name="T68" fmla="*/ 306 w 836"/>
                    <a:gd name="T69" fmla="*/ 1322 h 1812"/>
                    <a:gd name="T70" fmla="*/ 320 w 836"/>
                    <a:gd name="T71" fmla="*/ 1328 h 1812"/>
                    <a:gd name="T72" fmla="*/ 328 w 836"/>
                    <a:gd name="T73" fmla="*/ 1812 h 1812"/>
                    <a:gd name="T74" fmla="*/ 478 w 836"/>
                    <a:gd name="T75" fmla="*/ 1478 h 1812"/>
                    <a:gd name="T76" fmla="*/ 636 w 836"/>
                    <a:gd name="T77" fmla="*/ 1146 h 1812"/>
                    <a:gd name="T78" fmla="*/ 750 w 836"/>
                    <a:gd name="T79" fmla="*/ 892 h 1812"/>
                    <a:gd name="T80" fmla="*/ 792 w 836"/>
                    <a:gd name="T81" fmla="*/ 760 h 1812"/>
                    <a:gd name="T82" fmla="*/ 820 w 836"/>
                    <a:gd name="T83" fmla="*/ 634 h 1812"/>
                    <a:gd name="T84" fmla="*/ 834 w 836"/>
                    <a:gd name="T85" fmla="*/ 508 h 1812"/>
                    <a:gd name="T86" fmla="*/ 836 w 836"/>
                    <a:gd name="T87" fmla="*/ 420 h 1812"/>
                    <a:gd name="T88" fmla="*/ 824 w 836"/>
                    <a:gd name="T89" fmla="*/ 282 h 1812"/>
                    <a:gd name="T90" fmla="*/ 788 w 836"/>
                    <a:gd name="T91" fmla="*/ 118 h 1812"/>
                    <a:gd name="T92" fmla="*/ 320 w 836"/>
                    <a:gd name="T93" fmla="*/ 0 h 1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836" h="1812">
                      <a:moveTo>
                        <a:pt x="320" y="0"/>
                      </a:moveTo>
                      <a:lnTo>
                        <a:pt x="320" y="372"/>
                      </a:lnTo>
                      <a:lnTo>
                        <a:pt x="388" y="372"/>
                      </a:lnTo>
                      <a:lnTo>
                        <a:pt x="388" y="372"/>
                      </a:lnTo>
                      <a:lnTo>
                        <a:pt x="412" y="348"/>
                      </a:lnTo>
                      <a:lnTo>
                        <a:pt x="428" y="334"/>
                      </a:lnTo>
                      <a:lnTo>
                        <a:pt x="446" y="320"/>
                      </a:lnTo>
                      <a:lnTo>
                        <a:pt x="468" y="306"/>
                      </a:lnTo>
                      <a:lnTo>
                        <a:pt x="488" y="296"/>
                      </a:lnTo>
                      <a:lnTo>
                        <a:pt x="510" y="288"/>
                      </a:lnTo>
                      <a:lnTo>
                        <a:pt x="522" y="286"/>
                      </a:lnTo>
                      <a:lnTo>
                        <a:pt x="532" y="286"/>
                      </a:lnTo>
                      <a:lnTo>
                        <a:pt x="532" y="286"/>
                      </a:lnTo>
                      <a:lnTo>
                        <a:pt x="554" y="290"/>
                      </a:lnTo>
                      <a:lnTo>
                        <a:pt x="576" y="296"/>
                      </a:lnTo>
                      <a:lnTo>
                        <a:pt x="598" y="308"/>
                      </a:lnTo>
                      <a:lnTo>
                        <a:pt x="606" y="316"/>
                      </a:lnTo>
                      <a:lnTo>
                        <a:pt x="616" y="324"/>
                      </a:lnTo>
                      <a:lnTo>
                        <a:pt x="624" y="334"/>
                      </a:lnTo>
                      <a:lnTo>
                        <a:pt x="632" y="344"/>
                      </a:lnTo>
                      <a:lnTo>
                        <a:pt x="638" y="356"/>
                      </a:lnTo>
                      <a:lnTo>
                        <a:pt x="644" y="370"/>
                      </a:lnTo>
                      <a:lnTo>
                        <a:pt x="648" y="386"/>
                      </a:lnTo>
                      <a:lnTo>
                        <a:pt x="652" y="402"/>
                      </a:lnTo>
                      <a:lnTo>
                        <a:pt x="654" y="420"/>
                      </a:lnTo>
                      <a:lnTo>
                        <a:pt x="656" y="440"/>
                      </a:lnTo>
                      <a:lnTo>
                        <a:pt x="656" y="440"/>
                      </a:lnTo>
                      <a:lnTo>
                        <a:pt x="654" y="458"/>
                      </a:lnTo>
                      <a:lnTo>
                        <a:pt x="652" y="476"/>
                      </a:lnTo>
                      <a:lnTo>
                        <a:pt x="650" y="492"/>
                      </a:lnTo>
                      <a:lnTo>
                        <a:pt x="646" y="508"/>
                      </a:lnTo>
                      <a:lnTo>
                        <a:pt x="642" y="524"/>
                      </a:lnTo>
                      <a:lnTo>
                        <a:pt x="636" y="538"/>
                      </a:lnTo>
                      <a:lnTo>
                        <a:pt x="628" y="550"/>
                      </a:lnTo>
                      <a:lnTo>
                        <a:pt x="620" y="562"/>
                      </a:lnTo>
                      <a:lnTo>
                        <a:pt x="612" y="572"/>
                      </a:lnTo>
                      <a:lnTo>
                        <a:pt x="602" y="582"/>
                      </a:lnTo>
                      <a:lnTo>
                        <a:pt x="592" y="590"/>
                      </a:lnTo>
                      <a:lnTo>
                        <a:pt x="580" y="596"/>
                      </a:lnTo>
                      <a:lnTo>
                        <a:pt x="568" y="600"/>
                      </a:lnTo>
                      <a:lnTo>
                        <a:pt x="556" y="604"/>
                      </a:lnTo>
                      <a:lnTo>
                        <a:pt x="542" y="606"/>
                      </a:lnTo>
                      <a:lnTo>
                        <a:pt x="528" y="608"/>
                      </a:lnTo>
                      <a:lnTo>
                        <a:pt x="528" y="608"/>
                      </a:lnTo>
                      <a:lnTo>
                        <a:pt x="516" y="608"/>
                      </a:lnTo>
                      <a:lnTo>
                        <a:pt x="504" y="606"/>
                      </a:lnTo>
                      <a:lnTo>
                        <a:pt x="482" y="598"/>
                      </a:lnTo>
                      <a:lnTo>
                        <a:pt x="462" y="588"/>
                      </a:lnTo>
                      <a:lnTo>
                        <a:pt x="442" y="576"/>
                      </a:lnTo>
                      <a:lnTo>
                        <a:pt x="426" y="564"/>
                      </a:lnTo>
                      <a:lnTo>
                        <a:pt x="410" y="550"/>
                      </a:lnTo>
                      <a:lnTo>
                        <a:pt x="390" y="528"/>
                      </a:lnTo>
                      <a:lnTo>
                        <a:pt x="328" y="528"/>
                      </a:lnTo>
                      <a:lnTo>
                        <a:pt x="328" y="1226"/>
                      </a:lnTo>
                      <a:lnTo>
                        <a:pt x="328" y="1226"/>
                      </a:lnTo>
                      <a:lnTo>
                        <a:pt x="326" y="1234"/>
                      </a:lnTo>
                      <a:lnTo>
                        <a:pt x="320" y="1242"/>
                      </a:lnTo>
                      <a:lnTo>
                        <a:pt x="314" y="1246"/>
                      </a:lnTo>
                      <a:lnTo>
                        <a:pt x="306" y="1248"/>
                      </a:lnTo>
                      <a:lnTo>
                        <a:pt x="210" y="1248"/>
                      </a:lnTo>
                      <a:lnTo>
                        <a:pt x="210" y="1248"/>
                      </a:lnTo>
                      <a:lnTo>
                        <a:pt x="202" y="1246"/>
                      </a:lnTo>
                      <a:lnTo>
                        <a:pt x="194" y="1242"/>
                      </a:lnTo>
                      <a:lnTo>
                        <a:pt x="194" y="1242"/>
                      </a:lnTo>
                      <a:lnTo>
                        <a:pt x="174" y="1222"/>
                      </a:lnTo>
                      <a:lnTo>
                        <a:pt x="144" y="1200"/>
                      </a:lnTo>
                      <a:lnTo>
                        <a:pt x="128" y="1190"/>
                      </a:lnTo>
                      <a:lnTo>
                        <a:pt x="112" y="1180"/>
                      </a:lnTo>
                      <a:lnTo>
                        <a:pt x="96" y="1174"/>
                      </a:lnTo>
                      <a:lnTo>
                        <a:pt x="80" y="1172"/>
                      </a:lnTo>
                      <a:lnTo>
                        <a:pt x="80" y="1172"/>
                      </a:lnTo>
                      <a:lnTo>
                        <a:pt x="66" y="1172"/>
                      </a:lnTo>
                      <a:lnTo>
                        <a:pt x="54" y="1174"/>
                      </a:lnTo>
                      <a:lnTo>
                        <a:pt x="42" y="1180"/>
                      </a:lnTo>
                      <a:lnTo>
                        <a:pt x="32" y="1188"/>
                      </a:lnTo>
                      <a:lnTo>
                        <a:pt x="32" y="1188"/>
                      </a:lnTo>
                      <a:lnTo>
                        <a:pt x="24" y="1196"/>
                      </a:lnTo>
                      <a:lnTo>
                        <a:pt x="18" y="1206"/>
                      </a:lnTo>
                      <a:lnTo>
                        <a:pt x="12" y="1218"/>
                      </a:lnTo>
                      <a:lnTo>
                        <a:pt x="8" y="1230"/>
                      </a:lnTo>
                      <a:lnTo>
                        <a:pt x="4" y="1242"/>
                      </a:lnTo>
                      <a:lnTo>
                        <a:pt x="2" y="1256"/>
                      </a:lnTo>
                      <a:lnTo>
                        <a:pt x="0" y="1290"/>
                      </a:lnTo>
                      <a:lnTo>
                        <a:pt x="0" y="1290"/>
                      </a:lnTo>
                      <a:lnTo>
                        <a:pt x="0" y="1316"/>
                      </a:lnTo>
                      <a:lnTo>
                        <a:pt x="6" y="1340"/>
                      </a:lnTo>
                      <a:lnTo>
                        <a:pt x="14" y="1362"/>
                      </a:lnTo>
                      <a:lnTo>
                        <a:pt x="24" y="1378"/>
                      </a:lnTo>
                      <a:lnTo>
                        <a:pt x="36" y="1392"/>
                      </a:lnTo>
                      <a:lnTo>
                        <a:pt x="52" y="1402"/>
                      </a:lnTo>
                      <a:lnTo>
                        <a:pt x="70" y="1408"/>
                      </a:lnTo>
                      <a:lnTo>
                        <a:pt x="92" y="1410"/>
                      </a:lnTo>
                      <a:lnTo>
                        <a:pt x="92" y="1410"/>
                      </a:lnTo>
                      <a:lnTo>
                        <a:pt x="100" y="1410"/>
                      </a:lnTo>
                      <a:lnTo>
                        <a:pt x="108" y="1408"/>
                      </a:lnTo>
                      <a:lnTo>
                        <a:pt x="124" y="1400"/>
                      </a:lnTo>
                      <a:lnTo>
                        <a:pt x="142" y="1390"/>
                      </a:lnTo>
                      <a:lnTo>
                        <a:pt x="158" y="1378"/>
                      </a:lnTo>
                      <a:lnTo>
                        <a:pt x="174" y="1364"/>
                      </a:lnTo>
                      <a:lnTo>
                        <a:pt x="188" y="1350"/>
                      </a:lnTo>
                      <a:lnTo>
                        <a:pt x="208" y="1330"/>
                      </a:lnTo>
                      <a:lnTo>
                        <a:pt x="208" y="1330"/>
                      </a:lnTo>
                      <a:lnTo>
                        <a:pt x="216" y="1324"/>
                      </a:lnTo>
                      <a:lnTo>
                        <a:pt x="226" y="1322"/>
                      </a:lnTo>
                      <a:lnTo>
                        <a:pt x="306" y="1322"/>
                      </a:lnTo>
                      <a:lnTo>
                        <a:pt x="306" y="1322"/>
                      </a:lnTo>
                      <a:lnTo>
                        <a:pt x="314" y="1324"/>
                      </a:lnTo>
                      <a:lnTo>
                        <a:pt x="320" y="1328"/>
                      </a:lnTo>
                      <a:lnTo>
                        <a:pt x="326" y="1334"/>
                      </a:lnTo>
                      <a:lnTo>
                        <a:pt x="328" y="1344"/>
                      </a:lnTo>
                      <a:lnTo>
                        <a:pt x="328" y="1812"/>
                      </a:lnTo>
                      <a:lnTo>
                        <a:pt x="328" y="1812"/>
                      </a:lnTo>
                      <a:lnTo>
                        <a:pt x="398" y="1652"/>
                      </a:lnTo>
                      <a:lnTo>
                        <a:pt x="478" y="1478"/>
                      </a:lnTo>
                      <a:lnTo>
                        <a:pt x="560" y="1304"/>
                      </a:lnTo>
                      <a:lnTo>
                        <a:pt x="636" y="1146"/>
                      </a:lnTo>
                      <a:lnTo>
                        <a:pt x="636" y="1146"/>
                      </a:lnTo>
                      <a:lnTo>
                        <a:pt x="688" y="1038"/>
                      </a:lnTo>
                      <a:lnTo>
                        <a:pt x="730" y="938"/>
                      </a:lnTo>
                      <a:lnTo>
                        <a:pt x="750" y="892"/>
                      </a:lnTo>
                      <a:lnTo>
                        <a:pt x="766" y="846"/>
                      </a:lnTo>
                      <a:lnTo>
                        <a:pt x="780" y="802"/>
                      </a:lnTo>
                      <a:lnTo>
                        <a:pt x="792" y="760"/>
                      </a:lnTo>
                      <a:lnTo>
                        <a:pt x="804" y="716"/>
                      </a:lnTo>
                      <a:lnTo>
                        <a:pt x="812" y="674"/>
                      </a:lnTo>
                      <a:lnTo>
                        <a:pt x="820" y="634"/>
                      </a:lnTo>
                      <a:lnTo>
                        <a:pt x="826" y="592"/>
                      </a:lnTo>
                      <a:lnTo>
                        <a:pt x="832" y="550"/>
                      </a:lnTo>
                      <a:lnTo>
                        <a:pt x="834" y="508"/>
                      </a:lnTo>
                      <a:lnTo>
                        <a:pt x="836" y="464"/>
                      </a:lnTo>
                      <a:lnTo>
                        <a:pt x="836" y="420"/>
                      </a:lnTo>
                      <a:lnTo>
                        <a:pt x="836" y="420"/>
                      </a:lnTo>
                      <a:lnTo>
                        <a:pt x="836" y="378"/>
                      </a:lnTo>
                      <a:lnTo>
                        <a:pt x="832" y="332"/>
                      </a:lnTo>
                      <a:lnTo>
                        <a:pt x="824" y="282"/>
                      </a:lnTo>
                      <a:lnTo>
                        <a:pt x="816" y="230"/>
                      </a:lnTo>
                      <a:lnTo>
                        <a:pt x="804" y="174"/>
                      </a:lnTo>
                      <a:lnTo>
                        <a:pt x="788" y="118"/>
                      </a:lnTo>
                      <a:lnTo>
                        <a:pt x="772" y="60"/>
                      </a:lnTo>
                      <a:lnTo>
                        <a:pt x="752" y="0"/>
                      </a:lnTo>
                      <a:lnTo>
                        <a:pt x="320" y="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46" name="Freeform 154"/>
                <p:cNvSpPr>
                  <a:spLocks/>
                </p:cNvSpPr>
                <p:nvPr/>
              </p:nvSpPr>
              <p:spPr bwMode="auto">
                <a:xfrm>
                  <a:off x="10548072" y="8891588"/>
                  <a:ext cx="2755900" cy="1136650"/>
                </a:xfrm>
                <a:custGeom>
                  <a:avLst/>
                  <a:gdLst>
                    <a:gd name="T0" fmla="*/ 2147483647 w 1736"/>
                    <a:gd name="T1" fmla="*/ 2147483647 h 716"/>
                    <a:gd name="T2" fmla="*/ 2147483647 w 1736"/>
                    <a:gd name="T3" fmla="*/ 2147483647 h 716"/>
                    <a:gd name="T4" fmla="*/ 2147483647 w 1736"/>
                    <a:gd name="T5" fmla="*/ 2147483647 h 716"/>
                    <a:gd name="T6" fmla="*/ 2147483647 w 1736"/>
                    <a:gd name="T7" fmla="*/ 2147483647 h 716"/>
                    <a:gd name="T8" fmla="*/ 2147483647 w 1736"/>
                    <a:gd name="T9" fmla="*/ 2147483647 h 716"/>
                    <a:gd name="T10" fmla="*/ 2147483647 w 1736"/>
                    <a:gd name="T11" fmla="*/ 2147483647 h 716"/>
                    <a:gd name="T12" fmla="*/ 2147483647 w 1736"/>
                    <a:gd name="T13" fmla="*/ 2147483647 h 716"/>
                    <a:gd name="T14" fmla="*/ 2147483647 w 1736"/>
                    <a:gd name="T15" fmla="*/ 2147483647 h 716"/>
                    <a:gd name="T16" fmla="*/ 2147483647 w 1736"/>
                    <a:gd name="T17" fmla="*/ 2147483647 h 716"/>
                    <a:gd name="T18" fmla="*/ 2147483647 w 1736"/>
                    <a:gd name="T19" fmla="*/ 2147483647 h 716"/>
                    <a:gd name="T20" fmla="*/ 2147483647 w 1736"/>
                    <a:gd name="T21" fmla="*/ 2147483647 h 716"/>
                    <a:gd name="T22" fmla="*/ 2147483647 w 1736"/>
                    <a:gd name="T23" fmla="*/ 2147483647 h 716"/>
                    <a:gd name="T24" fmla="*/ 2147483647 w 1736"/>
                    <a:gd name="T25" fmla="*/ 2147483647 h 716"/>
                    <a:gd name="T26" fmla="*/ 2147483647 w 1736"/>
                    <a:gd name="T27" fmla="*/ 2147483647 h 716"/>
                    <a:gd name="T28" fmla="*/ 2147483647 w 1736"/>
                    <a:gd name="T29" fmla="*/ 2147483647 h 716"/>
                    <a:gd name="T30" fmla="*/ 2147483647 w 1736"/>
                    <a:gd name="T31" fmla="*/ 2147483647 h 716"/>
                    <a:gd name="T32" fmla="*/ 2147483647 w 1736"/>
                    <a:gd name="T33" fmla="*/ 2147483647 h 716"/>
                    <a:gd name="T34" fmla="*/ 2147483647 w 1736"/>
                    <a:gd name="T35" fmla="*/ 2147483647 h 716"/>
                    <a:gd name="T36" fmla="*/ 2147483647 w 1736"/>
                    <a:gd name="T37" fmla="*/ 2147483647 h 716"/>
                    <a:gd name="T38" fmla="*/ 2147483647 w 1736"/>
                    <a:gd name="T39" fmla="*/ 2147483647 h 716"/>
                    <a:gd name="T40" fmla="*/ 2147483647 w 1736"/>
                    <a:gd name="T41" fmla="*/ 2147483647 h 716"/>
                    <a:gd name="T42" fmla="*/ 2147483647 w 1736"/>
                    <a:gd name="T43" fmla="*/ 2147483647 h 716"/>
                    <a:gd name="T44" fmla="*/ 2147483647 w 1736"/>
                    <a:gd name="T45" fmla="*/ 2147483647 h 716"/>
                    <a:gd name="T46" fmla="*/ 2147483647 w 1736"/>
                    <a:gd name="T47" fmla="*/ 2147483647 h 716"/>
                    <a:gd name="T48" fmla="*/ 2147483647 w 1736"/>
                    <a:gd name="T49" fmla="*/ 2147483647 h 716"/>
                    <a:gd name="T50" fmla="*/ 2147483647 w 1736"/>
                    <a:gd name="T51" fmla="*/ 2147483647 h 716"/>
                    <a:gd name="T52" fmla="*/ 2147483647 w 1736"/>
                    <a:gd name="T53" fmla="*/ 2147483647 h 716"/>
                    <a:gd name="T54" fmla="*/ 0 w 1736"/>
                    <a:gd name="T55" fmla="*/ 2147483647 h 716"/>
                    <a:gd name="T56" fmla="*/ 2147483647 w 1736"/>
                    <a:gd name="T57" fmla="*/ 2147483647 h 716"/>
                    <a:gd name="T58" fmla="*/ 2147483647 w 1736"/>
                    <a:gd name="T59" fmla="*/ 2147483647 h 716"/>
                    <a:gd name="T60" fmla="*/ 2147483647 w 1736"/>
                    <a:gd name="T61" fmla="*/ 2147483647 h 716"/>
                    <a:gd name="T62" fmla="*/ 2147483647 w 1736"/>
                    <a:gd name="T63" fmla="*/ 2147483647 h 716"/>
                    <a:gd name="T64" fmla="*/ 2147483647 w 1736"/>
                    <a:gd name="T65" fmla="*/ 2147483647 h 716"/>
                    <a:gd name="T66" fmla="*/ 2147483647 w 1736"/>
                    <a:gd name="T67" fmla="*/ 2147483647 h 716"/>
                    <a:gd name="T68" fmla="*/ 2147483647 w 1736"/>
                    <a:gd name="T69" fmla="*/ 2147483647 h 716"/>
                    <a:gd name="T70" fmla="*/ 2147483647 w 1736"/>
                    <a:gd name="T71" fmla="*/ 2147483647 h 716"/>
                    <a:gd name="T72" fmla="*/ 2147483647 w 1736"/>
                    <a:gd name="T73" fmla="*/ 2147483647 h 716"/>
                    <a:gd name="T74" fmla="*/ 2147483647 w 1736"/>
                    <a:gd name="T75" fmla="*/ 2147483647 h 716"/>
                    <a:gd name="T76" fmla="*/ 2147483647 w 1736"/>
                    <a:gd name="T77" fmla="*/ 2147483647 h 716"/>
                    <a:gd name="T78" fmla="*/ 2147483647 w 1736"/>
                    <a:gd name="T79" fmla="*/ 2147483647 h 716"/>
                    <a:gd name="T80" fmla="*/ 2147483647 w 1736"/>
                    <a:gd name="T81" fmla="*/ 2147483647 h 716"/>
                    <a:gd name="T82" fmla="*/ 2147483647 w 1736"/>
                    <a:gd name="T83" fmla="*/ 2147483647 h 716"/>
                    <a:gd name="T84" fmla="*/ 2147483647 w 1736"/>
                    <a:gd name="T85" fmla="*/ 2147483647 h 716"/>
                    <a:gd name="T86" fmla="*/ 2147483647 w 1736"/>
                    <a:gd name="T87" fmla="*/ 2147483647 h 716"/>
                    <a:gd name="T88" fmla="*/ 2147483647 w 1736"/>
                    <a:gd name="T89" fmla="*/ 2147483647 h 716"/>
                    <a:gd name="T90" fmla="*/ 2147483647 w 1736"/>
                    <a:gd name="T91" fmla="*/ 2147483647 h 716"/>
                    <a:gd name="T92" fmla="*/ 2147483647 w 1736"/>
                    <a:gd name="T93" fmla="*/ 2147483647 h 716"/>
                    <a:gd name="T94" fmla="*/ 2147483647 w 1736"/>
                    <a:gd name="T95" fmla="*/ 2147483647 h 716"/>
                    <a:gd name="T96" fmla="*/ 2147483647 w 1736"/>
                    <a:gd name="T97" fmla="*/ 2147483647 h 716"/>
                    <a:gd name="T98" fmla="*/ 2147483647 w 1736"/>
                    <a:gd name="T99" fmla="*/ 2147483647 h 716"/>
                    <a:gd name="T100" fmla="*/ 2147483647 w 1736"/>
                    <a:gd name="T101" fmla="*/ 2147483647 h 716"/>
                    <a:gd name="T102" fmla="*/ 2147483647 w 1736"/>
                    <a:gd name="T103" fmla="*/ 2147483647 h 716"/>
                    <a:gd name="T104" fmla="*/ 2147483647 w 1736"/>
                    <a:gd name="T105" fmla="*/ 2147483647 h 716"/>
                    <a:gd name="T106" fmla="*/ 2147483647 w 1736"/>
                    <a:gd name="T107" fmla="*/ 2147483647 h 716"/>
                    <a:gd name="T108" fmla="*/ 2147483647 w 1736"/>
                    <a:gd name="T109" fmla="*/ 2147483647 h 716"/>
                    <a:gd name="T110" fmla="*/ 2147483647 w 1736"/>
                    <a:gd name="T111" fmla="*/ 0 h 71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736"/>
                    <a:gd name="T169" fmla="*/ 0 h 716"/>
                    <a:gd name="T170" fmla="*/ 1736 w 1736"/>
                    <a:gd name="T171" fmla="*/ 716 h 71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736" h="716">
                      <a:moveTo>
                        <a:pt x="1330" y="0"/>
                      </a:moveTo>
                      <a:lnTo>
                        <a:pt x="1330" y="72"/>
                      </a:lnTo>
                      <a:lnTo>
                        <a:pt x="1342" y="80"/>
                      </a:lnTo>
                      <a:lnTo>
                        <a:pt x="1358" y="94"/>
                      </a:lnTo>
                      <a:lnTo>
                        <a:pt x="1374" y="108"/>
                      </a:lnTo>
                      <a:lnTo>
                        <a:pt x="1390" y="128"/>
                      </a:lnTo>
                      <a:lnTo>
                        <a:pt x="1404" y="150"/>
                      </a:lnTo>
                      <a:lnTo>
                        <a:pt x="1416" y="174"/>
                      </a:lnTo>
                      <a:lnTo>
                        <a:pt x="1420" y="186"/>
                      </a:lnTo>
                      <a:lnTo>
                        <a:pt x="1422" y="200"/>
                      </a:lnTo>
                      <a:lnTo>
                        <a:pt x="1424" y="214"/>
                      </a:lnTo>
                      <a:lnTo>
                        <a:pt x="1424" y="228"/>
                      </a:lnTo>
                      <a:lnTo>
                        <a:pt x="1422" y="242"/>
                      </a:lnTo>
                      <a:lnTo>
                        <a:pt x="1418" y="256"/>
                      </a:lnTo>
                      <a:lnTo>
                        <a:pt x="1414" y="268"/>
                      </a:lnTo>
                      <a:lnTo>
                        <a:pt x="1408" y="280"/>
                      </a:lnTo>
                      <a:lnTo>
                        <a:pt x="1400" y="290"/>
                      </a:lnTo>
                      <a:lnTo>
                        <a:pt x="1392" y="300"/>
                      </a:lnTo>
                      <a:lnTo>
                        <a:pt x="1382" y="310"/>
                      </a:lnTo>
                      <a:lnTo>
                        <a:pt x="1372" y="318"/>
                      </a:lnTo>
                      <a:lnTo>
                        <a:pt x="1360" y="326"/>
                      </a:lnTo>
                      <a:lnTo>
                        <a:pt x="1346" y="332"/>
                      </a:lnTo>
                      <a:lnTo>
                        <a:pt x="1332" y="338"/>
                      </a:lnTo>
                      <a:lnTo>
                        <a:pt x="1316" y="342"/>
                      </a:lnTo>
                      <a:lnTo>
                        <a:pt x="1282" y="348"/>
                      </a:lnTo>
                      <a:lnTo>
                        <a:pt x="1244" y="350"/>
                      </a:lnTo>
                      <a:lnTo>
                        <a:pt x="1224" y="350"/>
                      </a:lnTo>
                      <a:lnTo>
                        <a:pt x="1204" y="346"/>
                      </a:lnTo>
                      <a:lnTo>
                        <a:pt x="1186" y="342"/>
                      </a:lnTo>
                      <a:lnTo>
                        <a:pt x="1172" y="336"/>
                      </a:lnTo>
                      <a:lnTo>
                        <a:pt x="1158" y="328"/>
                      </a:lnTo>
                      <a:lnTo>
                        <a:pt x="1146" y="320"/>
                      </a:lnTo>
                      <a:lnTo>
                        <a:pt x="1128" y="306"/>
                      </a:lnTo>
                      <a:lnTo>
                        <a:pt x="1120" y="294"/>
                      </a:lnTo>
                      <a:lnTo>
                        <a:pt x="1112" y="284"/>
                      </a:lnTo>
                      <a:lnTo>
                        <a:pt x="1106" y="272"/>
                      </a:lnTo>
                      <a:lnTo>
                        <a:pt x="1100" y="260"/>
                      </a:lnTo>
                      <a:lnTo>
                        <a:pt x="1096" y="246"/>
                      </a:lnTo>
                      <a:lnTo>
                        <a:pt x="1094" y="234"/>
                      </a:lnTo>
                      <a:lnTo>
                        <a:pt x="1092" y="220"/>
                      </a:lnTo>
                      <a:lnTo>
                        <a:pt x="1092" y="206"/>
                      </a:lnTo>
                      <a:lnTo>
                        <a:pt x="1096" y="186"/>
                      </a:lnTo>
                      <a:lnTo>
                        <a:pt x="1102" y="168"/>
                      </a:lnTo>
                      <a:lnTo>
                        <a:pt x="1114" y="148"/>
                      </a:lnTo>
                      <a:lnTo>
                        <a:pt x="1126" y="132"/>
                      </a:lnTo>
                      <a:lnTo>
                        <a:pt x="1138" y="116"/>
                      </a:lnTo>
                      <a:lnTo>
                        <a:pt x="1150" y="102"/>
                      </a:lnTo>
                      <a:lnTo>
                        <a:pt x="1172" y="82"/>
                      </a:lnTo>
                      <a:lnTo>
                        <a:pt x="1172" y="6"/>
                      </a:lnTo>
                      <a:lnTo>
                        <a:pt x="0" y="6"/>
                      </a:lnTo>
                      <a:lnTo>
                        <a:pt x="22" y="66"/>
                      </a:lnTo>
                      <a:lnTo>
                        <a:pt x="38" y="122"/>
                      </a:lnTo>
                      <a:lnTo>
                        <a:pt x="44" y="146"/>
                      </a:lnTo>
                      <a:lnTo>
                        <a:pt x="48" y="168"/>
                      </a:lnTo>
                      <a:lnTo>
                        <a:pt x="50" y="190"/>
                      </a:lnTo>
                      <a:lnTo>
                        <a:pt x="52" y="208"/>
                      </a:lnTo>
                      <a:lnTo>
                        <a:pt x="50" y="244"/>
                      </a:lnTo>
                      <a:lnTo>
                        <a:pt x="50" y="278"/>
                      </a:lnTo>
                      <a:lnTo>
                        <a:pt x="52" y="312"/>
                      </a:lnTo>
                      <a:lnTo>
                        <a:pt x="56" y="344"/>
                      </a:lnTo>
                      <a:lnTo>
                        <a:pt x="60" y="374"/>
                      </a:lnTo>
                      <a:lnTo>
                        <a:pt x="64" y="402"/>
                      </a:lnTo>
                      <a:lnTo>
                        <a:pt x="70" y="430"/>
                      </a:lnTo>
                      <a:lnTo>
                        <a:pt x="76" y="454"/>
                      </a:lnTo>
                      <a:lnTo>
                        <a:pt x="94" y="502"/>
                      </a:lnTo>
                      <a:lnTo>
                        <a:pt x="112" y="544"/>
                      </a:lnTo>
                      <a:lnTo>
                        <a:pt x="132" y="580"/>
                      </a:lnTo>
                      <a:lnTo>
                        <a:pt x="156" y="612"/>
                      </a:lnTo>
                      <a:lnTo>
                        <a:pt x="180" y="638"/>
                      </a:lnTo>
                      <a:lnTo>
                        <a:pt x="204" y="660"/>
                      </a:lnTo>
                      <a:lnTo>
                        <a:pt x="228" y="678"/>
                      </a:lnTo>
                      <a:lnTo>
                        <a:pt x="252" y="694"/>
                      </a:lnTo>
                      <a:lnTo>
                        <a:pt x="276" y="704"/>
                      </a:lnTo>
                      <a:lnTo>
                        <a:pt x="298" y="712"/>
                      </a:lnTo>
                      <a:lnTo>
                        <a:pt x="318" y="716"/>
                      </a:lnTo>
                      <a:lnTo>
                        <a:pt x="334" y="716"/>
                      </a:lnTo>
                      <a:lnTo>
                        <a:pt x="1400" y="716"/>
                      </a:lnTo>
                      <a:lnTo>
                        <a:pt x="1420" y="716"/>
                      </a:lnTo>
                      <a:lnTo>
                        <a:pt x="1438" y="710"/>
                      </a:lnTo>
                      <a:lnTo>
                        <a:pt x="1456" y="704"/>
                      </a:lnTo>
                      <a:lnTo>
                        <a:pt x="1474" y="694"/>
                      </a:lnTo>
                      <a:lnTo>
                        <a:pt x="1492" y="682"/>
                      </a:lnTo>
                      <a:lnTo>
                        <a:pt x="1510" y="668"/>
                      </a:lnTo>
                      <a:lnTo>
                        <a:pt x="1526" y="654"/>
                      </a:lnTo>
                      <a:lnTo>
                        <a:pt x="1542" y="636"/>
                      </a:lnTo>
                      <a:lnTo>
                        <a:pt x="1574" y="600"/>
                      </a:lnTo>
                      <a:lnTo>
                        <a:pt x="1600" y="560"/>
                      </a:lnTo>
                      <a:lnTo>
                        <a:pt x="1624" y="520"/>
                      </a:lnTo>
                      <a:lnTo>
                        <a:pt x="1642" y="482"/>
                      </a:lnTo>
                      <a:lnTo>
                        <a:pt x="1650" y="460"/>
                      </a:lnTo>
                      <a:lnTo>
                        <a:pt x="1656" y="438"/>
                      </a:lnTo>
                      <a:lnTo>
                        <a:pt x="1662" y="414"/>
                      </a:lnTo>
                      <a:lnTo>
                        <a:pt x="1664" y="390"/>
                      </a:lnTo>
                      <a:lnTo>
                        <a:pt x="1670" y="336"/>
                      </a:lnTo>
                      <a:lnTo>
                        <a:pt x="1672" y="280"/>
                      </a:lnTo>
                      <a:lnTo>
                        <a:pt x="1674" y="228"/>
                      </a:lnTo>
                      <a:lnTo>
                        <a:pt x="1676" y="178"/>
                      </a:lnTo>
                      <a:lnTo>
                        <a:pt x="1682" y="136"/>
                      </a:lnTo>
                      <a:lnTo>
                        <a:pt x="1686" y="118"/>
                      </a:lnTo>
                      <a:lnTo>
                        <a:pt x="1690" y="102"/>
                      </a:lnTo>
                      <a:lnTo>
                        <a:pt x="1736" y="0"/>
                      </a:lnTo>
                      <a:lnTo>
                        <a:pt x="1330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47" name="Freeform 155"/>
                <p:cNvSpPr>
                  <a:spLocks/>
                </p:cNvSpPr>
                <p:nvPr/>
              </p:nvSpPr>
              <p:spPr bwMode="auto">
                <a:xfrm>
                  <a:off x="9633551" y="4852925"/>
                  <a:ext cx="1312076" cy="3751657"/>
                </a:xfrm>
                <a:custGeom>
                  <a:avLst/>
                  <a:gdLst>
                    <a:gd name="T0" fmla="*/ 2147483647 w 826"/>
                    <a:gd name="T1" fmla="*/ 2147483647 h 2364"/>
                    <a:gd name="T2" fmla="*/ 2147483647 w 826"/>
                    <a:gd name="T3" fmla="*/ 2147483647 h 2364"/>
                    <a:gd name="T4" fmla="*/ 2147483647 w 826"/>
                    <a:gd name="T5" fmla="*/ 2147483647 h 2364"/>
                    <a:gd name="T6" fmla="*/ 2147483647 w 826"/>
                    <a:gd name="T7" fmla="*/ 2147483647 h 2364"/>
                    <a:gd name="T8" fmla="*/ 2147483647 w 826"/>
                    <a:gd name="T9" fmla="*/ 2147483647 h 2364"/>
                    <a:gd name="T10" fmla="*/ 2147483647 w 826"/>
                    <a:gd name="T11" fmla="*/ 2147483647 h 2364"/>
                    <a:gd name="T12" fmla="*/ 2147483647 w 826"/>
                    <a:gd name="T13" fmla="*/ 2147483647 h 2364"/>
                    <a:gd name="T14" fmla="*/ 2147483647 w 826"/>
                    <a:gd name="T15" fmla="*/ 2147483647 h 2364"/>
                    <a:gd name="T16" fmla="*/ 2147483647 w 826"/>
                    <a:gd name="T17" fmla="*/ 2147483647 h 2364"/>
                    <a:gd name="T18" fmla="*/ 2147483647 w 826"/>
                    <a:gd name="T19" fmla="*/ 2147483647 h 2364"/>
                    <a:gd name="T20" fmla="*/ 2147483647 w 826"/>
                    <a:gd name="T21" fmla="*/ 2147483647 h 2364"/>
                    <a:gd name="T22" fmla="*/ 2147483647 w 826"/>
                    <a:gd name="T23" fmla="*/ 2147483647 h 2364"/>
                    <a:gd name="T24" fmla="*/ 2147483647 w 826"/>
                    <a:gd name="T25" fmla="*/ 2147483647 h 2364"/>
                    <a:gd name="T26" fmla="*/ 2147483647 w 826"/>
                    <a:gd name="T27" fmla="*/ 2147483647 h 2364"/>
                    <a:gd name="T28" fmla="*/ 2147483647 w 826"/>
                    <a:gd name="T29" fmla="*/ 2147483647 h 2364"/>
                    <a:gd name="T30" fmla="*/ 2147483647 w 826"/>
                    <a:gd name="T31" fmla="*/ 2147483647 h 2364"/>
                    <a:gd name="T32" fmla="*/ 2147483647 w 826"/>
                    <a:gd name="T33" fmla="*/ 2147483647 h 2364"/>
                    <a:gd name="T34" fmla="*/ 2147483647 w 826"/>
                    <a:gd name="T35" fmla="*/ 2147483647 h 2364"/>
                    <a:gd name="T36" fmla="*/ 2147483647 w 826"/>
                    <a:gd name="T37" fmla="*/ 2147483647 h 2364"/>
                    <a:gd name="T38" fmla="*/ 2147483647 w 826"/>
                    <a:gd name="T39" fmla="*/ 2147483647 h 2364"/>
                    <a:gd name="T40" fmla="*/ 2147483647 w 826"/>
                    <a:gd name="T41" fmla="*/ 2147483647 h 2364"/>
                    <a:gd name="T42" fmla="*/ 2147483647 w 826"/>
                    <a:gd name="T43" fmla="*/ 2147483647 h 2364"/>
                    <a:gd name="T44" fmla="*/ 2147483647 w 826"/>
                    <a:gd name="T45" fmla="*/ 2147483647 h 2364"/>
                    <a:gd name="T46" fmla="*/ 2147483647 w 826"/>
                    <a:gd name="T47" fmla="*/ 2147483647 h 2364"/>
                    <a:gd name="T48" fmla="*/ 2147483647 w 826"/>
                    <a:gd name="T49" fmla="*/ 2147483647 h 2364"/>
                    <a:gd name="T50" fmla="*/ 2147483647 w 826"/>
                    <a:gd name="T51" fmla="*/ 2147483647 h 2364"/>
                    <a:gd name="T52" fmla="*/ 2147483647 w 826"/>
                    <a:gd name="T53" fmla="*/ 2147483647 h 2364"/>
                    <a:gd name="T54" fmla="*/ 2147483647 w 826"/>
                    <a:gd name="T55" fmla="*/ 2147483647 h 2364"/>
                    <a:gd name="T56" fmla="*/ 2147483647 w 826"/>
                    <a:gd name="T57" fmla="*/ 2147483647 h 2364"/>
                    <a:gd name="T58" fmla="*/ 2147483647 w 826"/>
                    <a:gd name="T59" fmla="*/ 2147483647 h 2364"/>
                    <a:gd name="T60" fmla="*/ 2147483647 w 826"/>
                    <a:gd name="T61" fmla="*/ 2147483647 h 2364"/>
                    <a:gd name="T62" fmla="*/ 2147483647 w 826"/>
                    <a:gd name="T63" fmla="*/ 2147483647 h 2364"/>
                    <a:gd name="T64" fmla="*/ 2147483647 w 826"/>
                    <a:gd name="T65" fmla="*/ 2147483647 h 2364"/>
                    <a:gd name="T66" fmla="*/ 2147483647 w 826"/>
                    <a:gd name="T67" fmla="*/ 2147483647 h 2364"/>
                    <a:gd name="T68" fmla="*/ 2147483647 w 826"/>
                    <a:gd name="T69" fmla="*/ 2147483647 h 2364"/>
                    <a:gd name="T70" fmla="*/ 2147483647 w 826"/>
                    <a:gd name="T71" fmla="*/ 2147483647 h 2364"/>
                    <a:gd name="T72" fmla="*/ 2147483647 w 826"/>
                    <a:gd name="T73" fmla="*/ 2147483647 h 2364"/>
                    <a:gd name="T74" fmla="*/ 2147483647 w 826"/>
                    <a:gd name="T75" fmla="*/ 0 h 2364"/>
                    <a:gd name="T76" fmla="*/ 2147483647 w 826"/>
                    <a:gd name="T77" fmla="*/ 2147483647 h 2364"/>
                    <a:gd name="T78" fmla="*/ 2147483647 w 826"/>
                    <a:gd name="T79" fmla="*/ 2147483647 h 2364"/>
                    <a:gd name="T80" fmla="*/ 2147483647 w 826"/>
                    <a:gd name="T81" fmla="*/ 2147483647 h 2364"/>
                    <a:gd name="T82" fmla="*/ 2147483647 w 826"/>
                    <a:gd name="T83" fmla="*/ 2147483647 h 2364"/>
                    <a:gd name="T84" fmla="*/ 2147483647 w 826"/>
                    <a:gd name="T85" fmla="*/ 2147483647 h 2364"/>
                    <a:gd name="T86" fmla="*/ 2147483647 w 826"/>
                    <a:gd name="T87" fmla="*/ 2147483647 h 2364"/>
                    <a:gd name="T88" fmla="*/ 2147483647 w 826"/>
                    <a:gd name="T89" fmla="*/ 2147483647 h 2364"/>
                    <a:gd name="T90" fmla="*/ 2147483647 w 826"/>
                    <a:gd name="T91" fmla="*/ 2147483647 h 2364"/>
                    <a:gd name="T92" fmla="*/ 2147483647 w 826"/>
                    <a:gd name="T93" fmla="*/ 2147483647 h 2364"/>
                    <a:gd name="T94" fmla="*/ 2147483647 w 826"/>
                    <a:gd name="T95" fmla="*/ 2147483647 h 2364"/>
                    <a:gd name="T96" fmla="*/ 2147483647 w 826"/>
                    <a:gd name="T97" fmla="*/ 2147483647 h 2364"/>
                    <a:gd name="T98" fmla="*/ 2147483647 w 826"/>
                    <a:gd name="T99" fmla="*/ 2147483647 h 2364"/>
                    <a:gd name="T100" fmla="*/ 0 w 826"/>
                    <a:gd name="T101" fmla="*/ 2147483647 h 2364"/>
                    <a:gd name="T102" fmla="*/ 2147483647 w 826"/>
                    <a:gd name="T103" fmla="*/ 2147483647 h 2364"/>
                    <a:gd name="T104" fmla="*/ 2147483647 w 826"/>
                    <a:gd name="T105" fmla="*/ 2147483647 h 2364"/>
                    <a:gd name="T106" fmla="*/ 2147483647 w 826"/>
                    <a:gd name="T107" fmla="*/ 2147483647 h 2364"/>
                    <a:gd name="T108" fmla="*/ 2147483647 w 826"/>
                    <a:gd name="T109" fmla="*/ 2147483647 h 2364"/>
                    <a:gd name="T110" fmla="*/ 2147483647 w 826"/>
                    <a:gd name="T111" fmla="*/ 2147483647 h 2364"/>
                    <a:gd name="T112" fmla="*/ 2147483647 w 826"/>
                    <a:gd name="T113" fmla="*/ 2147483647 h 2364"/>
                    <a:gd name="T114" fmla="*/ 2147483647 w 826"/>
                    <a:gd name="T115" fmla="*/ 2147483647 h 2364"/>
                    <a:gd name="T116" fmla="*/ 2147483647 w 826"/>
                    <a:gd name="T117" fmla="*/ 2147483647 h 2364"/>
                    <a:gd name="T118" fmla="*/ 2147483647 w 826"/>
                    <a:gd name="T119" fmla="*/ 2147483647 h 2364"/>
                    <a:gd name="T120" fmla="*/ 2147483647 w 826"/>
                    <a:gd name="T121" fmla="*/ 2147483647 h 2364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26"/>
                    <a:gd name="T184" fmla="*/ 0 h 2364"/>
                    <a:gd name="T185" fmla="*/ 826 w 826"/>
                    <a:gd name="T186" fmla="*/ 2364 h 2364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26" h="2364">
                      <a:moveTo>
                        <a:pt x="494" y="1940"/>
                      </a:moveTo>
                      <a:lnTo>
                        <a:pt x="494" y="1940"/>
                      </a:lnTo>
                      <a:lnTo>
                        <a:pt x="496" y="1932"/>
                      </a:lnTo>
                      <a:lnTo>
                        <a:pt x="502" y="1926"/>
                      </a:lnTo>
                      <a:lnTo>
                        <a:pt x="508" y="1920"/>
                      </a:lnTo>
                      <a:lnTo>
                        <a:pt x="516" y="1918"/>
                      </a:lnTo>
                      <a:lnTo>
                        <a:pt x="622" y="1918"/>
                      </a:lnTo>
                      <a:lnTo>
                        <a:pt x="628" y="1920"/>
                      </a:lnTo>
                      <a:lnTo>
                        <a:pt x="636" y="1924"/>
                      </a:lnTo>
                      <a:lnTo>
                        <a:pt x="640" y="1928"/>
                      </a:lnTo>
                      <a:lnTo>
                        <a:pt x="644" y="1934"/>
                      </a:lnTo>
                      <a:lnTo>
                        <a:pt x="648" y="1946"/>
                      </a:lnTo>
                      <a:lnTo>
                        <a:pt x="654" y="1956"/>
                      </a:lnTo>
                      <a:lnTo>
                        <a:pt x="664" y="1968"/>
                      </a:lnTo>
                      <a:lnTo>
                        <a:pt x="676" y="1980"/>
                      </a:lnTo>
                      <a:lnTo>
                        <a:pt x="692" y="1990"/>
                      </a:lnTo>
                      <a:lnTo>
                        <a:pt x="702" y="1994"/>
                      </a:lnTo>
                      <a:lnTo>
                        <a:pt x="714" y="1998"/>
                      </a:lnTo>
                      <a:lnTo>
                        <a:pt x="726" y="2000"/>
                      </a:lnTo>
                      <a:lnTo>
                        <a:pt x="740" y="2002"/>
                      </a:lnTo>
                      <a:lnTo>
                        <a:pt x="758" y="2000"/>
                      </a:lnTo>
                      <a:lnTo>
                        <a:pt x="774" y="1998"/>
                      </a:lnTo>
                      <a:lnTo>
                        <a:pt x="786" y="1992"/>
                      </a:lnTo>
                      <a:lnTo>
                        <a:pt x="798" y="1984"/>
                      </a:lnTo>
                      <a:lnTo>
                        <a:pt x="804" y="1976"/>
                      </a:lnTo>
                      <a:lnTo>
                        <a:pt x="810" y="1968"/>
                      </a:lnTo>
                      <a:lnTo>
                        <a:pt x="814" y="1958"/>
                      </a:lnTo>
                      <a:lnTo>
                        <a:pt x="818" y="1946"/>
                      </a:lnTo>
                      <a:lnTo>
                        <a:pt x="824" y="1918"/>
                      </a:lnTo>
                      <a:lnTo>
                        <a:pt x="826" y="1886"/>
                      </a:lnTo>
                      <a:lnTo>
                        <a:pt x="826" y="1860"/>
                      </a:lnTo>
                      <a:lnTo>
                        <a:pt x="822" y="1836"/>
                      </a:lnTo>
                      <a:lnTo>
                        <a:pt x="818" y="1816"/>
                      </a:lnTo>
                      <a:lnTo>
                        <a:pt x="810" y="1798"/>
                      </a:lnTo>
                      <a:lnTo>
                        <a:pt x="806" y="1790"/>
                      </a:lnTo>
                      <a:lnTo>
                        <a:pt x="800" y="1784"/>
                      </a:lnTo>
                      <a:lnTo>
                        <a:pt x="794" y="1778"/>
                      </a:lnTo>
                      <a:lnTo>
                        <a:pt x="786" y="1772"/>
                      </a:lnTo>
                      <a:lnTo>
                        <a:pt x="778" y="1768"/>
                      </a:lnTo>
                      <a:lnTo>
                        <a:pt x="768" y="1766"/>
                      </a:lnTo>
                      <a:lnTo>
                        <a:pt x="758" y="1764"/>
                      </a:lnTo>
                      <a:lnTo>
                        <a:pt x="746" y="1762"/>
                      </a:lnTo>
                      <a:lnTo>
                        <a:pt x="732" y="1762"/>
                      </a:lnTo>
                      <a:lnTo>
                        <a:pt x="718" y="1764"/>
                      </a:lnTo>
                      <a:lnTo>
                        <a:pt x="706" y="1768"/>
                      </a:lnTo>
                      <a:lnTo>
                        <a:pt x="696" y="1772"/>
                      </a:lnTo>
                      <a:lnTo>
                        <a:pt x="676" y="1782"/>
                      </a:lnTo>
                      <a:lnTo>
                        <a:pt x="662" y="1796"/>
                      </a:lnTo>
                      <a:lnTo>
                        <a:pt x="650" y="1810"/>
                      </a:lnTo>
                      <a:lnTo>
                        <a:pt x="642" y="1822"/>
                      </a:lnTo>
                      <a:lnTo>
                        <a:pt x="636" y="1834"/>
                      </a:lnTo>
                      <a:lnTo>
                        <a:pt x="632" y="1840"/>
                      </a:lnTo>
                      <a:lnTo>
                        <a:pt x="628" y="1844"/>
                      </a:lnTo>
                      <a:lnTo>
                        <a:pt x="622" y="1848"/>
                      </a:lnTo>
                      <a:lnTo>
                        <a:pt x="616" y="1848"/>
                      </a:lnTo>
                      <a:lnTo>
                        <a:pt x="520" y="1848"/>
                      </a:lnTo>
                      <a:lnTo>
                        <a:pt x="512" y="1846"/>
                      </a:lnTo>
                      <a:lnTo>
                        <a:pt x="504" y="1842"/>
                      </a:lnTo>
                      <a:lnTo>
                        <a:pt x="500" y="1834"/>
                      </a:lnTo>
                      <a:lnTo>
                        <a:pt x="498" y="1826"/>
                      </a:lnTo>
                      <a:lnTo>
                        <a:pt x="498" y="1566"/>
                      </a:lnTo>
                      <a:lnTo>
                        <a:pt x="496" y="1562"/>
                      </a:lnTo>
                      <a:lnTo>
                        <a:pt x="494" y="1556"/>
                      </a:lnTo>
                      <a:lnTo>
                        <a:pt x="496" y="1550"/>
                      </a:lnTo>
                      <a:lnTo>
                        <a:pt x="498" y="1544"/>
                      </a:lnTo>
                      <a:lnTo>
                        <a:pt x="498" y="0"/>
                      </a:lnTo>
                      <a:lnTo>
                        <a:pt x="468" y="26"/>
                      </a:lnTo>
                      <a:lnTo>
                        <a:pt x="438" y="54"/>
                      </a:lnTo>
                      <a:lnTo>
                        <a:pt x="408" y="82"/>
                      </a:lnTo>
                      <a:lnTo>
                        <a:pt x="380" y="110"/>
                      </a:lnTo>
                      <a:lnTo>
                        <a:pt x="350" y="142"/>
                      </a:lnTo>
                      <a:lnTo>
                        <a:pt x="324" y="172"/>
                      </a:lnTo>
                      <a:lnTo>
                        <a:pt x="296" y="206"/>
                      </a:lnTo>
                      <a:lnTo>
                        <a:pt x="270" y="240"/>
                      </a:lnTo>
                      <a:lnTo>
                        <a:pt x="246" y="276"/>
                      </a:lnTo>
                      <a:lnTo>
                        <a:pt x="220" y="312"/>
                      </a:lnTo>
                      <a:lnTo>
                        <a:pt x="198" y="350"/>
                      </a:lnTo>
                      <a:lnTo>
                        <a:pt x="174" y="390"/>
                      </a:lnTo>
                      <a:lnTo>
                        <a:pt x="152" y="432"/>
                      </a:lnTo>
                      <a:lnTo>
                        <a:pt x="132" y="474"/>
                      </a:lnTo>
                      <a:lnTo>
                        <a:pt x="112" y="516"/>
                      </a:lnTo>
                      <a:lnTo>
                        <a:pt x="94" y="562"/>
                      </a:lnTo>
                      <a:lnTo>
                        <a:pt x="70" y="626"/>
                      </a:lnTo>
                      <a:lnTo>
                        <a:pt x="50" y="688"/>
                      </a:lnTo>
                      <a:lnTo>
                        <a:pt x="34" y="748"/>
                      </a:lnTo>
                      <a:lnTo>
                        <a:pt x="22" y="810"/>
                      </a:lnTo>
                      <a:lnTo>
                        <a:pt x="12" y="868"/>
                      </a:lnTo>
                      <a:lnTo>
                        <a:pt x="6" y="928"/>
                      </a:lnTo>
                      <a:lnTo>
                        <a:pt x="0" y="986"/>
                      </a:lnTo>
                      <a:lnTo>
                        <a:pt x="0" y="1042"/>
                      </a:lnTo>
                      <a:lnTo>
                        <a:pt x="0" y="1098"/>
                      </a:lnTo>
                      <a:lnTo>
                        <a:pt x="4" y="1152"/>
                      </a:lnTo>
                      <a:lnTo>
                        <a:pt x="8" y="1204"/>
                      </a:lnTo>
                      <a:lnTo>
                        <a:pt x="16" y="1256"/>
                      </a:lnTo>
                      <a:lnTo>
                        <a:pt x="24" y="1306"/>
                      </a:lnTo>
                      <a:lnTo>
                        <a:pt x="34" y="1354"/>
                      </a:lnTo>
                      <a:lnTo>
                        <a:pt x="46" y="1402"/>
                      </a:lnTo>
                      <a:lnTo>
                        <a:pt x="58" y="1448"/>
                      </a:lnTo>
                      <a:lnTo>
                        <a:pt x="72" y="1492"/>
                      </a:lnTo>
                      <a:lnTo>
                        <a:pt x="86" y="1534"/>
                      </a:lnTo>
                      <a:lnTo>
                        <a:pt x="116" y="1614"/>
                      </a:lnTo>
                      <a:lnTo>
                        <a:pt x="148" y="1686"/>
                      </a:lnTo>
                      <a:lnTo>
                        <a:pt x="178" y="1750"/>
                      </a:lnTo>
                      <a:lnTo>
                        <a:pt x="206" y="1806"/>
                      </a:lnTo>
                      <a:lnTo>
                        <a:pt x="232" y="1854"/>
                      </a:lnTo>
                      <a:lnTo>
                        <a:pt x="268" y="1918"/>
                      </a:lnTo>
                      <a:lnTo>
                        <a:pt x="362" y="2096"/>
                      </a:lnTo>
                      <a:lnTo>
                        <a:pt x="426" y="2224"/>
                      </a:lnTo>
                      <a:lnTo>
                        <a:pt x="494" y="2364"/>
                      </a:lnTo>
                      <a:lnTo>
                        <a:pt x="494" y="194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48" name="Freeform 156"/>
                <p:cNvSpPr>
                  <a:spLocks/>
                </p:cNvSpPr>
                <p:nvPr/>
              </p:nvSpPr>
              <p:spPr bwMode="auto">
                <a:xfrm>
                  <a:off x="10497280" y="5812269"/>
                  <a:ext cx="1374712" cy="1476927"/>
                </a:xfrm>
                <a:custGeom>
                  <a:avLst/>
                  <a:gdLst>
                    <a:gd name="T0" fmla="*/ 2147483647 w 866"/>
                    <a:gd name="T1" fmla="*/ 2147483647 h 930"/>
                    <a:gd name="T2" fmla="*/ 2147483647 w 866"/>
                    <a:gd name="T3" fmla="*/ 2147483647 h 930"/>
                    <a:gd name="T4" fmla="*/ 2147483647 w 866"/>
                    <a:gd name="T5" fmla="*/ 2147483647 h 930"/>
                    <a:gd name="T6" fmla="*/ 2147483647 w 866"/>
                    <a:gd name="T7" fmla="*/ 2147483647 h 930"/>
                    <a:gd name="T8" fmla="*/ 2147483647 w 866"/>
                    <a:gd name="T9" fmla="*/ 2147483647 h 930"/>
                    <a:gd name="T10" fmla="*/ 2147483647 w 866"/>
                    <a:gd name="T11" fmla="*/ 2147483647 h 930"/>
                    <a:gd name="T12" fmla="*/ 2147483647 w 866"/>
                    <a:gd name="T13" fmla="*/ 2147483647 h 930"/>
                    <a:gd name="T14" fmla="*/ 2147483647 w 866"/>
                    <a:gd name="T15" fmla="*/ 2147483647 h 930"/>
                    <a:gd name="T16" fmla="*/ 2147483647 w 866"/>
                    <a:gd name="T17" fmla="*/ 2147483647 h 930"/>
                    <a:gd name="T18" fmla="*/ 2147483647 w 866"/>
                    <a:gd name="T19" fmla="*/ 2147483647 h 930"/>
                    <a:gd name="T20" fmla="*/ 2147483647 w 866"/>
                    <a:gd name="T21" fmla="*/ 2147483647 h 930"/>
                    <a:gd name="T22" fmla="*/ 2147483647 w 866"/>
                    <a:gd name="T23" fmla="*/ 2147483647 h 930"/>
                    <a:gd name="T24" fmla="*/ 2147483647 w 866"/>
                    <a:gd name="T25" fmla="*/ 2147483647 h 930"/>
                    <a:gd name="T26" fmla="*/ 2147483647 w 866"/>
                    <a:gd name="T27" fmla="*/ 2147483647 h 930"/>
                    <a:gd name="T28" fmla="*/ 2147483647 w 866"/>
                    <a:gd name="T29" fmla="*/ 2147483647 h 930"/>
                    <a:gd name="T30" fmla="*/ 2147483647 w 866"/>
                    <a:gd name="T31" fmla="*/ 2147483647 h 930"/>
                    <a:gd name="T32" fmla="*/ 2147483647 w 866"/>
                    <a:gd name="T33" fmla="*/ 2147483647 h 930"/>
                    <a:gd name="T34" fmla="*/ 2147483647 w 866"/>
                    <a:gd name="T35" fmla="*/ 2147483647 h 930"/>
                    <a:gd name="T36" fmla="*/ 2147483647 w 866"/>
                    <a:gd name="T37" fmla="*/ 2147483647 h 930"/>
                    <a:gd name="T38" fmla="*/ 2147483647 w 866"/>
                    <a:gd name="T39" fmla="*/ 2147483647 h 930"/>
                    <a:gd name="T40" fmla="*/ 2147483647 w 866"/>
                    <a:gd name="T41" fmla="*/ 2147483647 h 930"/>
                    <a:gd name="T42" fmla="*/ 2147483647 w 866"/>
                    <a:gd name="T43" fmla="*/ 2147483647 h 930"/>
                    <a:gd name="T44" fmla="*/ 2147483647 w 866"/>
                    <a:gd name="T45" fmla="*/ 2147483647 h 930"/>
                    <a:gd name="T46" fmla="*/ 2147483647 w 866"/>
                    <a:gd name="T47" fmla="*/ 2147483647 h 930"/>
                    <a:gd name="T48" fmla="*/ 2147483647 w 866"/>
                    <a:gd name="T49" fmla="*/ 2147483647 h 930"/>
                    <a:gd name="T50" fmla="*/ 2147483647 w 866"/>
                    <a:gd name="T51" fmla="*/ 2147483647 h 930"/>
                    <a:gd name="T52" fmla="*/ 2147483647 w 866"/>
                    <a:gd name="T53" fmla="*/ 2147483647 h 930"/>
                    <a:gd name="T54" fmla="*/ 2147483647 w 866"/>
                    <a:gd name="T55" fmla="*/ 2147483647 h 930"/>
                    <a:gd name="T56" fmla="*/ 2147483647 w 866"/>
                    <a:gd name="T57" fmla="*/ 2147483647 h 930"/>
                    <a:gd name="T58" fmla="*/ 2147483647 w 866"/>
                    <a:gd name="T59" fmla="*/ 2147483647 h 930"/>
                    <a:gd name="T60" fmla="*/ 2147483647 w 866"/>
                    <a:gd name="T61" fmla="*/ 2147483647 h 930"/>
                    <a:gd name="T62" fmla="*/ 2147483647 w 866"/>
                    <a:gd name="T63" fmla="*/ 2147483647 h 930"/>
                    <a:gd name="T64" fmla="*/ 2147483647 w 866"/>
                    <a:gd name="T65" fmla="*/ 2147483647 h 930"/>
                    <a:gd name="T66" fmla="*/ 2147483647 w 866"/>
                    <a:gd name="T67" fmla="*/ 2147483647 h 930"/>
                    <a:gd name="T68" fmla="*/ 2147483647 w 866"/>
                    <a:gd name="T69" fmla="*/ 2147483647 h 930"/>
                    <a:gd name="T70" fmla="*/ 2147483647 w 866"/>
                    <a:gd name="T71" fmla="*/ 2147483647 h 930"/>
                    <a:gd name="T72" fmla="*/ 2147483647 w 866"/>
                    <a:gd name="T73" fmla="*/ 2147483647 h 930"/>
                    <a:gd name="T74" fmla="*/ 2147483647 w 866"/>
                    <a:gd name="T75" fmla="*/ 2147483647 h 930"/>
                    <a:gd name="T76" fmla="*/ 2147483647 w 866"/>
                    <a:gd name="T77" fmla="*/ 2147483647 h 930"/>
                    <a:gd name="T78" fmla="*/ 2147483647 w 866"/>
                    <a:gd name="T79" fmla="*/ 2147483647 h 930"/>
                    <a:gd name="T80" fmla="*/ 2147483647 w 866"/>
                    <a:gd name="T81" fmla="*/ 2147483647 h 930"/>
                    <a:gd name="T82" fmla="*/ 2147483647 w 866"/>
                    <a:gd name="T83" fmla="*/ 2147483647 h 930"/>
                    <a:gd name="T84" fmla="*/ 2147483647 w 866"/>
                    <a:gd name="T85" fmla="*/ 2147483647 h 930"/>
                    <a:gd name="T86" fmla="*/ 2147483647 w 866"/>
                    <a:gd name="T87" fmla="*/ 2147483647 h 930"/>
                    <a:gd name="T88" fmla="*/ 2147483647 w 866"/>
                    <a:gd name="T89" fmla="*/ 2147483647 h 930"/>
                    <a:gd name="T90" fmla="*/ 2147483647 w 866"/>
                    <a:gd name="T91" fmla="*/ 2147483647 h 930"/>
                    <a:gd name="T92" fmla="*/ 2147483647 w 866"/>
                    <a:gd name="T93" fmla="*/ 2147483647 h 930"/>
                    <a:gd name="T94" fmla="*/ 2147483647 w 866"/>
                    <a:gd name="T95" fmla="*/ 2147483647 h 930"/>
                    <a:gd name="T96" fmla="*/ 2147483647 w 866"/>
                    <a:gd name="T97" fmla="*/ 2147483647 h 930"/>
                    <a:gd name="T98" fmla="*/ 2147483647 w 866"/>
                    <a:gd name="T99" fmla="*/ 2147483647 h 930"/>
                    <a:gd name="T100" fmla="*/ 2147483647 w 866"/>
                    <a:gd name="T101" fmla="*/ 2147483647 h 930"/>
                    <a:gd name="T102" fmla="*/ 2147483647 w 866"/>
                    <a:gd name="T103" fmla="*/ 2147483647 h 930"/>
                    <a:gd name="T104" fmla="*/ 2147483647 w 866"/>
                    <a:gd name="T105" fmla="*/ 2147483647 h 930"/>
                    <a:gd name="T106" fmla="*/ 2147483647 w 866"/>
                    <a:gd name="T107" fmla="*/ 2147483647 h 930"/>
                    <a:gd name="T108" fmla="*/ 2147483647 w 866"/>
                    <a:gd name="T109" fmla="*/ 2147483647 h 930"/>
                    <a:gd name="T110" fmla="*/ 2147483647 w 866"/>
                    <a:gd name="T111" fmla="*/ 2147483647 h 930"/>
                    <a:gd name="T112" fmla="*/ 2147483647 w 866"/>
                    <a:gd name="T113" fmla="*/ 0 h 930"/>
                    <a:gd name="T114" fmla="*/ 0 w 866"/>
                    <a:gd name="T115" fmla="*/ 0 h 930"/>
                    <a:gd name="T116" fmla="*/ 0 w 866"/>
                    <a:gd name="T117" fmla="*/ 2147483647 h 930"/>
                    <a:gd name="T118" fmla="*/ 2147483647 w 866"/>
                    <a:gd name="T119" fmla="*/ 2147483647 h 930"/>
                    <a:gd name="T120" fmla="*/ 2147483647 w 866"/>
                    <a:gd name="T121" fmla="*/ 2147483647 h 930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66"/>
                    <a:gd name="T184" fmla="*/ 0 h 930"/>
                    <a:gd name="T185" fmla="*/ 866 w 866"/>
                    <a:gd name="T186" fmla="*/ 930 h 930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66" h="930">
                      <a:moveTo>
                        <a:pt x="866" y="6"/>
                      </a:moveTo>
                      <a:lnTo>
                        <a:pt x="512" y="6"/>
                      </a:lnTo>
                      <a:lnTo>
                        <a:pt x="510" y="68"/>
                      </a:lnTo>
                      <a:lnTo>
                        <a:pt x="522" y="76"/>
                      </a:lnTo>
                      <a:lnTo>
                        <a:pt x="538" y="86"/>
                      </a:lnTo>
                      <a:lnTo>
                        <a:pt x="554" y="98"/>
                      </a:lnTo>
                      <a:lnTo>
                        <a:pt x="568" y="114"/>
                      </a:lnTo>
                      <a:lnTo>
                        <a:pt x="582" y="132"/>
                      </a:lnTo>
                      <a:lnTo>
                        <a:pt x="592" y="154"/>
                      </a:lnTo>
                      <a:lnTo>
                        <a:pt x="596" y="168"/>
                      </a:lnTo>
                      <a:lnTo>
                        <a:pt x="600" y="180"/>
                      </a:lnTo>
                      <a:lnTo>
                        <a:pt x="602" y="196"/>
                      </a:lnTo>
                      <a:lnTo>
                        <a:pt x="602" y="210"/>
                      </a:lnTo>
                      <a:lnTo>
                        <a:pt x="600" y="224"/>
                      </a:lnTo>
                      <a:lnTo>
                        <a:pt x="598" y="238"/>
                      </a:lnTo>
                      <a:lnTo>
                        <a:pt x="592" y="250"/>
                      </a:lnTo>
                      <a:lnTo>
                        <a:pt x="586" y="262"/>
                      </a:lnTo>
                      <a:lnTo>
                        <a:pt x="580" y="274"/>
                      </a:lnTo>
                      <a:lnTo>
                        <a:pt x="570" y="286"/>
                      </a:lnTo>
                      <a:lnTo>
                        <a:pt x="560" y="296"/>
                      </a:lnTo>
                      <a:lnTo>
                        <a:pt x="550" y="304"/>
                      </a:lnTo>
                      <a:lnTo>
                        <a:pt x="536" y="314"/>
                      </a:lnTo>
                      <a:lnTo>
                        <a:pt x="524" y="320"/>
                      </a:lnTo>
                      <a:lnTo>
                        <a:pt x="510" y="328"/>
                      </a:lnTo>
                      <a:lnTo>
                        <a:pt x="494" y="332"/>
                      </a:lnTo>
                      <a:lnTo>
                        <a:pt x="478" y="338"/>
                      </a:lnTo>
                      <a:lnTo>
                        <a:pt x="462" y="340"/>
                      </a:lnTo>
                      <a:lnTo>
                        <a:pt x="444" y="342"/>
                      </a:lnTo>
                      <a:lnTo>
                        <a:pt x="426" y="344"/>
                      </a:lnTo>
                      <a:lnTo>
                        <a:pt x="410" y="342"/>
                      </a:lnTo>
                      <a:lnTo>
                        <a:pt x="392" y="340"/>
                      </a:lnTo>
                      <a:lnTo>
                        <a:pt x="378" y="336"/>
                      </a:lnTo>
                      <a:lnTo>
                        <a:pt x="362" y="330"/>
                      </a:lnTo>
                      <a:lnTo>
                        <a:pt x="350" y="324"/>
                      </a:lnTo>
                      <a:lnTo>
                        <a:pt x="336" y="316"/>
                      </a:lnTo>
                      <a:lnTo>
                        <a:pt x="326" y="306"/>
                      </a:lnTo>
                      <a:lnTo>
                        <a:pt x="316" y="296"/>
                      </a:lnTo>
                      <a:lnTo>
                        <a:pt x="306" y="286"/>
                      </a:lnTo>
                      <a:lnTo>
                        <a:pt x="300" y="274"/>
                      </a:lnTo>
                      <a:lnTo>
                        <a:pt x="292" y="262"/>
                      </a:lnTo>
                      <a:lnTo>
                        <a:pt x="288" y="250"/>
                      </a:lnTo>
                      <a:lnTo>
                        <a:pt x="282" y="236"/>
                      </a:lnTo>
                      <a:lnTo>
                        <a:pt x="280" y="224"/>
                      </a:lnTo>
                      <a:lnTo>
                        <a:pt x="278" y="210"/>
                      </a:lnTo>
                      <a:lnTo>
                        <a:pt x="278" y="196"/>
                      </a:lnTo>
                      <a:lnTo>
                        <a:pt x="280" y="176"/>
                      </a:lnTo>
                      <a:lnTo>
                        <a:pt x="286" y="156"/>
                      </a:lnTo>
                      <a:lnTo>
                        <a:pt x="294" y="138"/>
                      </a:lnTo>
                      <a:lnTo>
                        <a:pt x="306" y="122"/>
                      </a:lnTo>
                      <a:lnTo>
                        <a:pt x="318" y="108"/>
                      </a:lnTo>
                      <a:lnTo>
                        <a:pt x="330" y="96"/>
                      </a:lnTo>
                      <a:lnTo>
                        <a:pt x="350" y="78"/>
                      </a:lnTo>
                      <a:lnTo>
                        <a:pt x="350" y="0"/>
                      </a:lnTo>
                      <a:lnTo>
                        <a:pt x="0" y="0"/>
                      </a:lnTo>
                      <a:lnTo>
                        <a:pt x="0" y="930"/>
                      </a:lnTo>
                      <a:lnTo>
                        <a:pt x="866" y="930"/>
                      </a:lnTo>
                      <a:lnTo>
                        <a:pt x="866" y="6"/>
                      </a:lnTo>
                      <a:close/>
                    </a:path>
                  </a:pathLst>
                </a:custGeom>
                <a:solidFill>
                  <a:srgbClr val="F6AA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49" name="Freeform 168"/>
                <p:cNvSpPr>
                  <a:spLocks/>
                </p:cNvSpPr>
                <p:nvPr/>
              </p:nvSpPr>
              <p:spPr bwMode="auto">
                <a:xfrm>
                  <a:off x="10883632" y="10043661"/>
                  <a:ext cx="2034830" cy="1871214"/>
                </a:xfrm>
                <a:custGeom>
                  <a:avLst/>
                  <a:gdLst>
                    <a:gd name="T0" fmla="*/ 1250 w 1280"/>
                    <a:gd name="T1" fmla="*/ 102 h 1178"/>
                    <a:gd name="T2" fmla="*/ 1266 w 1280"/>
                    <a:gd name="T3" fmla="*/ 118 h 1178"/>
                    <a:gd name="T4" fmla="*/ 1278 w 1280"/>
                    <a:gd name="T5" fmla="*/ 150 h 1178"/>
                    <a:gd name="T6" fmla="*/ 1278 w 1280"/>
                    <a:gd name="T7" fmla="*/ 170 h 1178"/>
                    <a:gd name="T8" fmla="*/ 1260 w 1280"/>
                    <a:gd name="T9" fmla="*/ 202 h 1178"/>
                    <a:gd name="T10" fmla="*/ 1222 w 1280"/>
                    <a:gd name="T11" fmla="*/ 248 h 1178"/>
                    <a:gd name="T12" fmla="*/ 1220 w 1280"/>
                    <a:gd name="T13" fmla="*/ 258 h 1178"/>
                    <a:gd name="T14" fmla="*/ 1236 w 1280"/>
                    <a:gd name="T15" fmla="*/ 288 h 1178"/>
                    <a:gd name="T16" fmla="*/ 1262 w 1280"/>
                    <a:gd name="T17" fmla="*/ 316 h 1178"/>
                    <a:gd name="T18" fmla="*/ 1270 w 1280"/>
                    <a:gd name="T19" fmla="*/ 342 h 1178"/>
                    <a:gd name="T20" fmla="*/ 1254 w 1280"/>
                    <a:gd name="T21" fmla="*/ 382 h 1178"/>
                    <a:gd name="T22" fmla="*/ 1226 w 1280"/>
                    <a:gd name="T23" fmla="*/ 422 h 1178"/>
                    <a:gd name="T24" fmla="*/ 1220 w 1280"/>
                    <a:gd name="T25" fmla="*/ 450 h 1178"/>
                    <a:gd name="T26" fmla="*/ 1228 w 1280"/>
                    <a:gd name="T27" fmla="*/ 472 h 1178"/>
                    <a:gd name="T28" fmla="*/ 1254 w 1280"/>
                    <a:gd name="T29" fmla="*/ 496 h 1178"/>
                    <a:gd name="T30" fmla="*/ 1266 w 1280"/>
                    <a:gd name="T31" fmla="*/ 522 h 1178"/>
                    <a:gd name="T32" fmla="*/ 1258 w 1280"/>
                    <a:gd name="T33" fmla="*/ 546 h 1178"/>
                    <a:gd name="T34" fmla="*/ 1222 w 1280"/>
                    <a:gd name="T35" fmla="*/ 602 h 1178"/>
                    <a:gd name="T36" fmla="*/ 1222 w 1280"/>
                    <a:gd name="T37" fmla="*/ 622 h 1178"/>
                    <a:gd name="T38" fmla="*/ 1244 w 1280"/>
                    <a:gd name="T39" fmla="*/ 652 h 1178"/>
                    <a:gd name="T40" fmla="*/ 1264 w 1280"/>
                    <a:gd name="T41" fmla="*/ 684 h 1178"/>
                    <a:gd name="T42" fmla="*/ 1264 w 1280"/>
                    <a:gd name="T43" fmla="*/ 706 h 1178"/>
                    <a:gd name="T44" fmla="*/ 1242 w 1280"/>
                    <a:gd name="T45" fmla="*/ 740 h 1178"/>
                    <a:gd name="T46" fmla="*/ 1216 w 1280"/>
                    <a:gd name="T47" fmla="*/ 788 h 1178"/>
                    <a:gd name="T48" fmla="*/ 1220 w 1280"/>
                    <a:gd name="T49" fmla="*/ 806 h 1178"/>
                    <a:gd name="T50" fmla="*/ 1242 w 1280"/>
                    <a:gd name="T51" fmla="*/ 834 h 1178"/>
                    <a:gd name="T52" fmla="*/ 1248 w 1280"/>
                    <a:gd name="T53" fmla="*/ 848 h 1178"/>
                    <a:gd name="T54" fmla="*/ 1238 w 1280"/>
                    <a:gd name="T55" fmla="*/ 884 h 1178"/>
                    <a:gd name="T56" fmla="*/ 1198 w 1280"/>
                    <a:gd name="T57" fmla="*/ 940 h 1178"/>
                    <a:gd name="T58" fmla="*/ 1146 w 1280"/>
                    <a:gd name="T59" fmla="*/ 990 h 1178"/>
                    <a:gd name="T60" fmla="*/ 344 w 1280"/>
                    <a:gd name="T61" fmla="*/ 1178 h 1178"/>
                    <a:gd name="T62" fmla="*/ 70 w 1280"/>
                    <a:gd name="T63" fmla="*/ 928 h 1178"/>
                    <a:gd name="T64" fmla="*/ 60 w 1280"/>
                    <a:gd name="T65" fmla="*/ 858 h 1178"/>
                    <a:gd name="T66" fmla="*/ 48 w 1280"/>
                    <a:gd name="T67" fmla="*/ 842 h 1178"/>
                    <a:gd name="T68" fmla="*/ 8 w 1280"/>
                    <a:gd name="T69" fmla="*/ 800 h 1178"/>
                    <a:gd name="T70" fmla="*/ 0 w 1280"/>
                    <a:gd name="T71" fmla="*/ 778 h 1178"/>
                    <a:gd name="T72" fmla="*/ 14 w 1280"/>
                    <a:gd name="T73" fmla="*/ 748 h 1178"/>
                    <a:gd name="T74" fmla="*/ 46 w 1280"/>
                    <a:gd name="T75" fmla="*/ 718 h 1178"/>
                    <a:gd name="T76" fmla="*/ 46 w 1280"/>
                    <a:gd name="T77" fmla="*/ 700 h 1178"/>
                    <a:gd name="T78" fmla="*/ 14 w 1280"/>
                    <a:gd name="T79" fmla="*/ 640 h 1178"/>
                    <a:gd name="T80" fmla="*/ 0 w 1280"/>
                    <a:gd name="T81" fmla="*/ 590 h 1178"/>
                    <a:gd name="T82" fmla="*/ 8 w 1280"/>
                    <a:gd name="T83" fmla="*/ 564 h 1178"/>
                    <a:gd name="T84" fmla="*/ 34 w 1280"/>
                    <a:gd name="T85" fmla="*/ 532 h 1178"/>
                    <a:gd name="T86" fmla="*/ 42 w 1280"/>
                    <a:gd name="T87" fmla="*/ 516 h 1178"/>
                    <a:gd name="T88" fmla="*/ 24 w 1280"/>
                    <a:gd name="T89" fmla="*/ 476 h 1178"/>
                    <a:gd name="T90" fmla="*/ 6 w 1280"/>
                    <a:gd name="T91" fmla="*/ 428 h 1178"/>
                    <a:gd name="T92" fmla="*/ 12 w 1280"/>
                    <a:gd name="T93" fmla="*/ 404 h 1178"/>
                    <a:gd name="T94" fmla="*/ 42 w 1280"/>
                    <a:gd name="T95" fmla="*/ 346 h 1178"/>
                    <a:gd name="T96" fmla="*/ 42 w 1280"/>
                    <a:gd name="T97" fmla="*/ 324 h 1178"/>
                    <a:gd name="T98" fmla="*/ 16 w 1280"/>
                    <a:gd name="T99" fmla="*/ 284 h 1178"/>
                    <a:gd name="T100" fmla="*/ 0 w 1280"/>
                    <a:gd name="T101" fmla="*/ 240 h 1178"/>
                    <a:gd name="T102" fmla="*/ 0 w 1280"/>
                    <a:gd name="T103" fmla="*/ 182 h 1178"/>
                    <a:gd name="T104" fmla="*/ 10 w 1280"/>
                    <a:gd name="T105" fmla="*/ 0 h 1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280" h="1178">
                      <a:moveTo>
                        <a:pt x="10" y="0"/>
                      </a:moveTo>
                      <a:lnTo>
                        <a:pt x="1250" y="0"/>
                      </a:lnTo>
                      <a:lnTo>
                        <a:pt x="1250" y="102"/>
                      </a:lnTo>
                      <a:lnTo>
                        <a:pt x="1250" y="102"/>
                      </a:lnTo>
                      <a:lnTo>
                        <a:pt x="1256" y="106"/>
                      </a:lnTo>
                      <a:lnTo>
                        <a:pt x="1266" y="118"/>
                      </a:lnTo>
                      <a:lnTo>
                        <a:pt x="1270" y="128"/>
                      </a:lnTo>
                      <a:lnTo>
                        <a:pt x="1276" y="138"/>
                      </a:lnTo>
                      <a:lnTo>
                        <a:pt x="1278" y="150"/>
                      </a:lnTo>
                      <a:lnTo>
                        <a:pt x="1280" y="164"/>
                      </a:lnTo>
                      <a:lnTo>
                        <a:pt x="1280" y="164"/>
                      </a:lnTo>
                      <a:lnTo>
                        <a:pt x="1278" y="170"/>
                      </a:lnTo>
                      <a:lnTo>
                        <a:pt x="1278" y="176"/>
                      </a:lnTo>
                      <a:lnTo>
                        <a:pt x="1270" y="190"/>
                      </a:lnTo>
                      <a:lnTo>
                        <a:pt x="1260" y="202"/>
                      </a:lnTo>
                      <a:lnTo>
                        <a:pt x="1250" y="214"/>
                      </a:lnTo>
                      <a:lnTo>
                        <a:pt x="1228" y="236"/>
                      </a:lnTo>
                      <a:lnTo>
                        <a:pt x="1222" y="248"/>
                      </a:lnTo>
                      <a:lnTo>
                        <a:pt x="1220" y="254"/>
                      </a:lnTo>
                      <a:lnTo>
                        <a:pt x="1220" y="258"/>
                      </a:lnTo>
                      <a:lnTo>
                        <a:pt x="1220" y="258"/>
                      </a:lnTo>
                      <a:lnTo>
                        <a:pt x="1222" y="268"/>
                      </a:lnTo>
                      <a:lnTo>
                        <a:pt x="1228" y="278"/>
                      </a:lnTo>
                      <a:lnTo>
                        <a:pt x="1236" y="288"/>
                      </a:lnTo>
                      <a:lnTo>
                        <a:pt x="1244" y="296"/>
                      </a:lnTo>
                      <a:lnTo>
                        <a:pt x="1254" y="306"/>
                      </a:lnTo>
                      <a:lnTo>
                        <a:pt x="1262" y="316"/>
                      </a:lnTo>
                      <a:lnTo>
                        <a:pt x="1268" y="328"/>
                      </a:lnTo>
                      <a:lnTo>
                        <a:pt x="1270" y="342"/>
                      </a:lnTo>
                      <a:lnTo>
                        <a:pt x="1270" y="342"/>
                      </a:lnTo>
                      <a:lnTo>
                        <a:pt x="1268" y="356"/>
                      </a:lnTo>
                      <a:lnTo>
                        <a:pt x="1262" y="370"/>
                      </a:lnTo>
                      <a:lnTo>
                        <a:pt x="1254" y="382"/>
                      </a:lnTo>
                      <a:lnTo>
                        <a:pt x="1244" y="396"/>
                      </a:lnTo>
                      <a:lnTo>
                        <a:pt x="1234" y="408"/>
                      </a:lnTo>
                      <a:lnTo>
                        <a:pt x="1226" y="422"/>
                      </a:lnTo>
                      <a:lnTo>
                        <a:pt x="1220" y="436"/>
                      </a:lnTo>
                      <a:lnTo>
                        <a:pt x="1220" y="442"/>
                      </a:lnTo>
                      <a:lnTo>
                        <a:pt x="1220" y="450"/>
                      </a:lnTo>
                      <a:lnTo>
                        <a:pt x="1220" y="450"/>
                      </a:lnTo>
                      <a:lnTo>
                        <a:pt x="1222" y="462"/>
                      </a:lnTo>
                      <a:lnTo>
                        <a:pt x="1228" y="472"/>
                      </a:lnTo>
                      <a:lnTo>
                        <a:pt x="1236" y="482"/>
                      </a:lnTo>
                      <a:lnTo>
                        <a:pt x="1246" y="488"/>
                      </a:lnTo>
                      <a:lnTo>
                        <a:pt x="1254" y="496"/>
                      </a:lnTo>
                      <a:lnTo>
                        <a:pt x="1262" y="504"/>
                      </a:lnTo>
                      <a:lnTo>
                        <a:pt x="1266" y="512"/>
                      </a:lnTo>
                      <a:lnTo>
                        <a:pt x="1266" y="522"/>
                      </a:lnTo>
                      <a:lnTo>
                        <a:pt x="1266" y="522"/>
                      </a:lnTo>
                      <a:lnTo>
                        <a:pt x="1264" y="534"/>
                      </a:lnTo>
                      <a:lnTo>
                        <a:pt x="1258" y="546"/>
                      </a:lnTo>
                      <a:lnTo>
                        <a:pt x="1242" y="568"/>
                      </a:lnTo>
                      <a:lnTo>
                        <a:pt x="1226" y="590"/>
                      </a:lnTo>
                      <a:lnTo>
                        <a:pt x="1222" y="602"/>
                      </a:lnTo>
                      <a:lnTo>
                        <a:pt x="1220" y="612"/>
                      </a:lnTo>
                      <a:lnTo>
                        <a:pt x="1220" y="612"/>
                      </a:lnTo>
                      <a:lnTo>
                        <a:pt x="1222" y="622"/>
                      </a:lnTo>
                      <a:lnTo>
                        <a:pt x="1226" y="632"/>
                      </a:lnTo>
                      <a:lnTo>
                        <a:pt x="1234" y="642"/>
                      </a:lnTo>
                      <a:lnTo>
                        <a:pt x="1244" y="652"/>
                      </a:lnTo>
                      <a:lnTo>
                        <a:pt x="1252" y="662"/>
                      </a:lnTo>
                      <a:lnTo>
                        <a:pt x="1260" y="672"/>
                      </a:lnTo>
                      <a:lnTo>
                        <a:pt x="1264" y="684"/>
                      </a:lnTo>
                      <a:lnTo>
                        <a:pt x="1266" y="694"/>
                      </a:lnTo>
                      <a:lnTo>
                        <a:pt x="1266" y="694"/>
                      </a:lnTo>
                      <a:lnTo>
                        <a:pt x="1264" y="706"/>
                      </a:lnTo>
                      <a:lnTo>
                        <a:pt x="1260" y="718"/>
                      </a:lnTo>
                      <a:lnTo>
                        <a:pt x="1252" y="730"/>
                      </a:lnTo>
                      <a:lnTo>
                        <a:pt x="1242" y="740"/>
                      </a:lnTo>
                      <a:lnTo>
                        <a:pt x="1226" y="764"/>
                      </a:lnTo>
                      <a:lnTo>
                        <a:pt x="1220" y="776"/>
                      </a:lnTo>
                      <a:lnTo>
                        <a:pt x="1216" y="788"/>
                      </a:lnTo>
                      <a:lnTo>
                        <a:pt x="1216" y="788"/>
                      </a:lnTo>
                      <a:lnTo>
                        <a:pt x="1216" y="798"/>
                      </a:lnTo>
                      <a:lnTo>
                        <a:pt x="1220" y="806"/>
                      </a:lnTo>
                      <a:lnTo>
                        <a:pt x="1224" y="814"/>
                      </a:lnTo>
                      <a:lnTo>
                        <a:pt x="1230" y="820"/>
                      </a:lnTo>
                      <a:lnTo>
                        <a:pt x="1242" y="834"/>
                      </a:lnTo>
                      <a:lnTo>
                        <a:pt x="1246" y="840"/>
                      </a:lnTo>
                      <a:lnTo>
                        <a:pt x="1248" y="848"/>
                      </a:lnTo>
                      <a:lnTo>
                        <a:pt x="1248" y="848"/>
                      </a:lnTo>
                      <a:lnTo>
                        <a:pt x="1246" y="858"/>
                      </a:lnTo>
                      <a:lnTo>
                        <a:pt x="1244" y="870"/>
                      </a:lnTo>
                      <a:lnTo>
                        <a:pt x="1238" y="884"/>
                      </a:lnTo>
                      <a:lnTo>
                        <a:pt x="1230" y="900"/>
                      </a:lnTo>
                      <a:lnTo>
                        <a:pt x="1216" y="920"/>
                      </a:lnTo>
                      <a:lnTo>
                        <a:pt x="1198" y="940"/>
                      </a:lnTo>
                      <a:lnTo>
                        <a:pt x="1174" y="964"/>
                      </a:lnTo>
                      <a:lnTo>
                        <a:pt x="1146" y="990"/>
                      </a:lnTo>
                      <a:lnTo>
                        <a:pt x="1146" y="990"/>
                      </a:lnTo>
                      <a:lnTo>
                        <a:pt x="1006" y="1112"/>
                      </a:lnTo>
                      <a:lnTo>
                        <a:pt x="930" y="1178"/>
                      </a:lnTo>
                      <a:lnTo>
                        <a:pt x="344" y="1178"/>
                      </a:lnTo>
                      <a:lnTo>
                        <a:pt x="74" y="952"/>
                      </a:lnTo>
                      <a:lnTo>
                        <a:pt x="74" y="952"/>
                      </a:lnTo>
                      <a:lnTo>
                        <a:pt x="70" y="928"/>
                      </a:lnTo>
                      <a:lnTo>
                        <a:pt x="66" y="902"/>
                      </a:lnTo>
                      <a:lnTo>
                        <a:pt x="64" y="876"/>
                      </a:lnTo>
                      <a:lnTo>
                        <a:pt x="60" y="858"/>
                      </a:lnTo>
                      <a:lnTo>
                        <a:pt x="60" y="858"/>
                      </a:lnTo>
                      <a:lnTo>
                        <a:pt x="56" y="850"/>
                      </a:lnTo>
                      <a:lnTo>
                        <a:pt x="48" y="842"/>
                      </a:lnTo>
                      <a:lnTo>
                        <a:pt x="28" y="822"/>
                      </a:lnTo>
                      <a:lnTo>
                        <a:pt x="18" y="812"/>
                      </a:lnTo>
                      <a:lnTo>
                        <a:pt x="8" y="800"/>
                      </a:lnTo>
                      <a:lnTo>
                        <a:pt x="2" y="790"/>
                      </a:lnTo>
                      <a:lnTo>
                        <a:pt x="0" y="778"/>
                      </a:lnTo>
                      <a:lnTo>
                        <a:pt x="0" y="778"/>
                      </a:lnTo>
                      <a:lnTo>
                        <a:pt x="2" y="766"/>
                      </a:lnTo>
                      <a:lnTo>
                        <a:pt x="8" y="756"/>
                      </a:lnTo>
                      <a:lnTo>
                        <a:pt x="14" y="748"/>
                      </a:lnTo>
                      <a:lnTo>
                        <a:pt x="24" y="740"/>
                      </a:lnTo>
                      <a:lnTo>
                        <a:pt x="40" y="726"/>
                      </a:lnTo>
                      <a:lnTo>
                        <a:pt x="46" y="718"/>
                      </a:lnTo>
                      <a:lnTo>
                        <a:pt x="48" y="710"/>
                      </a:lnTo>
                      <a:lnTo>
                        <a:pt x="48" y="710"/>
                      </a:lnTo>
                      <a:lnTo>
                        <a:pt x="46" y="700"/>
                      </a:lnTo>
                      <a:lnTo>
                        <a:pt x="40" y="688"/>
                      </a:lnTo>
                      <a:lnTo>
                        <a:pt x="22" y="658"/>
                      </a:lnTo>
                      <a:lnTo>
                        <a:pt x="14" y="640"/>
                      </a:lnTo>
                      <a:lnTo>
                        <a:pt x="6" y="622"/>
                      </a:lnTo>
                      <a:lnTo>
                        <a:pt x="0" y="606"/>
                      </a:lnTo>
                      <a:lnTo>
                        <a:pt x="0" y="590"/>
                      </a:lnTo>
                      <a:lnTo>
                        <a:pt x="0" y="590"/>
                      </a:lnTo>
                      <a:lnTo>
                        <a:pt x="2" y="576"/>
                      </a:lnTo>
                      <a:lnTo>
                        <a:pt x="8" y="564"/>
                      </a:lnTo>
                      <a:lnTo>
                        <a:pt x="14" y="554"/>
                      </a:lnTo>
                      <a:lnTo>
                        <a:pt x="20" y="546"/>
                      </a:lnTo>
                      <a:lnTo>
                        <a:pt x="34" y="532"/>
                      </a:lnTo>
                      <a:lnTo>
                        <a:pt x="38" y="524"/>
                      </a:lnTo>
                      <a:lnTo>
                        <a:pt x="42" y="516"/>
                      </a:lnTo>
                      <a:lnTo>
                        <a:pt x="42" y="516"/>
                      </a:lnTo>
                      <a:lnTo>
                        <a:pt x="40" y="508"/>
                      </a:lnTo>
                      <a:lnTo>
                        <a:pt x="38" y="498"/>
                      </a:lnTo>
                      <a:lnTo>
                        <a:pt x="24" y="476"/>
                      </a:lnTo>
                      <a:lnTo>
                        <a:pt x="12" y="452"/>
                      </a:lnTo>
                      <a:lnTo>
                        <a:pt x="8" y="440"/>
                      </a:lnTo>
                      <a:lnTo>
                        <a:pt x="6" y="428"/>
                      </a:lnTo>
                      <a:lnTo>
                        <a:pt x="6" y="428"/>
                      </a:lnTo>
                      <a:lnTo>
                        <a:pt x="8" y="416"/>
                      </a:lnTo>
                      <a:lnTo>
                        <a:pt x="12" y="404"/>
                      </a:lnTo>
                      <a:lnTo>
                        <a:pt x="26" y="380"/>
                      </a:lnTo>
                      <a:lnTo>
                        <a:pt x="38" y="358"/>
                      </a:lnTo>
                      <a:lnTo>
                        <a:pt x="42" y="346"/>
                      </a:lnTo>
                      <a:lnTo>
                        <a:pt x="44" y="336"/>
                      </a:lnTo>
                      <a:lnTo>
                        <a:pt x="44" y="336"/>
                      </a:lnTo>
                      <a:lnTo>
                        <a:pt x="42" y="324"/>
                      </a:lnTo>
                      <a:lnTo>
                        <a:pt x="38" y="314"/>
                      </a:lnTo>
                      <a:lnTo>
                        <a:pt x="24" y="294"/>
                      </a:lnTo>
                      <a:lnTo>
                        <a:pt x="16" y="284"/>
                      </a:lnTo>
                      <a:lnTo>
                        <a:pt x="8" y="270"/>
                      </a:lnTo>
                      <a:lnTo>
                        <a:pt x="2" y="256"/>
                      </a:lnTo>
                      <a:lnTo>
                        <a:pt x="0" y="240"/>
                      </a:lnTo>
                      <a:lnTo>
                        <a:pt x="0" y="240"/>
                      </a:lnTo>
                      <a:lnTo>
                        <a:pt x="0" y="216"/>
                      </a:lnTo>
                      <a:lnTo>
                        <a:pt x="0" y="182"/>
                      </a:lnTo>
                      <a:lnTo>
                        <a:pt x="4" y="102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50" name="Freeform 169"/>
                <p:cNvSpPr>
                  <a:spLocks/>
                </p:cNvSpPr>
                <p:nvPr/>
              </p:nvSpPr>
              <p:spPr bwMode="auto">
                <a:xfrm>
                  <a:off x="11463321" y="11970495"/>
                  <a:ext cx="843902" cy="115214"/>
                </a:xfrm>
                <a:custGeom>
                  <a:avLst/>
                  <a:gdLst>
                    <a:gd name="T0" fmla="*/ 0 w 532"/>
                    <a:gd name="T1" fmla="*/ 0 h 72"/>
                    <a:gd name="T2" fmla="*/ 844550 w 532"/>
                    <a:gd name="T3" fmla="*/ 0 h 72"/>
                    <a:gd name="T4" fmla="*/ 844550 w 532"/>
                    <a:gd name="T5" fmla="*/ 0 h 72"/>
                    <a:gd name="T6" fmla="*/ 828675 w 532"/>
                    <a:gd name="T7" fmla="*/ 19050 h 72"/>
                    <a:gd name="T8" fmla="*/ 793750 w 532"/>
                    <a:gd name="T9" fmla="*/ 57150 h 72"/>
                    <a:gd name="T10" fmla="*/ 771525 w 532"/>
                    <a:gd name="T11" fmla="*/ 79375 h 72"/>
                    <a:gd name="T12" fmla="*/ 749300 w 532"/>
                    <a:gd name="T13" fmla="*/ 98425 h 72"/>
                    <a:gd name="T14" fmla="*/ 727075 w 532"/>
                    <a:gd name="T15" fmla="*/ 111125 h 72"/>
                    <a:gd name="T16" fmla="*/ 717550 w 532"/>
                    <a:gd name="T17" fmla="*/ 114300 h 72"/>
                    <a:gd name="T18" fmla="*/ 708025 w 532"/>
                    <a:gd name="T19" fmla="*/ 114300 h 72"/>
                    <a:gd name="T20" fmla="*/ 708025 w 532"/>
                    <a:gd name="T21" fmla="*/ 114300 h 72"/>
                    <a:gd name="T22" fmla="*/ 158750 w 532"/>
                    <a:gd name="T23" fmla="*/ 114300 h 72"/>
                    <a:gd name="T24" fmla="*/ 158750 w 532"/>
                    <a:gd name="T25" fmla="*/ 114300 h 72"/>
                    <a:gd name="T26" fmla="*/ 149225 w 532"/>
                    <a:gd name="T27" fmla="*/ 114300 h 72"/>
                    <a:gd name="T28" fmla="*/ 139700 w 532"/>
                    <a:gd name="T29" fmla="*/ 111125 h 72"/>
                    <a:gd name="T30" fmla="*/ 114300 w 532"/>
                    <a:gd name="T31" fmla="*/ 98425 h 72"/>
                    <a:gd name="T32" fmla="*/ 88900 w 532"/>
                    <a:gd name="T33" fmla="*/ 79375 h 72"/>
                    <a:gd name="T34" fmla="*/ 63500 w 532"/>
                    <a:gd name="T35" fmla="*/ 57150 h 72"/>
                    <a:gd name="T36" fmla="*/ 19050 w 532"/>
                    <a:gd name="T37" fmla="*/ 19050 h 72"/>
                    <a:gd name="T38" fmla="*/ 0 w 532"/>
                    <a:gd name="T39" fmla="*/ 0 h 72"/>
                    <a:gd name="T40" fmla="*/ 0 w 532"/>
                    <a:gd name="T41" fmla="*/ 0 h 7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532"/>
                    <a:gd name="T64" fmla="*/ 0 h 72"/>
                    <a:gd name="T65" fmla="*/ 532 w 532"/>
                    <a:gd name="T66" fmla="*/ 72 h 7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532" h="72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22" y="12"/>
                      </a:lnTo>
                      <a:lnTo>
                        <a:pt x="500" y="36"/>
                      </a:lnTo>
                      <a:lnTo>
                        <a:pt x="486" y="50"/>
                      </a:lnTo>
                      <a:lnTo>
                        <a:pt x="472" y="62"/>
                      </a:lnTo>
                      <a:lnTo>
                        <a:pt x="458" y="70"/>
                      </a:lnTo>
                      <a:lnTo>
                        <a:pt x="452" y="72"/>
                      </a:lnTo>
                      <a:lnTo>
                        <a:pt x="446" y="72"/>
                      </a:lnTo>
                      <a:lnTo>
                        <a:pt x="100" y="72"/>
                      </a:lnTo>
                      <a:lnTo>
                        <a:pt x="94" y="72"/>
                      </a:lnTo>
                      <a:lnTo>
                        <a:pt x="88" y="70"/>
                      </a:lnTo>
                      <a:lnTo>
                        <a:pt x="72" y="62"/>
                      </a:lnTo>
                      <a:lnTo>
                        <a:pt x="56" y="50"/>
                      </a:lnTo>
                      <a:lnTo>
                        <a:pt x="40" y="36"/>
                      </a:lnTo>
                      <a:lnTo>
                        <a:pt x="12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</p:grpSp>
          <p:sp>
            <p:nvSpPr>
              <p:cNvPr id="140" name="Rectangle 54"/>
              <p:cNvSpPr/>
              <p:nvPr/>
            </p:nvSpPr>
            <p:spPr>
              <a:xfrm>
                <a:off x="17636291" y="-201963"/>
                <a:ext cx="579691" cy="202218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AU" sz="2160"/>
              </a:p>
            </p:txBody>
          </p:sp>
        </p:grpSp>
        <p:sp>
          <p:nvSpPr>
            <p:cNvPr id="135" name="Freeform 188"/>
            <p:cNvSpPr>
              <a:spLocks/>
            </p:cNvSpPr>
            <p:nvPr/>
          </p:nvSpPr>
          <p:spPr bwMode="auto">
            <a:xfrm>
              <a:off x="3714839" y="1785008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36" name="Freeform 188"/>
            <p:cNvSpPr>
              <a:spLocks/>
            </p:cNvSpPr>
            <p:nvPr/>
          </p:nvSpPr>
          <p:spPr bwMode="auto">
            <a:xfrm>
              <a:off x="3714839" y="1928489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37" name="Freeform 188"/>
            <p:cNvSpPr>
              <a:spLocks/>
            </p:cNvSpPr>
            <p:nvPr/>
          </p:nvSpPr>
          <p:spPr bwMode="auto">
            <a:xfrm>
              <a:off x="3714839" y="2071971"/>
              <a:ext cx="1044429" cy="70784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38" name="Freeform 188"/>
            <p:cNvSpPr>
              <a:spLocks/>
            </p:cNvSpPr>
            <p:nvPr/>
          </p:nvSpPr>
          <p:spPr bwMode="auto">
            <a:xfrm>
              <a:off x="3714839" y="2213540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</p:grpSp>
      <p:grpSp>
        <p:nvGrpSpPr>
          <p:cNvPr id="151" name="18 Grupo"/>
          <p:cNvGrpSpPr>
            <a:grpSpLocks/>
          </p:cNvGrpSpPr>
          <p:nvPr/>
        </p:nvGrpSpPr>
        <p:grpSpPr bwMode="auto">
          <a:xfrm>
            <a:off x="8146202" y="0"/>
            <a:ext cx="1179039" cy="2477524"/>
            <a:chOff x="3143251" y="428625"/>
            <a:chExt cx="2197100" cy="4729163"/>
          </a:xfrm>
        </p:grpSpPr>
        <p:grpSp>
          <p:nvGrpSpPr>
            <p:cNvPr id="152" name="Group 52"/>
            <p:cNvGrpSpPr>
              <a:grpSpLocks/>
            </p:cNvGrpSpPr>
            <p:nvPr/>
          </p:nvGrpSpPr>
          <p:grpSpPr bwMode="auto">
            <a:xfrm>
              <a:off x="3143251" y="428625"/>
              <a:ext cx="2197100" cy="4729163"/>
              <a:chOff x="15617236" y="-201963"/>
              <a:chExt cx="4562592" cy="9820903"/>
            </a:xfrm>
          </p:grpSpPr>
          <p:grpSp>
            <p:nvGrpSpPr>
              <p:cNvPr id="157" name="Group 53"/>
              <p:cNvGrpSpPr>
                <a:grpSpLocks/>
              </p:cNvGrpSpPr>
              <p:nvPr/>
            </p:nvGrpSpPr>
            <p:grpSpPr bwMode="auto">
              <a:xfrm rot="10800000">
                <a:off x="15617236" y="1887815"/>
                <a:ext cx="4562592" cy="7731125"/>
                <a:chOff x="9633551" y="4338638"/>
                <a:chExt cx="4562595" cy="7731125"/>
              </a:xfrm>
            </p:grpSpPr>
            <p:sp>
              <p:nvSpPr>
                <p:cNvPr id="159" name="Freeform 149"/>
                <p:cNvSpPr>
                  <a:spLocks/>
                </p:cNvSpPr>
                <p:nvPr/>
              </p:nvSpPr>
              <p:spPr bwMode="auto">
                <a:xfrm>
                  <a:off x="11940482" y="7377872"/>
                  <a:ext cx="1376269" cy="2014240"/>
                </a:xfrm>
                <a:custGeom>
                  <a:avLst/>
                  <a:gdLst>
                    <a:gd name="T0" fmla="*/ 930275 w 866"/>
                    <a:gd name="T1" fmla="*/ 298450 h 1270"/>
                    <a:gd name="T2" fmla="*/ 987425 w 866"/>
                    <a:gd name="T3" fmla="*/ 263525 h 1270"/>
                    <a:gd name="T4" fmla="*/ 1060450 w 866"/>
                    <a:gd name="T5" fmla="*/ 254000 h 1270"/>
                    <a:gd name="T6" fmla="*/ 1092200 w 866"/>
                    <a:gd name="T7" fmla="*/ 257175 h 1270"/>
                    <a:gd name="T8" fmla="*/ 1155700 w 866"/>
                    <a:gd name="T9" fmla="*/ 285750 h 1270"/>
                    <a:gd name="T10" fmla="*/ 1212850 w 866"/>
                    <a:gd name="T11" fmla="*/ 323850 h 1270"/>
                    <a:gd name="T12" fmla="*/ 1273175 w 866"/>
                    <a:gd name="T13" fmla="*/ 374650 h 1270"/>
                    <a:gd name="T14" fmla="*/ 1374775 w 866"/>
                    <a:gd name="T15" fmla="*/ 0 h 1270"/>
                    <a:gd name="T16" fmla="*/ 0 w 866"/>
                    <a:gd name="T17" fmla="*/ 1470025 h 1270"/>
                    <a:gd name="T18" fmla="*/ 501650 w 866"/>
                    <a:gd name="T19" fmla="*/ 1470025 h 1270"/>
                    <a:gd name="T20" fmla="*/ 527050 w 866"/>
                    <a:gd name="T21" fmla="*/ 1479550 h 1270"/>
                    <a:gd name="T22" fmla="*/ 536575 w 866"/>
                    <a:gd name="T23" fmla="*/ 1504950 h 1270"/>
                    <a:gd name="T24" fmla="*/ 536575 w 866"/>
                    <a:gd name="T25" fmla="*/ 1676400 h 1270"/>
                    <a:gd name="T26" fmla="*/ 523875 w 866"/>
                    <a:gd name="T27" fmla="*/ 1704975 h 1270"/>
                    <a:gd name="T28" fmla="*/ 495300 w 866"/>
                    <a:gd name="T29" fmla="*/ 1730375 h 1270"/>
                    <a:gd name="T30" fmla="*/ 441325 w 866"/>
                    <a:gd name="T31" fmla="*/ 1793875 h 1270"/>
                    <a:gd name="T32" fmla="*/ 415925 w 866"/>
                    <a:gd name="T33" fmla="*/ 1838325 h 1270"/>
                    <a:gd name="T34" fmla="*/ 409575 w 866"/>
                    <a:gd name="T35" fmla="*/ 1860550 h 1270"/>
                    <a:gd name="T36" fmla="*/ 419100 w 866"/>
                    <a:gd name="T37" fmla="*/ 1917700 h 1270"/>
                    <a:gd name="T38" fmla="*/ 447675 w 866"/>
                    <a:gd name="T39" fmla="*/ 1965325 h 1270"/>
                    <a:gd name="T40" fmla="*/ 460375 w 866"/>
                    <a:gd name="T41" fmla="*/ 1978025 h 1270"/>
                    <a:gd name="T42" fmla="*/ 488950 w 866"/>
                    <a:gd name="T43" fmla="*/ 1997075 h 1270"/>
                    <a:gd name="T44" fmla="*/ 542925 w 866"/>
                    <a:gd name="T45" fmla="*/ 2012950 h 1270"/>
                    <a:gd name="T46" fmla="*/ 581025 w 866"/>
                    <a:gd name="T47" fmla="*/ 2016125 h 1270"/>
                    <a:gd name="T48" fmla="*/ 647700 w 866"/>
                    <a:gd name="T49" fmla="*/ 2012950 h 1270"/>
                    <a:gd name="T50" fmla="*/ 714375 w 866"/>
                    <a:gd name="T51" fmla="*/ 1993900 h 1270"/>
                    <a:gd name="T52" fmla="*/ 758825 w 866"/>
                    <a:gd name="T53" fmla="*/ 1968500 h 1270"/>
                    <a:gd name="T54" fmla="*/ 777875 w 866"/>
                    <a:gd name="T55" fmla="*/ 1939925 h 1270"/>
                    <a:gd name="T56" fmla="*/ 793750 w 866"/>
                    <a:gd name="T57" fmla="*/ 1908175 h 1270"/>
                    <a:gd name="T58" fmla="*/ 793750 w 866"/>
                    <a:gd name="T59" fmla="*/ 1885950 h 1270"/>
                    <a:gd name="T60" fmla="*/ 790575 w 866"/>
                    <a:gd name="T61" fmla="*/ 1847850 h 1270"/>
                    <a:gd name="T62" fmla="*/ 777875 w 866"/>
                    <a:gd name="T63" fmla="*/ 1809750 h 1270"/>
                    <a:gd name="T64" fmla="*/ 733425 w 866"/>
                    <a:gd name="T65" fmla="*/ 1749425 h 1270"/>
                    <a:gd name="T66" fmla="*/ 685800 w 866"/>
                    <a:gd name="T67" fmla="*/ 1708150 h 1270"/>
                    <a:gd name="T68" fmla="*/ 666750 w 866"/>
                    <a:gd name="T69" fmla="*/ 1692275 h 1270"/>
                    <a:gd name="T70" fmla="*/ 654050 w 866"/>
                    <a:gd name="T71" fmla="*/ 1679575 h 1270"/>
                    <a:gd name="T72" fmla="*/ 647700 w 866"/>
                    <a:gd name="T73" fmla="*/ 1663700 h 1270"/>
                    <a:gd name="T74" fmla="*/ 647700 w 866"/>
                    <a:gd name="T75" fmla="*/ 1495425 h 1270"/>
                    <a:gd name="T76" fmla="*/ 657225 w 866"/>
                    <a:gd name="T77" fmla="*/ 1470025 h 1270"/>
                    <a:gd name="T78" fmla="*/ 682625 w 866"/>
                    <a:gd name="T79" fmla="*/ 1460500 h 1270"/>
                    <a:gd name="T80" fmla="*/ 1374775 w 866"/>
                    <a:gd name="T81" fmla="*/ 631825 h 1270"/>
                    <a:gd name="T82" fmla="*/ 1301750 w 866"/>
                    <a:gd name="T83" fmla="*/ 631825 h 1270"/>
                    <a:gd name="T84" fmla="*/ 1238250 w 866"/>
                    <a:gd name="T85" fmla="*/ 692150 h 1270"/>
                    <a:gd name="T86" fmla="*/ 1177925 w 866"/>
                    <a:gd name="T87" fmla="*/ 736600 h 1270"/>
                    <a:gd name="T88" fmla="*/ 1108075 w 866"/>
                    <a:gd name="T89" fmla="*/ 768350 h 1270"/>
                    <a:gd name="T90" fmla="*/ 1073150 w 866"/>
                    <a:gd name="T91" fmla="*/ 771525 h 1270"/>
                    <a:gd name="T92" fmla="*/ 1031875 w 866"/>
                    <a:gd name="T93" fmla="*/ 768350 h 1270"/>
                    <a:gd name="T94" fmla="*/ 993775 w 866"/>
                    <a:gd name="T95" fmla="*/ 758825 h 1270"/>
                    <a:gd name="T96" fmla="*/ 958850 w 866"/>
                    <a:gd name="T97" fmla="*/ 739775 h 1270"/>
                    <a:gd name="T98" fmla="*/ 923925 w 866"/>
                    <a:gd name="T99" fmla="*/ 714375 h 1270"/>
                    <a:gd name="T100" fmla="*/ 895350 w 866"/>
                    <a:gd name="T101" fmla="*/ 679450 h 1270"/>
                    <a:gd name="T102" fmla="*/ 876300 w 866"/>
                    <a:gd name="T103" fmla="*/ 631825 h 1270"/>
                    <a:gd name="T104" fmla="*/ 860425 w 866"/>
                    <a:gd name="T105" fmla="*/ 577850 h 1270"/>
                    <a:gd name="T106" fmla="*/ 857250 w 866"/>
                    <a:gd name="T107" fmla="*/ 511175 h 1270"/>
                    <a:gd name="T108" fmla="*/ 857250 w 866"/>
                    <a:gd name="T109" fmla="*/ 469900 h 1270"/>
                    <a:gd name="T110" fmla="*/ 869950 w 866"/>
                    <a:gd name="T111" fmla="*/ 400050 h 1270"/>
                    <a:gd name="T112" fmla="*/ 892175 w 866"/>
                    <a:gd name="T113" fmla="*/ 349250 h 1270"/>
                    <a:gd name="T114" fmla="*/ 917575 w 866"/>
                    <a:gd name="T115" fmla="*/ 311150 h 1270"/>
                    <a:gd name="T116" fmla="*/ 930275 w 866"/>
                    <a:gd name="T117" fmla="*/ 298450 h 1270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866"/>
                    <a:gd name="T178" fmla="*/ 0 h 1270"/>
                    <a:gd name="T179" fmla="*/ 866 w 866"/>
                    <a:gd name="T180" fmla="*/ 1270 h 1270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866" h="1270">
                      <a:moveTo>
                        <a:pt x="586" y="188"/>
                      </a:moveTo>
                      <a:lnTo>
                        <a:pt x="586" y="188"/>
                      </a:lnTo>
                      <a:lnTo>
                        <a:pt x="602" y="174"/>
                      </a:lnTo>
                      <a:lnTo>
                        <a:pt x="622" y="166"/>
                      </a:lnTo>
                      <a:lnTo>
                        <a:pt x="644" y="160"/>
                      </a:lnTo>
                      <a:lnTo>
                        <a:pt x="668" y="160"/>
                      </a:lnTo>
                      <a:lnTo>
                        <a:pt x="688" y="162"/>
                      </a:lnTo>
                      <a:lnTo>
                        <a:pt x="708" y="170"/>
                      </a:lnTo>
                      <a:lnTo>
                        <a:pt x="728" y="180"/>
                      </a:lnTo>
                      <a:lnTo>
                        <a:pt x="746" y="192"/>
                      </a:lnTo>
                      <a:lnTo>
                        <a:pt x="764" y="204"/>
                      </a:lnTo>
                      <a:lnTo>
                        <a:pt x="780" y="216"/>
                      </a:lnTo>
                      <a:lnTo>
                        <a:pt x="802" y="236"/>
                      </a:lnTo>
                      <a:lnTo>
                        <a:pt x="866" y="236"/>
                      </a:lnTo>
                      <a:lnTo>
                        <a:pt x="866" y="0"/>
                      </a:lnTo>
                      <a:lnTo>
                        <a:pt x="0" y="0"/>
                      </a:lnTo>
                      <a:lnTo>
                        <a:pt x="0" y="926"/>
                      </a:lnTo>
                      <a:lnTo>
                        <a:pt x="316" y="926"/>
                      </a:lnTo>
                      <a:lnTo>
                        <a:pt x="324" y="928"/>
                      </a:lnTo>
                      <a:lnTo>
                        <a:pt x="332" y="932"/>
                      </a:lnTo>
                      <a:lnTo>
                        <a:pt x="336" y="940"/>
                      </a:lnTo>
                      <a:lnTo>
                        <a:pt x="338" y="948"/>
                      </a:lnTo>
                      <a:lnTo>
                        <a:pt x="338" y="1056"/>
                      </a:lnTo>
                      <a:lnTo>
                        <a:pt x="336" y="1066"/>
                      </a:lnTo>
                      <a:lnTo>
                        <a:pt x="330" y="1074"/>
                      </a:lnTo>
                      <a:lnTo>
                        <a:pt x="312" y="1090"/>
                      </a:lnTo>
                      <a:lnTo>
                        <a:pt x="288" y="1116"/>
                      </a:lnTo>
                      <a:lnTo>
                        <a:pt x="278" y="1130"/>
                      </a:lnTo>
                      <a:lnTo>
                        <a:pt x="268" y="1144"/>
                      </a:lnTo>
                      <a:lnTo>
                        <a:pt x="262" y="1158"/>
                      </a:lnTo>
                      <a:lnTo>
                        <a:pt x="258" y="1172"/>
                      </a:lnTo>
                      <a:lnTo>
                        <a:pt x="260" y="1190"/>
                      </a:lnTo>
                      <a:lnTo>
                        <a:pt x="264" y="1208"/>
                      </a:lnTo>
                      <a:lnTo>
                        <a:pt x="272" y="1224"/>
                      </a:lnTo>
                      <a:lnTo>
                        <a:pt x="282" y="1238"/>
                      </a:lnTo>
                      <a:lnTo>
                        <a:pt x="290" y="1246"/>
                      </a:lnTo>
                      <a:lnTo>
                        <a:pt x="298" y="1252"/>
                      </a:lnTo>
                      <a:lnTo>
                        <a:pt x="308" y="1258"/>
                      </a:lnTo>
                      <a:lnTo>
                        <a:pt x="318" y="1262"/>
                      </a:lnTo>
                      <a:lnTo>
                        <a:pt x="342" y="1268"/>
                      </a:lnTo>
                      <a:lnTo>
                        <a:pt x="366" y="1270"/>
                      </a:lnTo>
                      <a:lnTo>
                        <a:pt x="386" y="1270"/>
                      </a:lnTo>
                      <a:lnTo>
                        <a:pt x="408" y="1268"/>
                      </a:lnTo>
                      <a:lnTo>
                        <a:pt x="428" y="1264"/>
                      </a:lnTo>
                      <a:lnTo>
                        <a:pt x="450" y="1256"/>
                      </a:lnTo>
                      <a:lnTo>
                        <a:pt x="468" y="1246"/>
                      </a:lnTo>
                      <a:lnTo>
                        <a:pt x="478" y="1240"/>
                      </a:lnTo>
                      <a:lnTo>
                        <a:pt x="484" y="1232"/>
                      </a:lnTo>
                      <a:lnTo>
                        <a:pt x="490" y="1222"/>
                      </a:lnTo>
                      <a:lnTo>
                        <a:pt x="496" y="1212"/>
                      </a:lnTo>
                      <a:lnTo>
                        <a:pt x="500" y="1202"/>
                      </a:lnTo>
                      <a:lnTo>
                        <a:pt x="500" y="1188"/>
                      </a:lnTo>
                      <a:lnTo>
                        <a:pt x="500" y="1176"/>
                      </a:lnTo>
                      <a:lnTo>
                        <a:pt x="498" y="1164"/>
                      </a:lnTo>
                      <a:lnTo>
                        <a:pt x="496" y="1152"/>
                      </a:lnTo>
                      <a:lnTo>
                        <a:pt x="490" y="1140"/>
                      </a:lnTo>
                      <a:lnTo>
                        <a:pt x="478" y="1120"/>
                      </a:lnTo>
                      <a:lnTo>
                        <a:pt x="462" y="1102"/>
                      </a:lnTo>
                      <a:lnTo>
                        <a:pt x="446" y="1088"/>
                      </a:lnTo>
                      <a:lnTo>
                        <a:pt x="432" y="1076"/>
                      </a:lnTo>
                      <a:lnTo>
                        <a:pt x="420" y="1066"/>
                      </a:lnTo>
                      <a:lnTo>
                        <a:pt x="414" y="1062"/>
                      </a:lnTo>
                      <a:lnTo>
                        <a:pt x="412" y="1058"/>
                      </a:lnTo>
                      <a:lnTo>
                        <a:pt x="410" y="1052"/>
                      </a:lnTo>
                      <a:lnTo>
                        <a:pt x="408" y="1048"/>
                      </a:lnTo>
                      <a:lnTo>
                        <a:pt x="408" y="942"/>
                      </a:lnTo>
                      <a:lnTo>
                        <a:pt x="410" y="934"/>
                      </a:lnTo>
                      <a:lnTo>
                        <a:pt x="414" y="926"/>
                      </a:lnTo>
                      <a:lnTo>
                        <a:pt x="422" y="922"/>
                      </a:lnTo>
                      <a:lnTo>
                        <a:pt x="430" y="920"/>
                      </a:lnTo>
                      <a:lnTo>
                        <a:pt x="866" y="920"/>
                      </a:lnTo>
                      <a:lnTo>
                        <a:pt x="866" y="398"/>
                      </a:lnTo>
                      <a:lnTo>
                        <a:pt x="820" y="398"/>
                      </a:lnTo>
                      <a:lnTo>
                        <a:pt x="796" y="422"/>
                      </a:lnTo>
                      <a:lnTo>
                        <a:pt x="780" y="436"/>
                      </a:lnTo>
                      <a:lnTo>
                        <a:pt x="762" y="452"/>
                      </a:lnTo>
                      <a:lnTo>
                        <a:pt x="742" y="464"/>
                      </a:lnTo>
                      <a:lnTo>
                        <a:pt x="720" y="476"/>
                      </a:lnTo>
                      <a:lnTo>
                        <a:pt x="698" y="484"/>
                      </a:lnTo>
                      <a:lnTo>
                        <a:pt x="686" y="486"/>
                      </a:lnTo>
                      <a:lnTo>
                        <a:pt x="676" y="486"/>
                      </a:lnTo>
                      <a:lnTo>
                        <a:pt x="650" y="484"/>
                      </a:lnTo>
                      <a:lnTo>
                        <a:pt x="638" y="482"/>
                      </a:lnTo>
                      <a:lnTo>
                        <a:pt x="626" y="478"/>
                      </a:lnTo>
                      <a:lnTo>
                        <a:pt x="614" y="472"/>
                      </a:lnTo>
                      <a:lnTo>
                        <a:pt x="604" y="466"/>
                      </a:lnTo>
                      <a:lnTo>
                        <a:pt x="592" y="458"/>
                      </a:lnTo>
                      <a:lnTo>
                        <a:pt x="582" y="450"/>
                      </a:lnTo>
                      <a:lnTo>
                        <a:pt x="574" y="440"/>
                      </a:lnTo>
                      <a:lnTo>
                        <a:pt x="564" y="428"/>
                      </a:lnTo>
                      <a:lnTo>
                        <a:pt x="558" y="414"/>
                      </a:lnTo>
                      <a:lnTo>
                        <a:pt x="552" y="398"/>
                      </a:lnTo>
                      <a:lnTo>
                        <a:pt x="546" y="382"/>
                      </a:lnTo>
                      <a:lnTo>
                        <a:pt x="542" y="364"/>
                      </a:lnTo>
                      <a:lnTo>
                        <a:pt x="540" y="344"/>
                      </a:lnTo>
                      <a:lnTo>
                        <a:pt x="540" y="322"/>
                      </a:lnTo>
                      <a:lnTo>
                        <a:pt x="540" y="296"/>
                      </a:lnTo>
                      <a:lnTo>
                        <a:pt x="544" y="272"/>
                      </a:lnTo>
                      <a:lnTo>
                        <a:pt x="548" y="252"/>
                      </a:lnTo>
                      <a:lnTo>
                        <a:pt x="554" y="234"/>
                      </a:lnTo>
                      <a:lnTo>
                        <a:pt x="562" y="220"/>
                      </a:lnTo>
                      <a:lnTo>
                        <a:pt x="570" y="208"/>
                      </a:lnTo>
                      <a:lnTo>
                        <a:pt x="578" y="196"/>
                      </a:lnTo>
                      <a:lnTo>
                        <a:pt x="586" y="188"/>
                      </a:lnTo>
                      <a:close/>
                    </a:path>
                  </a:pathLst>
                </a:custGeom>
                <a:solidFill>
                  <a:srgbClr val="2C3F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60" name="Freeform 150"/>
                <p:cNvSpPr>
                  <a:spLocks/>
                </p:cNvSpPr>
                <p:nvPr/>
              </p:nvSpPr>
              <p:spPr bwMode="auto">
                <a:xfrm>
                  <a:off x="10493984" y="7358425"/>
                  <a:ext cx="1381307" cy="1470333"/>
                </a:xfrm>
                <a:custGeom>
                  <a:avLst/>
                  <a:gdLst>
                    <a:gd name="T0" fmla="*/ 2147483647 w 870"/>
                    <a:gd name="T1" fmla="*/ 0 h 926"/>
                    <a:gd name="T2" fmla="*/ 2147483647 w 870"/>
                    <a:gd name="T3" fmla="*/ 0 h 926"/>
                    <a:gd name="T4" fmla="*/ 2147483647 w 870"/>
                    <a:gd name="T5" fmla="*/ 2147483647 h 926"/>
                    <a:gd name="T6" fmla="*/ 2147483647 w 870"/>
                    <a:gd name="T7" fmla="*/ 2147483647 h 926"/>
                    <a:gd name="T8" fmla="*/ 2147483647 w 870"/>
                    <a:gd name="T9" fmla="*/ 2147483647 h 926"/>
                    <a:gd name="T10" fmla="*/ 2147483647 w 870"/>
                    <a:gd name="T11" fmla="*/ 2147483647 h 926"/>
                    <a:gd name="T12" fmla="*/ 2147483647 w 870"/>
                    <a:gd name="T13" fmla="*/ 2147483647 h 926"/>
                    <a:gd name="T14" fmla="*/ 2147483647 w 870"/>
                    <a:gd name="T15" fmla="*/ 2147483647 h 926"/>
                    <a:gd name="T16" fmla="*/ 2147483647 w 870"/>
                    <a:gd name="T17" fmla="*/ 2147483647 h 926"/>
                    <a:gd name="T18" fmla="*/ 2147483647 w 870"/>
                    <a:gd name="T19" fmla="*/ 2147483647 h 926"/>
                    <a:gd name="T20" fmla="*/ 2147483647 w 870"/>
                    <a:gd name="T21" fmla="*/ 2147483647 h 926"/>
                    <a:gd name="T22" fmla="*/ 2147483647 w 870"/>
                    <a:gd name="T23" fmla="*/ 2147483647 h 926"/>
                    <a:gd name="T24" fmla="*/ 2147483647 w 870"/>
                    <a:gd name="T25" fmla="*/ 2147483647 h 926"/>
                    <a:gd name="T26" fmla="*/ 2147483647 w 870"/>
                    <a:gd name="T27" fmla="*/ 2147483647 h 926"/>
                    <a:gd name="T28" fmla="*/ 2147483647 w 870"/>
                    <a:gd name="T29" fmla="*/ 2147483647 h 926"/>
                    <a:gd name="T30" fmla="*/ 2147483647 w 870"/>
                    <a:gd name="T31" fmla="*/ 2147483647 h 926"/>
                    <a:gd name="T32" fmla="*/ 2147483647 w 870"/>
                    <a:gd name="T33" fmla="*/ 2147483647 h 926"/>
                    <a:gd name="T34" fmla="*/ 2147483647 w 870"/>
                    <a:gd name="T35" fmla="*/ 2147483647 h 926"/>
                    <a:gd name="T36" fmla="*/ 2147483647 w 870"/>
                    <a:gd name="T37" fmla="*/ 2147483647 h 926"/>
                    <a:gd name="T38" fmla="*/ 2147483647 w 870"/>
                    <a:gd name="T39" fmla="*/ 2147483647 h 926"/>
                    <a:gd name="T40" fmla="*/ 2147483647 w 870"/>
                    <a:gd name="T41" fmla="*/ 2147483647 h 926"/>
                    <a:gd name="T42" fmla="*/ 2147483647 w 870"/>
                    <a:gd name="T43" fmla="*/ 2147483647 h 926"/>
                    <a:gd name="T44" fmla="*/ 2147483647 w 870"/>
                    <a:gd name="T45" fmla="*/ 2147483647 h 926"/>
                    <a:gd name="T46" fmla="*/ 2147483647 w 870"/>
                    <a:gd name="T47" fmla="*/ 2147483647 h 926"/>
                    <a:gd name="T48" fmla="*/ 2147483647 w 870"/>
                    <a:gd name="T49" fmla="*/ 2147483647 h 926"/>
                    <a:gd name="T50" fmla="*/ 2147483647 w 870"/>
                    <a:gd name="T51" fmla="*/ 2147483647 h 926"/>
                    <a:gd name="T52" fmla="*/ 2147483647 w 870"/>
                    <a:gd name="T53" fmla="*/ 2147483647 h 926"/>
                    <a:gd name="T54" fmla="*/ 2147483647 w 870"/>
                    <a:gd name="T55" fmla="*/ 2147483647 h 926"/>
                    <a:gd name="T56" fmla="*/ 2147483647 w 870"/>
                    <a:gd name="T57" fmla="*/ 2147483647 h 926"/>
                    <a:gd name="T58" fmla="*/ 2147483647 w 870"/>
                    <a:gd name="T59" fmla="*/ 2147483647 h 926"/>
                    <a:gd name="T60" fmla="*/ 2147483647 w 870"/>
                    <a:gd name="T61" fmla="*/ 2147483647 h 926"/>
                    <a:gd name="T62" fmla="*/ 2147483647 w 870"/>
                    <a:gd name="T63" fmla="*/ 2147483647 h 926"/>
                    <a:gd name="T64" fmla="*/ 2147483647 w 870"/>
                    <a:gd name="T65" fmla="*/ 2147483647 h 926"/>
                    <a:gd name="T66" fmla="*/ 2147483647 w 870"/>
                    <a:gd name="T67" fmla="*/ 2147483647 h 926"/>
                    <a:gd name="T68" fmla="*/ 2147483647 w 870"/>
                    <a:gd name="T69" fmla="*/ 2147483647 h 926"/>
                    <a:gd name="T70" fmla="*/ 2147483647 w 870"/>
                    <a:gd name="T71" fmla="*/ 2147483647 h 926"/>
                    <a:gd name="T72" fmla="*/ 2147483647 w 870"/>
                    <a:gd name="T73" fmla="*/ 2147483647 h 926"/>
                    <a:gd name="T74" fmla="*/ 2147483647 w 870"/>
                    <a:gd name="T75" fmla="*/ 2147483647 h 926"/>
                    <a:gd name="T76" fmla="*/ 2147483647 w 870"/>
                    <a:gd name="T77" fmla="*/ 2147483647 h 926"/>
                    <a:gd name="T78" fmla="*/ 2147483647 w 870"/>
                    <a:gd name="T79" fmla="*/ 2147483647 h 926"/>
                    <a:gd name="T80" fmla="*/ 2147483647 w 870"/>
                    <a:gd name="T81" fmla="*/ 2147483647 h 926"/>
                    <a:gd name="T82" fmla="*/ 2147483647 w 870"/>
                    <a:gd name="T83" fmla="*/ 2147483647 h 926"/>
                    <a:gd name="T84" fmla="*/ 2147483647 w 870"/>
                    <a:gd name="T85" fmla="*/ 2147483647 h 926"/>
                    <a:gd name="T86" fmla="*/ 2147483647 w 870"/>
                    <a:gd name="T87" fmla="*/ 2147483647 h 926"/>
                    <a:gd name="T88" fmla="*/ 2147483647 w 870"/>
                    <a:gd name="T89" fmla="*/ 2147483647 h 926"/>
                    <a:gd name="T90" fmla="*/ 2147483647 w 870"/>
                    <a:gd name="T91" fmla="*/ 2147483647 h 926"/>
                    <a:gd name="T92" fmla="*/ 2147483647 w 870"/>
                    <a:gd name="T93" fmla="*/ 2147483647 h 926"/>
                    <a:gd name="T94" fmla="*/ 2147483647 w 870"/>
                    <a:gd name="T95" fmla="*/ 2147483647 h 926"/>
                    <a:gd name="T96" fmla="*/ 2147483647 w 870"/>
                    <a:gd name="T97" fmla="*/ 2147483647 h 926"/>
                    <a:gd name="T98" fmla="*/ 2147483647 w 870"/>
                    <a:gd name="T99" fmla="*/ 2147483647 h 926"/>
                    <a:gd name="T100" fmla="*/ 2147483647 w 870"/>
                    <a:gd name="T101" fmla="*/ 2147483647 h 926"/>
                    <a:gd name="T102" fmla="*/ 2147483647 w 870"/>
                    <a:gd name="T103" fmla="*/ 2147483647 h 926"/>
                    <a:gd name="T104" fmla="*/ 2147483647 w 870"/>
                    <a:gd name="T105" fmla="*/ 2147483647 h 926"/>
                    <a:gd name="T106" fmla="*/ 2147483647 w 870"/>
                    <a:gd name="T107" fmla="*/ 2147483647 h 926"/>
                    <a:gd name="T108" fmla="*/ 0 w 870"/>
                    <a:gd name="T109" fmla="*/ 2147483647 h 926"/>
                    <a:gd name="T110" fmla="*/ 0 w 870"/>
                    <a:gd name="T111" fmla="*/ 2147483647 h 926"/>
                    <a:gd name="T112" fmla="*/ 0 w 870"/>
                    <a:gd name="T113" fmla="*/ 2147483647 h 926"/>
                    <a:gd name="T114" fmla="*/ 2147483647 w 870"/>
                    <a:gd name="T115" fmla="*/ 2147483647 h 926"/>
                    <a:gd name="T116" fmla="*/ 2147483647 w 870"/>
                    <a:gd name="T117" fmla="*/ 2147483647 h 926"/>
                    <a:gd name="T118" fmla="*/ 2147483647 w 870"/>
                    <a:gd name="T119" fmla="*/ 0 h 92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870"/>
                    <a:gd name="T181" fmla="*/ 0 h 926"/>
                    <a:gd name="T182" fmla="*/ 870 w 870"/>
                    <a:gd name="T183" fmla="*/ 926 h 92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870" h="926">
                      <a:moveTo>
                        <a:pt x="870" y="0"/>
                      </a:moveTo>
                      <a:lnTo>
                        <a:pt x="4" y="0"/>
                      </a:lnTo>
                      <a:lnTo>
                        <a:pt x="4" y="226"/>
                      </a:lnTo>
                      <a:lnTo>
                        <a:pt x="64" y="226"/>
                      </a:lnTo>
                      <a:lnTo>
                        <a:pt x="70" y="214"/>
                      </a:lnTo>
                      <a:lnTo>
                        <a:pt x="80" y="200"/>
                      </a:lnTo>
                      <a:lnTo>
                        <a:pt x="94" y="186"/>
                      </a:lnTo>
                      <a:lnTo>
                        <a:pt x="110" y="172"/>
                      </a:lnTo>
                      <a:lnTo>
                        <a:pt x="128" y="158"/>
                      </a:lnTo>
                      <a:lnTo>
                        <a:pt x="152" y="148"/>
                      </a:lnTo>
                      <a:lnTo>
                        <a:pt x="164" y="144"/>
                      </a:lnTo>
                      <a:lnTo>
                        <a:pt x="178" y="142"/>
                      </a:lnTo>
                      <a:lnTo>
                        <a:pt x="194" y="140"/>
                      </a:lnTo>
                      <a:lnTo>
                        <a:pt x="208" y="140"/>
                      </a:lnTo>
                      <a:lnTo>
                        <a:pt x="230" y="142"/>
                      </a:lnTo>
                      <a:lnTo>
                        <a:pt x="250" y="146"/>
                      </a:lnTo>
                      <a:lnTo>
                        <a:pt x="266" y="154"/>
                      </a:lnTo>
                      <a:lnTo>
                        <a:pt x="280" y="162"/>
                      </a:lnTo>
                      <a:lnTo>
                        <a:pt x="292" y="172"/>
                      </a:lnTo>
                      <a:lnTo>
                        <a:pt x="302" y="184"/>
                      </a:lnTo>
                      <a:lnTo>
                        <a:pt x="310" y="198"/>
                      </a:lnTo>
                      <a:lnTo>
                        <a:pt x="316" y="210"/>
                      </a:lnTo>
                      <a:lnTo>
                        <a:pt x="322" y="224"/>
                      </a:lnTo>
                      <a:lnTo>
                        <a:pt x="326" y="238"/>
                      </a:lnTo>
                      <a:lnTo>
                        <a:pt x="330" y="266"/>
                      </a:lnTo>
                      <a:lnTo>
                        <a:pt x="332" y="290"/>
                      </a:lnTo>
                      <a:lnTo>
                        <a:pt x="332" y="308"/>
                      </a:lnTo>
                      <a:lnTo>
                        <a:pt x="332" y="330"/>
                      </a:lnTo>
                      <a:lnTo>
                        <a:pt x="330" y="350"/>
                      </a:lnTo>
                      <a:lnTo>
                        <a:pt x="326" y="368"/>
                      </a:lnTo>
                      <a:lnTo>
                        <a:pt x="322" y="386"/>
                      </a:lnTo>
                      <a:lnTo>
                        <a:pt x="316" y="400"/>
                      </a:lnTo>
                      <a:lnTo>
                        <a:pt x="308" y="414"/>
                      </a:lnTo>
                      <a:lnTo>
                        <a:pt x="300" y="426"/>
                      </a:lnTo>
                      <a:lnTo>
                        <a:pt x="290" y="438"/>
                      </a:lnTo>
                      <a:lnTo>
                        <a:pt x="282" y="444"/>
                      </a:lnTo>
                      <a:lnTo>
                        <a:pt x="272" y="452"/>
                      </a:lnTo>
                      <a:lnTo>
                        <a:pt x="262" y="456"/>
                      </a:lnTo>
                      <a:lnTo>
                        <a:pt x="252" y="460"/>
                      </a:lnTo>
                      <a:lnTo>
                        <a:pt x="228" y="466"/>
                      </a:lnTo>
                      <a:lnTo>
                        <a:pt x="200" y="468"/>
                      </a:lnTo>
                      <a:lnTo>
                        <a:pt x="174" y="464"/>
                      </a:lnTo>
                      <a:lnTo>
                        <a:pt x="150" y="458"/>
                      </a:lnTo>
                      <a:lnTo>
                        <a:pt x="130" y="450"/>
                      </a:lnTo>
                      <a:lnTo>
                        <a:pt x="112" y="438"/>
                      </a:lnTo>
                      <a:lnTo>
                        <a:pt x="98" y="426"/>
                      </a:lnTo>
                      <a:lnTo>
                        <a:pt x="86" y="412"/>
                      </a:lnTo>
                      <a:lnTo>
                        <a:pt x="76" y="398"/>
                      </a:lnTo>
                      <a:lnTo>
                        <a:pt x="68" y="384"/>
                      </a:lnTo>
                      <a:lnTo>
                        <a:pt x="0" y="384"/>
                      </a:lnTo>
                      <a:lnTo>
                        <a:pt x="0" y="884"/>
                      </a:lnTo>
                      <a:lnTo>
                        <a:pt x="18" y="926"/>
                      </a:lnTo>
                      <a:lnTo>
                        <a:pt x="870" y="926"/>
                      </a:lnTo>
                      <a:lnTo>
                        <a:pt x="870" y="0"/>
                      </a:lnTo>
                      <a:close/>
                    </a:path>
                  </a:pathLst>
                </a:custGeom>
                <a:solidFill>
                  <a:srgbClr val="C139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61" name="Freeform 151"/>
                <p:cNvSpPr>
                  <a:spLocks/>
                </p:cNvSpPr>
                <p:nvPr/>
              </p:nvSpPr>
              <p:spPr bwMode="auto">
                <a:xfrm>
                  <a:off x="10497172" y="4338638"/>
                  <a:ext cx="3537291" cy="1946700"/>
                </a:xfrm>
                <a:custGeom>
                  <a:avLst/>
                  <a:gdLst>
                    <a:gd name="T0" fmla="*/ 372 w 2228"/>
                    <a:gd name="T1" fmla="*/ 886 h 1228"/>
                    <a:gd name="T2" fmla="*/ 394 w 2228"/>
                    <a:gd name="T3" fmla="*/ 898 h 1228"/>
                    <a:gd name="T4" fmla="*/ 394 w 2228"/>
                    <a:gd name="T5" fmla="*/ 1018 h 1228"/>
                    <a:gd name="T6" fmla="*/ 390 w 2228"/>
                    <a:gd name="T7" fmla="*/ 1034 h 1228"/>
                    <a:gd name="T8" fmla="*/ 368 w 2228"/>
                    <a:gd name="T9" fmla="*/ 1050 h 1228"/>
                    <a:gd name="T10" fmla="*/ 338 w 2228"/>
                    <a:gd name="T11" fmla="*/ 1084 h 1228"/>
                    <a:gd name="T12" fmla="*/ 322 w 2228"/>
                    <a:gd name="T13" fmla="*/ 1126 h 1228"/>
                    <a:gd name="T14" fmla="*/ 328 w 2228"/>
                    <a:gd name="T15" fmla="*/ 1164 h 1228"/>
                    <a:gd name="T16" fmla="*/ 364 w 2228"/>
                    <a:gd name="T17" fmla="*/ 1210 h 1228"/>
                    <a:gd name="T18" fmla="*/ 414 w 2228"/>
                    <a:gd name="T19" fmla="*/ 1228 h 1228"/>
                    <a:gd name="T20" fmla="*/ 452 w 2228"/>
                    <a:gd name="T21" fmla="*/ 1228 h 1228"/>
                    <a:gd name="T22" fmla="*/ 518 w 2228"/>
                    <a:gd name="T23" fmla="*/ 1202 h 1228"/>
                    <a:gd name="T24" fmla="*/ 554 w 2228"/>
                    <a:gd name="T25" fmla="*/ 1158 h 1228"/>
                    <a:gd name="T26" fmla="*/ 558 w 2228"/>
                    <a:gd name="T27" fmla="*/ 1138 h 1228"/>
                    <a:gd name="T28" fmla="*/ 552 w 2228"/>
                    <a:gd name="T29" fmla="*/ 1102 h 1228"/>
                    <a:gd name="T30" fmla="*/ 534 w 2228"/>
                    <a:gd name="T31" fmla="*/ 1072 h 1228"/>
                    <a:gd name="T32" fmla="*/ 492 w 2228"/>
                    <a:gd name="T33" fmla="*/ 1040 h 1228"/>
                    <a:gd name="T34" fmla="*/ 474 w 2228"/>
                    <a:gd name="T35" fmla="*/ 1030 h 1228"/>
                    <a:gd name="T36" fmla="*/ 466 w 2228"/>
                    <a:gd name="T37" fmla="*/ 1012 h 1228"/>
                    <a:gd name="T38" fmla="*/ 470 w 2228"/>
                    <a:gd name="T39" fmla="*/ 904 h 1228"/>
                    <a:gd name="T40" fmla="*/ 490 w 2228"/>
                    <a:gd name="T41" fmla="*/ 892 h 1228"/>
                    <a:gd name="T42" fmla="*/ 1294 w 2228"/>
                    <a:gd name="T43" fmla="*/ 820 h 1228"/>
                    <a:gd name="T44" fmla="*/ 1256 w 2228"/>
                    <a:gd name="T45" fmla="*/ 788 h 1228"/>
                    <a:gd name="T46" fmla="*/ 1220 w 2228"/>
                    <a:gd name="T47" fmla="*/ 730 h 1228"/>
                    <a:gd name="T48" fmla="*/ 1210 w 2228"/>
                    <a:gd name="T49" fmla="*/ 674 h 1228"/>
                    <a:gd name="T50" fmla="*/ 1214 w 2228"/>
                    <a:gd name="T51" fmla="*/ 646 h 1228"/>
                    <a:gd name="T52" fmla="*/ 1232 w 2228"/>
                    <a:gd name="T53" fmla="*/ 610 h 1228"/>
                    <a:gd name="T54" fmla="*/ 1260 w 2228"/>
                    <a:gd name="T55" fmla="*/ 584 h 1228"/>
                    <a:gd name="T56" fmla="*/ 1310 w 2228"/>
                    <a:gd name="T57" fmla="*/ 562 h 1228"/>
                    <a:gd name="T58" fmla="*/ 1366 w 2228"/>
                    <a:gd name="T59" fmla="*/ 554 h 1228"/>
                    <a:gd name="T60" fmla="*/ 1454 w 2228"/>
                    <a:gd name="T61" fmla="*/ 568 h 1228"/>
                    <a:gd name="T62" fmla="*/ 1492 w 2228"/>
                    <a:gd name="T63" fmla="*/ 588 h 1228"/>
                    <a:gd name="T64" fmla="*/ 1520 w 2228"/>
                    <a:gd name="T65" fmla="*/ 616 h 1228"/>
                    <a:gd name="T66" fmla="*/ 1534 w 2228"/>
                    <a:gd name="T67" fmla="*/ 656 h 1228"/>
                    <a:gd name="T68" fmla="*/ 1534 w 2228"/>
                    <a:gd name="T69" fmla="*/ 686 h 1228"/>
                    <a:gd name="T70" fmla="*/ 1516 w 2228"/>
                    <a:gd name="T71" fmla="*/ 750 h 1228"/>
                    <a:gd name="T72" fmla="*/ 1478 w 2228"/>
                    <a:gd name="T73" fmla="*/ 802 h 1228"/>
                    <a:gd name="T74" fmla="*/ 2228 w 2228"/>
                    <a:gd name="T75" fmla="*/ 888 h 1228"/>
                    <a:gd name="T76" fmla="*/ 2168 w 2228"/>
                    <a:gd name="T77" fmla="*/ 754 h 1228"/>
                    <a:gd name="T78" fmla="*/ 2052 w 2228"/>
                    <a:gd name="T79" fmla="*/ 564 h 1228"/>
                    <a:gd name="T80" fmla="*/ 1982 w 2228"/>
                    <a:gd name="T81" fmla="*/ 478 h 1228"/>
                    <a:gd name="T82" fmla="*/ 1904 w 2228"/>
                    <a:gd name="T83" fmla="*/ 404 h 1228"/>
                    <a:gd name="T84" fmla="*/ 1798 w 2228"/>
                    <a:gd name="T85" fmla="*/ 318 h 1228"/>
                    <a:gd name="T86" fmla="*/ 1636 w 2228"/>
                    <a:gd name="T87" fmla="*/ 204 h 1228"/>
                    <a:gd name="T88" fmla="*/ 1468 w 2228"/>
                    <a:gd name="T89" fmla="*/ 114 h 1228"/>
                    <a:gd name="T90" fmla="*/ 1282 w 2228"/>
                    <a:gd name="T91" fmla="*/ 48 h 1228"/>
                    <a:gd name="T92" fmla="*/ 1076 w 2228"/>
                    <a:gd name="T93" fmla="*/ 10 h 1228"/>
                    <a:gd name="T94" fmla="*/ 920 w 2228"/>
                    <a:gd name="T95" fmla="*/ 0 h 1228"/>
                    <a:gd name="T96" fmla="*/ 762 w 2228"/>
                    <a:gd name="T97" fmla="*/ 6 h 1228"/>
                    <a:gd name="T98" fmla="*/ 590 w 2228"/>
                    <a:gd name="T99" fmla="*/ 32 h 1228"/>
                    <a:gd name="T100" fmla="*/ 412 w 2228"/>
                    <a:gd name="T101" fmla="*/ 80 h 1228"/>
                    <a:gd name="T102" fmla="*/ 232 w 2228"/>
                    <a:gd name="T103" fmla="*/ 152 h 1228"/>
                    <a:gd name="T104" fmla="*/ 56 w 2228"/>
                    <a:gd name="T105" fmla="*/ 252 h 1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228" h="1228">
                      <a:moveTo>
                        <a:pt x="0" y="886"/>
                      </a:moveTo>
                      <a:lnTo>
                        <a:pt x="372" y="886"/>
                      </a:lnTo>
                      <a:lnTo>
                        <a:pt x="372" y="886"/>
                      </a:lnTo>
                      <a:lnTo>
                        <a:pt x="382" y="886"/>
                      </a:lnTo>
                      <a:lnTo>
                        <a:pt x="388" y="892"/>
                      </a:lnTo>
                      <a:lnTo>
                        <a:pt x="394" y="898"/>
                      </a:lnTo>
                      <a:lnTo>
                        <a:pt x="394" y="908"/>
                      </a:lnTo>
                      <a:lnTo>
                        <a:pt x="394" y="1018"/>
                      </a:lnTo>
                      <a:lnTo>
                        <a:pt x="394" y="1018"/>
                      </a:lnTo>
                      <a:lnTo>
                        <a:pt x="394" y="1024"/>
                      </a:lnTo>
                      <a:lnTo>
                        <a:pt x="392" y="1030"/>
                      </a:lnTo>
                      <a:lnTo>
                        <a:pt x="390" y="1034"/>
                      </a:lnTo>
                      <a:lnTo>
                        <a:pt x="384" y="1038"/>
                      </a:lnTo>
                      <a:lnTo>
                        <a:pt x="384" y="1038"/>
                      </a:lnTo>
                      <a:lnTo>
                        <a:pt x="368" y="1050"/>
                      </a:lnTo>
                      <a:lnTo>
                        <a:pt x="358" y="1060"/>
                      </a:lnTo>
                      <a:lnTo>
                        <a:pt x="346" y="1072"/>
                      </a:lnTo>
                      <a:lnTo>
                        <a:pt x="338" y="1084"/>
                      </a:lnTo>
                      <a:lnTo>
                        <a:pt x="330" y="1098"/>
                      </a:lnTo>
                      <a:lnTo>
                        <a:pt x="324" y="1112"/>
                      </a:lnTo>
                      <a:lnTo>
                        <a:pt x="322" y="1126"/>
                      </a:lnTo>
                      <a:lnTo>
                        <a:pt x="322" y="1126"/>
                      </a:lnTo>
                      <a:lnTo>
                        <a:pt x="324" y="1146"/>
                      </a:lnTo>
                      <a:lnTo>
                        <a:pt x="328" y="1164"/>
                      </a:lnTo>
                      <a:lnTo>
                        <a:pt x="336" y="1182"/>
                      </a:lnTo>
                      <a:lnTo>
                        <a:pt x="348" y="1196"/>
                      </a:lnTo>
                      <a:lnTo>
                        <a:pt x="364" y="1210"/>
                      </a:lnTo>
                      <a:lnTo>
                        <a:pt x="382" y="1220"/>
                      </a:lnTo>
                      <a:lnTo>
                        <a:pt x="402" y="1226"/>
                      </a:lnTo>
                      <a:lnTo>
                        <a:pt x="414" y="1228"/>
                      </a:lnTo>
                      <a:lnTo>
                        <a:pt x="426" y="1228"/>
                      </a:lnTo>
                      <a:lnTo>
                        <a:pt x="426" y="1228"/>
                      </a:lnTo>
                      <a:lnTo>
                        <a:pt x="452" y="1228"/>
                      </a:lnTo>
                      <a:lnTo>
                        <a:pt x="478" y="1222"/>
                      </a:lnTo>
                      <a:lnTo>
                        <a:pt x="500" y="1214"/>
                      </a:lnTo>
                      <a:lnTo>
                        <a:pt x="518" y="1202"/>
                      </a:lnTo>
                      <a:lnTo>
                        <a:pt x="534" y="1190"/>
                      </a:lnTo>
                      <a:lnTo>
                        <a:pt x="546" y="1174"/>
                      </a:lnTo>
                      <a:lnTo>
                        <a:pt x="554" y="1158"/>
                      </a:lnTo>
                      <a:lnTo>
                        <a:pt x="556" y="1148"/>
                      </a:lnTo>
                      <a:lnTo>
                        <a:pt x="558" y="1138"/>
                      </a:lnTo>
                      <a:lnTo>
                        <a:pt x="558" y="1138"/>
                      </a:lnTo>
                      <a:lnTo>
                        <a:pt x="558" y="1126"/>
                      </a:lnTo>
                      <a:lnTo>
                        <a:pt x="556" y="1112"/>
                      </a:lnTo>
                      <a:lnTo>
                        <a:pt x="552" y="1102"/>
                      </a:lnTo>
                      <a:lnTo>
                        <a:pt x="546" y="1090"/>
                      </a:lnTo>
                      <a:lnTo>
                        <a:pt x="540" y="1080"/>
                      </a:lnTo>
                      <a:lnTo>
                        <a:pt x="534" y="1072"/>
                      </a:lnTo>
                      <a:lnTo>
                        <a:pt x="520" y="1058"/>
                      </a:lnTo>
                      <a:lnTo>
                        <a:pt x="506" y="1046"/>
                      </a:lnTo>
                      <a:lnTo>
                        <a:pt x="492" y="1040"/>
                      </a:lnTo>
                      <a:lnTo>
                        <a:pt x="480" y="1034"/>
                      </a:lnTo>
                      <a:lnTo>
                        <a:pt x="480" y="1034"/>
                      </a:lnTo>
                      <a:lnTo>
                        <a:pt x="474" y="1030"/>
                      </a:lnTo>
                      <a:lnTo>
                        <a:pt x="470" y="1024"/>
                      </a:lnTo>
                      <a:lnTo>
                        <a:pt x="466" y="1018"/>
                      </a:lnTo>
                      <a:lnTo>
                        <a:pt x="466" y="1012"/>
                      </a:lnTo>
                      <a:lnTo>
                        <a:pt x="468" y="912"/>
                      </a:lnTo>
                      <a:lnTo>
                        <a:pt x="468" y="912"/>
                      </a:lnTo>
                      <a:lnTo>
                        <a:pt x="470" y="904"/>
                      </a:lnTo>
                      <a:lnTo>
                        <a:pt x="476" y="898"/>
                      </a:lnTo>
                      <a:lnTo>
                        <a:pt x="482" y="894"/>
                      </a:lnTo>
                      <a:lnTo>
                        <a:pt x="490" y="892"/>
                      </a:lnTo>
                      <a:lnTo>
                        <a:pt x="1294" y="892"/>
                      </a:lnTo>
                      <a:lnTo>
                        <a:pt x="1294" y="820"/>
                      </a:lnTo>
                      <a:lnTo>
                        <a:pt x="1294" y="820"/>
                      </a:lnTo>
                      <a:lnTo>
                        <a:pt x="1282" y="812"/>
                      </a:lnTo>
                      <a:lnTo>
                        <a:pt x="1270" y="802"/>
                      </a:lnTo>
                      <a:lnTo>
                        <a:pt x="1256" y="788"/>
                      </a:lnTo>
                      <a:lnTo>
                        <a:pt x="1242" y="772"/>
                      </a:lnTo>
                      <a:lnTo>
                        <a:pt x="1230" y="752"/>
                      </a:lnTo>
                      <a:lnTo>
                        <a:pt x="1220" y="730"/>
                      </a:lnTo>
                      <a:lnTo>
                        <a:pt x="1212" y="704"/>
                      </a:lnTo>
                      <a:lnTo>
                        <a:pt x="1210" y="690"/>
                      </a:lnTo>
                      <a:lnTo>
                        <a:pt x="1210" y="674"/>
                      </a:lnTo>
                      <a:lnTo>
                        <a:pt x="1210" y="674"/>
                      </a:lnTo>
                      <a:lnTo>
                        <a:pt x="1212" y="660"/>
                      </a:lnTo>
                      <a:lnTo>
                        <a:pt x="1214" y="646"/>
                      </a:lnTo>
                      <a:lnTo>
                        <a:pt x="1218" y="632"/>
                      </a:lnTo>
                      <a:lnTo>
                        <a:pt x="1224" y="620"/>
                      </a:lnTo>
                      <a:lnTo>
                        <a:pt x="1232" y="610"/>
                      </a:lnTo>
                      <a:lnTo>
                        <a:pt x="1240" y="600"/>
                      </a:lnTo>
                      <a:lnTo>
                        <a:pt x="1250" y="592"/>
                      </a:lnTo>
                      <a:lnTo>
                        <a:pt x="1260" y="584"/>
                      </a:lnTo>
                      <a:lnTo>
                        <a:pt x="1272" y="576"/>
                      </a:lnTo>
                      <a:lnTo>
                        <a:pt x="1284" y="570"/>
                      </a:lnTo>
                      <a:lnTo>
                        <a:pt x="1310" y="562"/>
                      </a:lnTo>
                      <a:lnTo>
                        <a:pt x="1338" y="556"/>
                      </a:lnTo>
                      <a:lnTo>
                        <a:pt x="1366" y="554"/>
                      </a:lnTo>
                      <a:lnTo>
                        <a:pt x="1366" y="554"/>
                      </a:lnTo>
                      <a:lnTo>
                        <a:pt x="1396" y="556"/>
                      </a:lnTo>
                      <a:lnTo>
                        <a:pt x="1426" y="560"/>
                      </a:lnTo>
                      <a:lnTo>
                        <a:pt x="1454" y="568"/>
                      </a:lnTo>
                      <a:lnTo>
                        <a:pt x="1466" y="574"/>
                      </a:lnTo>
                      <a:lnTo>
                        <a:pt x="1480" y="580"/>
                      </a:lnTo>
                      <a:lnTo>
                        <a:pt x="1492" y="588"/>
                      </a:lnTo>
                      <a:lnTo>
                        <a:pt x="1502" y="596"/>
                      </a:lnTo>
                      <a:lnTo>
                        <a:pt x="1512" y="606"/>
                      </a:lnTo>
                      <a:lnTo>
                        <a:pt x="1520" y="616"/>
                      </a:lnTo>
                      <a:lnTo>
                        <a:pt x="1526" y="628"/>
                      </a:lnTo>
                      <a:lnTo>
                        <a:pt x="1530" y="642"/>
                      </a:lnTo>
                      <a:lnTo>
                        <a:pt x="1534" y="656"/>
                      </a:lnTo>
                      <a:lnTo>
                        <a:pt x="1534" y="672"/>
                      </a:lnTo>
                      <a:lnTo>
                        <a:pt x="1534" y="672"/>
                      </a:lnTo>
                      <a:lnTo>
                        <a:pt x="1534" y="686"/>
                      </a:lnTo>
                      <a:lnTo>
                        <a:pt x="1532" y="700"/>
                      </a:lnTo>
                      <a:lnTo>
                        <a:pt x="1526" y="726"/>
                      </a:lnTo>
                      <a:lnTo>
                        <a:pt x="1516" y="750"/>
                      </a:lnTo>
                      <a:lnTo>
                        <a:pt x="1504" y="770"/>
                      </a:lnTo>
                      <a:lnTo>
                        <a:pt x="1490" y="788"/>
                      </a:lnTo>
                      <a:lnTo>
                        <a:pt x="1478" y="802"/>
                      </a:lnTo>
                      <a:lnTo>
                        <a:pt x="1456" y="822"/>
                      </a:lnTo>
                      <a:lnTo>
                        <a:pt x="1456" y="888"/>
                      </a:lnTo>
                      <a:lnTo>
                        <a:pt x="2228" y="888"/>
                      </a:lnTo>
                      <a:lnTo>
                        <a:pt x="2228" y="888"/>
                      </a:lnTo>
                      <a:lnTo>
                        <a:pt x="2200" y="820"/>
                      </a:lnTo>
                      <a:lnTo>
                        <a:pt x="2168" y="754"/>
                      </a:lnTo>
                      <a:lnTo>
                        <a:pt x="2132" y="688"/>
                      </a:lnTo>
                      <a:lnTo>
                        <a:pt x="2094" y="624"/>
                      </a:lnTo>
                      <a:lnTo>
                        <a:pt x="2052" y="564"/>
                      </a:lnTo>
                      <a:lnTo>
                        <a:pt x="2030" y="534"/>
                      </a:lnTo>
                      <a:lnTo>
                        <a:pt x="2006" y="506"/>
                      </a:lnTo>
                      <a:lnTo>
                        <a:pt x="1982" y="478"/>
                      </a:lnTo>
                      <a:lnTo>
                        <a:pt x="1956" y="452"/>
                      </a:lnTo>
                      <a:lnTo>
                        <a:pt x="1930" y="428"/>
                      </a:lnTo>
                      <a:lnTo>
                        <a:pt x="1904" y="404"/>
                      </a:lnTo>
                      <a:lnTo>
                        <a:pt x="1904" y="404"/>
                      </a:lnTo>
                      <a:lnTo>
                        <a:pt x="1850" y="360"/>
                      </a:lnTo>
                      <a:lnTo>
                        <a:pt x="1798" y="318"/>
                      </a:lnTo>
                      <a:lnTo>
                        <a:pt x="1744" y="278"/>
                      </a:lnTo>
                      <a:lnTo>
                        <a:pt x="1690" y="240"/>
                      </a:lnTo>
                      <a:lnTo>
                        <a:pt x="1636" y="204"/>
                      </a:lnTo>
                      <a:lnTo>
                        <a:pt x="1582" y="172"/>
                      </a:lnTo>
                      <a:lnTo>
                        <a:pt x="1524" y="142"/>
                      </a:lnTo>
                      <a:lnTo>
                        <a:pt x="1468" y="114"/>
                      </a:lnTo>
                      <a:lnTo>
                        <a:pt x="1408" y="88"/>
                      </a:lnTo>
                      <a:lnTo>
                        <a:pt x="1346" y="66"/>
                      </a:lnTo>
                      <a:lnTo>
                        <a:pt x="1282" y="48"/>
                      </a:lnTo>
                      <a:lnTo>
                        <a:pt x="1216" y="32"/>
                      </a:lnTo>
                      <a:lnTo>
                        <a:pt x="1148" y="18"/>
                      </a:lnTo>
                      <a:lnTo>
                        <a:pt x="1076" y="10"/>
                      </a:lnTo>
                      <a:lnTo>
                        <a:pt x="1000" y="2"/>
                      </a:lnTo>
                      <a:lnTo>
                        <a:pt x="920" y="0"/>
                      </a:lnTo>
                      <a:lnTo>
                        <a:pt x="920" y="0"/>
                      </a:lnTo>
                      <a:lnTo>
                        <a:pt x="870" y="0"/>
                      </a:lnTo>
                      <a:lnTo>
                        <a:pt x="816" y="2"/>
                      </a:lnTo>
                      <a:lnTo>
                        <a:pt x="762" y="6"/>
                      </a:lnTo>
                      <a:lnTo>
                        <a:pt x="706" y="12"/>
                      </a:lnTo>
                      <a:lnTo>
                        <a:pt x="648" y="22"/>
                      </a:lnTo>
                      <a:lnTo>
                        <a:pt x="590" y="32"/>
                      </a:lnTo>
                      <a:lnTo>
                        <a:pt x="530" y="46"/>
                      </a:lnTo>
                      <a:lnTo>
                        <a:pt x="472" y="60"/>
                      </a:lnTo>
                      <a:lnTo>
                        <a:pt x="412" y="80"/>
                      </a:lnTo>
                      <a:lnTo>
                        <a:pt x="352" y="100"/>
                      </a:lnTo>
                      <a:lnTo>
                        <a:pt x="292" y="124"/>
                      </a:lnTo>
                      <a:lnTo>
                        <a:pt x="232" y="152"/>
                      </a:lnTo>
                      <a:lnTo>
                        <a:pt x="172" y="182"/>
                      </a:lnTo>
                      <a:lnTo>
                        <a:pt x="114" y="216"/>
                      </a:lnTo>
                      <a:lnTo>
                        <a:pt x="56" y="252"/>
                      </a:lnTo>
                      <a:lnTo>
                        <a:pt x="0" y="292"/>
                      </a:lnTo>
                      <a:lnTo>
                        <a:pt x="0" y="886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62" name="Freeform 152"/>
                <p:cNvSpPr>
                  <a:spLocks/>
                </p:cNvSpPr>
                <p:nvPr/>
              </p:nvSpPr>
              <p:spPr bwMode="auto">
                <a:xfrm>
                  <a:off x="11941223" y="5284795"/>
                  <a:ext cx="1895586" cy="2004400"/>
                </a:xfrm>
                <a:custGeom>
                  <a:avLst/>
                  <a:gdLst>
                    <a:gd name="T0" fmla="*/ 2147483647 w 1194"/>
                    <a:gd name="T1" fmla="*/ 2147483647 h 1262"/>
                    <a:gd name="T2" fmla="*/ 2147483647 w 1194"/>
                    <a:gd name="T3" fmla="*/ 2147483647 h 1262"/>
                    <a:gd name="T4" fmla="*/ 2147483647 w 1194"/>
                    <a:gd name="T5" fmla="*/ 2147483647 h 1262"/>
                    <a:gd name="T6" fmla="*/ 2147483647 w 1194"/>
                    <a:gd name="T7" fmla="*/ 2147483647 h 1262"/>
                    <a:gd name="T8" fmla="*/ 2147483647 w 1194"/>
                    <a:gd name="T9" fmla="*/ 2147483647 h 1262"/>
                    <a:gd name="T10" fmla="*/ 2147483647 w 1194"/>
                    <a:gd name="T11" fmla="*/ 2147483647 h 1262"/>
                    <a:gd name="T12" fmla="*/ 2147483647 w 1194"/>
                    <a:gd name="T13" fmla="*/ 2147483647 h 1262"/>
                    <a:gd name="T14" fmla="*/ 2147483647 w 1194"/>
                    <a:gd name="T15" fmla="*/ 2147483647 h 1262"/>
                    <a:gd name="T16" fmla="*/ 2147483647 w 1194"/>
                    <a:gd name="T17" fmla="*/ 2147483647 h 1262"/>
                    <a:gd name="T18" fmla="*/ 2147483647 w 1194"/>
                    <a:gd name="T19" fmla="*/ 2147483647 h 1262"/>
                    <a:gd name="T20" fmla="*/ 2147483647 w 1194"/>
                    <a:gd name="T21" fmla="*/ 2147483647 h 1262"/>
                    <a:gd name="T22" fmla="*/ 2147483647 w 1194"/>
                    <a:gd name="T23" fmla="*/ 2147483647 h 1262"/>
                    <a:gd name="T24" fmla="*/ 2147483647 w 1194"/>
                    <a:gd name="T25" fmla="*/ 2147483647 h 1262"/>
                    <a:gd name="T26" fmla="*/ 2147483647 w 1194"/>
                    <a:gd name="T27" fmla="*/ 2147483647 h 1262"/>
                    <a:gd name="T28" fmla="*/ 2147483647 w 1194"/>
                    <a:gd name="T29" fmla="*/ 2147483647 h 1262"/>
                    <a:gd name="T30" fmla="*/ 2147483647 w 1194"/>
                    <a:gd name="T31" fmla="*/ 2147483647 h 1262"/>
                    <a:gd name="T32" fmla="*/ 2147483647 w 1194"/>
                    <a:gd name="T33" fmla="*/ 2147483647 h 1262"/>
                    <a:gd name="T34" fmla="*/ 2147483647 w 1194"/>
                    <a:gd name="T35" fmla="*/ 2147483647 h 1262"/>
                    <a:gd name="T36" fmla="*/ 2147483647 w 1194"/>
                    <a:gd name="T37" fmla="*/ 2147483647 h 1262"/>
                    <a:gd name="T38" fmla="*/ 2147483647 w 1194"/>
                    <a:gd name="T39" fmla="*/ 2147483647 h 1262"/>
                    <a:gd name="T40" fmla="*/ 2147483647 w 1194"/>
                    <a:gd name="T41" fmla="*/ 2147483647 h 1262"/>
                    <a:gd name="T42" fmla="*/ 2147483647 w 1194"/>
                    <a:gd name="T43" fmla="*/ 2147483647 h 1262"/>
                    <a:gd name="T44" fmla="*/ 2147483647 w 1194"/>
                    <a:gd name="T45" fmla="*/ 2147483647 h 1262"/>
                    <a:gd name="T46" fmla="*/ 2147483647 w 1194"/>
                    <a:gd name="T47" fmla="*/ 2147483647 h 1262"/>
                    <a:gd name="T48" fmla="*/ 2147483647 w 1194"/>
                    <a:gd name="T49" fmla="*/ 2147483647 h 1262"/>
                    <a:gd name="T50" fmla="*/ 2147483647 w 1194"/>
                    <a:gd name="T51" fmla="*/ 2147483647 h 1262"/>
                    <a:gd name="T52" fmla="*/ 2147483647 w 1194"/>
                    <a:gd name="T53" fmla="*/ 2147483647 h 1262"/>
                    <a:gd name="T54" fmla="*/ 2147483647 w 1194"/>
                    <a:gd name="T55" fmla="*/ 2147483647 h 1262"/>
                    <a:gd name="T56" fmla="*/ 2147483647 w 1194"/>
                    <a:gd name="T57" fmla="*/ 2147483647 h 1262"/>
                    <a:gd name="T58" fmla="*/ 2147483647 w 1194"/>
                    <a:gd name="T59" fmla="*/ 2147483647 h 1262"/>
                    <a:gd name="T60" fmla="*/ 2147483647 w 1194"/>
                    <a:gd name="T61" fmla="*/ 2147483647 h 1262"/>
                    <a:gd name="T62" fmla="*/ 2147483647 w 1194"/>
                    <a:gd name="T63" fmla="*/ 2147483647 h 1262"/>
                    <a:gd name="T64" fmla="*/ 2147483647 w 1194"/>
                    <a:gd name="T65" fmla="*/ 2147483647 h 1262"/>
                    <a:gd name="T66" fmla="*/ 2147483647 w 1194"/>
                    <a:gd name="T67" fmla="*/ 2147483647 h 1262"/>
                    <a:gd name="T68" fmla="*/ 2147483647 w 1194"/>
                    <a:gd name="T69" fmla="*/ 2147483647 h 1262"/>
                    <a:gd name="T70" fmla="*/ 2147483647 w 1194"/>
                    <a:gd name="T71" fmla="*/ 2147483647 h 1262"/>
                    <a:gd name="T72" fmla="*/ 2147483647 w 1194"/>
                    <a:gd name="T73" fmla="*/ 2147483647 h 1262"/>
                    <a:gd name="T74" fmla="*/ 2147483647 w 1194"/>
                    <a:gd name="T75" fmla="*/ 2147483647 h 1262"/>
                    <a:gd name="T76" fmla="*/ 2147483647 w 1194"/>
                    <a:gd name="T77" fmla="*/ 2147483647 h 1262"/>
                    <a:gd name="T78" fmla="*/ 2147483647 w 1194"/>
                    <a:gd name="T79" fmla="*/ 2147483647 h 1262"/>
                    <a:gd name="T80" fmla="*/ 2147483647 w 1194"/>
                    <a:gd name="T81" fmla="*/ 2147483647 h 1262"/>
                    <a:gd name="T82" fmla="*/ 2147483647 w 1194"/>
                    <a:gd name="T83" fmla="*/ 2147483647 h 1262"/>
                    <a:gd name="T84" fmla="*/ 2147483647 w 1194"/>
                    <a:gd name="T85" fmla="*/ 2147483647 h 1262"/>
                    <a:gd name="T86" fmla="*/ 2147483647 w 1194"/>
                    <a:gd name="T87" fmla="*/ 2147483647 h 1262"/>
                    <a:gd name="T88" fmla="*/ 2147483647 w 1194"/>
                    <a:gd name="T89" fmla="*/ 0 h 1262"/>
                    <a:gd name="T90" fmla="*/ 2147483647 w 1194"/>
                    <a:gd name="T91" fmla="*/ 0 h 1262"/>
                    <a:gd name="T92" fmla="*/ 2147483647 w 1194"/>
                    <a:gd name="T93" fmla="*/ 2147483647 h 1262"/>
                    <a:gd name="T94" fmla="*/ 2147483647 w 1194"/>
                    <a:gd name="T95" fmla="*/ 2147483647 h 1262"/>
                    <a:gd name="T96" fmla="*/ 2147483647 w 1194"/>
                    <a:gd name="T97" fmla="*/ 2147483647 h 1262"/>
                    <a:gd name="T98" fmla="*/ 2147483647 w 1194"/>
                    <a:gd name="T99" fmla="*/ 2147483647 h 1262"/>
                    <a:gd name="T100" fmla="*/ 2147483647 w 1194"/>
                    <a:gd name="T101" fmla="*/ 2147483647 h 1262"/>
                    <a:gd name="T102" fmla="*/ 2147483647 w 1194"/>
                    <a:gd name="T103" fmla="*/ 2147483647 h 1262"/>
                    <a:gd name="T104" fmla="*/ 2147483647 w 1194"/>
                    <a:gd name="T105" fmla="*/ 2147483647 h 1262"/>
                    <a:gd name="T106" fmla="*/ 2147483647 w 1194"/>
                    <a:gd name="T107" fmla="*/ 2147483647 h 1262"/>
                    <a:gd name="T108" fmla="*/ 2147483647 w 1194"/>
                    <a:gd name="T109" fmla="*/ 2147483647 h 1262"/>
                    <a:gd name="T110" fmla="*/ 2147483647 w 1194"/>
                    <a:gd name="T111" fmla="*/ 2147483647 h 1262"/>
                    <a:gd name="T112" fmla="*/ 2147483647 w 1194"/>
                    <a:gd name="T113" fmla="*/ 2147483647 h 1262"/>
                    <a:gd name="T114" fmla="*/ 2147483647 w 1194"/>
                    <a:gd name="T115" fmla="*/ 2147483647 h 1262"/>
                    <a:gd name="T116" fmla="*/ 2147483647 w 1194"/>
                    <a:gd name="T117" fmla="*/ 2147483647 h 1262"/>
                    <a:gd name="T118" fmla="*/ 2147483647 w 1194"/>
                    <a:gd name="T119" fmla="*/ 2147483647 h 1262"/>
                    <a:gd name="T120" fmla="*/ 2147483647 w 1194"/>
                    <a:gd name="T121" fmla="*/ 2147483647 h 1262"/>
                    <a:gd name="T122" fmla="*/ 0 w 1194"/>
                    <a:gd name="T123" fmla="*/ 2147483647 h 1262"/>
                    <a:gd name="T124" fmla="*/ 2147483647 w 1194"/>
                    <a:gd name="T125" fmla="*/ 2147483647 h 1262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1194"/>
                    <a:gd name="T190" fmla="*/ 0 h 1262"/>
                    <a:gd name="T191" fmla="*/ 1194 w 1194"/>
                    <a:gd name="T192" fmla="*/ 1262 h 1262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1194" h="1262">
                      <a:moveTo>
                        <a:pt x="866" y="844"/>
                      </a:moveTo>
                      <a:lnTo>
                        <a:pt x="866" y="844"/>
                      </a:lnTo>
                      <a:lnTo>
                        <a:pt x="868" y="836"/>
                      </a:lnTo>
                      <a:lnTo>
                        <a:pt x="874" y="828"/>
                      </a:lnTo>
                      <a:lnTo>
                        <a:pt x="880" y="824"/>
                      </a:lnTo>
                      <a:lnTo>
                        <a:pt x="890" y="822"/>
                      </a:lnTo>
                      <a:lnTo>
                        <a:pt x="984" y="822"/>
                      </a:lnTo>
                      <a:lnTo>
                        <a:pt x="994" y="824"/>
                      </a:lnTo>
                      <a:lnTo>
                        <a:pt x="1002" y="830"/>
                      </a:lnTo>
                      <a:lnTo>
                        <a:pt x="1020" y="850"/>
                      </a:lnTo>
                      <a:lnTo>
                        <a:pt x="1032" y="862"/>
                      </a:lnTo>
                      <a:lnTo>
                        <a:pt x="1046" y="874"/>
                      </a:lnTo>
                      <a:lnTo>
                        <a:pt x="1062" y="884"/>
                      </a:lnTo>
                      <a:lnTo>
                        <a:pt x="1078" y="894"/>
                      </a:lnTo>
                      <a:lnTo>
                        <a:pt x="1094" y="900"/>
                      </a:lnTo>
                      <a:lnTo>
                        <a:pt x="1112" y="902"/>
                      </a:lnTo>
                      <a:lnTo>
                        <a:pt x="1122" y="900"/>
                      </a:lnTo>
                      <a:lnTo>
                        <a:pt x="1134" y="898"/>
                      </a:lnTo>
                      <a:lnTo>
                        <a:pt x="1142" y="896"/>
                      </a:lnTo>
                      <a:lnTo>
                        <a:pt x="1150" y="890"/>
                      </a:lnTo>
                      <a:lnTo>
                        <a:pt x="1158" y="884"/>
                      </a:lnTo>
                      <a:lnTo>
                        <a:pt x="1166" y="878"/>
                      </a:lnTo>
                      <a:lnTo>
                        <a:pt x="1176" y="862"/>
                      </a:lnTo>
                      <a:lnTo>
                        <a:pt x="1184" y="842"/>
                      </a:lnTo>
                      <a:lnTo>
                        <a:pt x="1190" y="822"/>
                      </a:lnTo>
                      <a:lnTo>
                        <a:pt x="1194" y="800"/>
                      </a:lnTo>
                      <a:lnTo>
                        <a:pt x="1194" y="778"/>
                      </a:lnTo>
                      <a:lnTo>
                        <a:pt x="1194" y="754"/>
                      </a:lnTo>
                      <a:lnTo>
                        <a:pt x="1190" y="732"/>
                      </a:lnTo>
                      <a:lnTo>
                        <a:pt x="1182" y="714"/>
                      </a:lnTo>
                      <a:lnTo>
                        <a:pt x="1174" y="700"/>
                      </a:lnTo>
                      <a:lnTo>
                        <a:pt x="1162" y="686"/>
                      </a:lnTo>
                      <a:lnTo>
                        <a:pt x="1148" y="678"/>
                      </a:lnTo>
                      <a:lnTo>
                        <a:pt x="1132" y="672"/>
                      </a:lnTo>
                      <a:lnTo>
                        <a:pt x="1114" y="668"/>
                      </a:lnTo>
                      <a:lnTo>
                        <a:pt x="1100" y="670"/>
                      </a:lnTo>
                      <a:lnTo>
                        <a:pt x="1086" y="676"/>
                      </a:lnTo>
                      <a:lnTo>
                        <a:pt x="1070" y="684"/>
                      </a:lnTo>
                      <a:lnTo>
                        <a:pt x="1054" y="696"/>
                      </a:lnTo>
                      <a:lnTo>
                        <a:pt x="1038" y="708"/>
                      </a:lnTo>
                      <a:lnTo>
                        <a:pt x="1022" y="722"/>
                      </a:lnTo>
                      <a:lnTo>
                        <a:pt x="998" y="748"/>
                      </a:lnTo>
                      <a:lnTo>
                        <a:pt x="990" y="752"/>
                      </a:lnTo>
                      <a:lnTo>
                        <a:pt x="982" y="754"/>
                      </a:lnTo>
                      <a:lnTo>
                        <a:pt x="882" y="754"/>
                      </a:lnTo>
                      <a:lnTo>
                        <a:pt x="874" y="752"/>
                      </a:lnTo>
                      <a:lnTo>
                        <a:pt x="868" y="748"/>
                      </a:lnTo>
                      <a:lnTo>
                        <a:pt x="862" y="742"/>
                      </a:lnTo>
                      <a:lnTo>
                        <a:pt x="860" y="732"/>
                      </a:lnTo>
                      <a:lnTo>
                        <a:pt x="860" y="334"/>
                      </a:lnTo>
                      <a:lnTo>
                        <a:pt x="522" y="334"/>
                      </a:lnTo>
                      <a:lnTo>
                        <a:pt x="514" y="332"/>
                      </a:lnTo>
                      <a:lnTo>
                        <a:pt x="508" y="328"/>
                      </a:lnTo>
                      <a:lnTo>
                        <a:pt x="502" y="320"/>
                      </a:lnTo>
                      <a:lnTo>
                        <a:pt x="500" y="312"/>
                      </a:lnTo>
                      <a:lnTo>
                        <a:pt x="500" y="214"/>
                      </a:lnTo>
                      <a:lnTo>
                        <a:pt x="502" y="208"/>
                      </a:lnTo>
                      <a:lnTo>
                        <a:pt x="504" y="204"/>
                      </a:lnTo>
                      <a:lnTo>
                        <a:pt x="506" y="198"/>
                      </a:lnTo>
                      <a:lnTo>
                        <a:pt x="512" y="196"/>
                      </a:lnTo>
                      <a:lnTo>
                        <a:pt x="522" y="186"/>
                      </a:lnTo>
                      <a:lnTo>
                        <a:pt x="534" y="176"/>
                      </a:lnTo>
                      <a:lnTo>
                        <a:pt x="546" y="162"/>
                      </a:lnTo>
                      <a:lnTo>
                        <a:pt x="558" y="146"/>
                      </a:lnTo>
                      <a:lnTo>
                        <a:pt x="570" y="124"/>
                      </a:lnTo>
                      <a:lnTo>
                        <a:pt x="574" y="112"/>
                      </a:lnTo>
                      <a:lnTo>
                        <a:pt x="578" y="100"/>
                      </a:lnTo>
                      <a:lnTo>
                        <a:pt x="580" y="88"/>
                      </a:lnTo>
                      <a:lnTo>
                        <a:pt x="580" y="74"/>
                      </a:lnTo>
                      <a:lnTo>
                        <a:pt x="580" y="62"/>
                      </a:lnTo>
                      <a:lnTo>
                        <a:pt x="576" y="50"/>
                      </a:lnTo>
                      <a:lnTo>
                        <a:pt x="570" y="40"/>
                      </a:lnTo>
                      <a:lnTo>
                        <a:pt x="564" y="32"/>
                      </a:lnTo>
                      <a:lnTo>
                        <a:pt x="556" y="26"/>
                      </a:lnTo>
                      <a:lnTo>
                        <a:pt x="546" y="20"/>
                      </a:lnTo>
                      <a:lnTo>
                        <a:pt x="526" y="10"/>
                      </a:lnTo>
                      <a:lnTo>
                        <a:pt x="504" y="4"/>
                      </a:lnTo>
                      <a:lnTo>
                        <a:pt x="484" y="2"/>
                      </a:lnTo>
                      <a:lnTo>
                        <a:pt x="456" y="0"/>
                      </a:lnTo>
                      <a:lnTo>
                        <a:pt x="440" y="0"/>
                      </a:lnTo>
                      <a:lnTo>
                        <a:pt x="422" y="4"/>
                      </a:lnTo>
                      <a:lnTo>
                        <a:pt x="402" y="8"/>
                      </a:lnTo>
                      <a:lnTo>
                        <a:pt x="384" y="16"/>
                      </a:lnTo>
                      <a:lnTo>
                        <a:pt x="368" y="26"/>
                      </a:lnTo>
                      <a:lnTo>
                        <a:pt x="362" y="32"/>
                      </a:lnTo>
                      <a:lnTo>
                        <a:pt x="356" y="40"/>
                      </a:lnTo>
                      <a:lnTo>
                        <a:pt x="352" y="48"/>
                      </a:lnTo>
                      <a:lnTo>
                        <a:pt x="348" y="56"/>
                      </a:lnTo>
                      <a:lnTo>
                        <a:pt x="346" y="66"/>
                      </a:lnTo>
                      <a:lnTo>
                        <a:pt x="344" y="76"/>
                      </a:lnTo>
                      <a:lnTo>
                        <a:pt x="346" y="90"/>
                      </a:lnTo>
                      <a:lnTo>
                        <a:pt x="348" y="102"/>
                      </a:lnTo>
                      <a:lnTo>
                        <a:pt x="350" y="114"/>
                      </a:lnTo>
                      <a:lnTo>
                        <a:pt x="356" y="126"/>
                      </a:lnTo>
                      <a:lnTo>
                        <a:pt x="366" y="146"/>
                      </a:lnTo>
                      <a:lnTo>
                        <a:pt x="380" y="162"/>
                      </a:lnTo>
                      <a:lnTo>
                        <a:pt x="392" y="174"/>
                      </a:lnTo>
                      <a:lnTo>
                        <a:pt x="404" y="182"/>
                      </a:lnTo>
                      <a:lnTo>
                        <a:pt x="416" y="192"/>
                      </a:lnTo>
                      <a:lnTo>
                        <a:pt x="420" y="194"/>
                      </a:lnTo>
                      <a:lnTo>
                        <a:pt x="424" y="200"/>
                      </a:lnTo>
                      <a:lnTo>
                        <a:pt x="426" y="204"/>
                      </a:lnTo>
                      <a:lnTo>
                        <a:pt x="428" y="210"/>
                      </a:lnTo>
                      <a:lnTo>
                        <a:pt x="428" y="316"/>
                      </a:lnTo>
                      <a:lnTo>
                        <a:pt x="426" y="324"/>
                      </a:lnTo>
                      <a:lnTo>
                        <a:pt x="420" y="332"/>
                      </a:lnTo>
                      <a:lnTo>
                        <a:pt x="414" y="336"/>
                      </a:lnTo>
                      <a:lnTo>
                        <a:pt x="406" y="338"/>
                      </a:lnTo>
                      <a:lnTo>
                        <a:pt x="0" y="338"/>
                      </a:lnTo>
                      <a:lnTo>
                        <a:pt x="0" y="1262"/>
                      </a:lnTo>
                      <a:lnTo>
                        <a:pt x="866" y="1262"/>
                      </a:lnTo>
                      <a:lnTo>
                        <a:pt x="866" y="844"/>
                      </a:lnTo>
                      <a:close/>
                    </a:path>
                  </a:pathLst>
                </a:custGeom>
                <a:solidFill>
                  <a:srgbClr val="16A98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63" name="Freeform 153"/>
                <p:cNvSpPr>
                  <a:spLocks/>
                </p:cNvSpPr>
                <p:nvPr/>
              </p:nvSpPr>
              <p:spPr bwMode="auto">
                <a:xfrm>
                  <a:off x="12867196" y="5820512"/>
                  <a:ext cx="1328950" cy="2876349"/>
                </a:xfrm>
                <a:custGeom>
                  <a:avLst/>
                  <a:gdLst>
                    <a:gd name="T0" fmla="*/ 388 w 836"/>
                    <a:gd name="T1" fmla="*/ 372 h 1812"/>
                    <a:gd name="T2" fmla="*/ 428 w 836"/>
                    <a:gd name="T3" fmla="*/ 334 h 1812"/>
                    <a:gd name="T4" fmla="*/ 488 w 836"/>
                    <a:gd name="T5" fmla="*/ 296 h 1812"/>
                    <a:gd name="T6" fmla="*/ 532 w 836"/>
                    <a:gd name="T7" fmla="*/ 286 h 1812"/>
                    <a:gd name="T8" fmla="*/ 576 w 836"/>
                    <a:gd name="T9" fmla="*/ 296 h 1812"/>
                    <a:gd name="T10" fmla="*/ 616 w 836"/>
                    <a:gd name="T11" fmla="*/ 324 h 1812"/>
                    <a:gd name="T12" fmla="*/ 638 w 836"/>
                    <a:gd name="T13" fmla="*/ 356 h 1812"/>
                    <a:gd name="T14" fmla="*/ 652 w 836"/>
                    <a:gd name="T15" fmla="*/ 402 h 1812"/>
                    <a:gd name="T16" fmla="*/ 656 w 836"/>
                    <a:gd name="T17" fmla="*/ 440 h 1812"/>
                    <a:gd name="T18" fmla="*/ 650 w 836"/>
                    <a:gd name="T19" fmla="*/ 492 h 1812"/>
                    <a:gd name="T20" fmla="*/ 636 w 836"/>
                    <a:gd name="T21" fmla="*/ 538 h 1812"/>
                    <a:gd name="T22" fmla="*/ 612 w 836"/>
                    <a:gd name="T23" fmla="*/ 572 h 1812"/>
                    <a:gd name="T24" fmla="*/ 580 w 836"/>
                    <a:gd name="T25" fmla="*/ 596 h 1812"/>
                    <a:gd name="T26" fmla="*/ 542 w 836"/>
                    <a:gd name="T27" fmla="*/ 606 h 1812"/>
                    <a:gd name="T28" fmla="*/ 516 w 836"/>
                    <a:gd name="T29" fmla="*/ 608 h 1812"/>
                    <a:gd name="T30" fmla="*/ 462 w 836"/>
                    <a:gd name="T31" fmla="*/ 588 h 1812"/>
                    <a:gd name="T32" fmla="*/ 410 w 836"/>
                    <a:gd name="T33" fmla="*/ 550 h 1812"/>
                    <a:gd name="T34" fmla="*/ 328 w 836"/>
                    <a:gd name="T35" fmla="*/ 1226 h 1812"/>
                    <a:gd name="T36" fmla="*/ 320 w 836"/>
                    <a:gd name="T37" fmla="*/ 1242 h 1812"/>
                    <a:gd name="T38" fmla="*/ 210 w 836"/>
                    <a:gd name="T39" fmla="*/ 1248 h 1812"/>
                    <a:gd name="T40" fmla="*/ 194 w 836"/>
                    <a:gd name="T41" fmla="*/ 1242 h 1812"/>
                    <a:gd name="T42" fmla="*/ 144 w 836"/>
                    <a:gd name="T43" fmla="*/ 1200 h 1812"/>
                    <a:gd name="T44" fmla="*/ 96 w 836"/>
                    <a:gd name="T45" fmla="*/ 1174 h 1812"/>
                    <a:gd name="T46" fmla="*/ 66 w 836"/>
                    <a:gd name="T47" fmla="*/ 1172 h 1812"/>
                    <a:gd name="T48" fmla="*/ 32 w 836"/>
                    <a:gd name="T49" fmla="*/ 1188 h 1812"/>
                    <a:gd name="T50" fmla="*/ 18 w 836"/>
                    <a:gd name="T51" fmla="*/ 1206 h 1812"/>
                    <a:gd name="T52" fmla="*/ 4 w 836"/>
                    <a:gd name="T53" fmla="*/ 1242 h 1812"/>
                    <a:gd name="T54" fmla="*/ 0 w 836"/>
                    <a:gd name="T55" fmla="*/ 1290 h 1812"/>
                    <a:gd name="T56" fmla="*/ 14 w 836"/>
                    <a:gd name="T57" fmla="*/ 1362 h 1812"/>
                    <a:gd name="T58" fmla="*/ 52 w 836"/>
                    <a:gd name="T59" fmla="*/ 1402 h 1812"/>
                    <a:gd name="T60" fmla="*/ 92 w 836"/>
                    <a:gd name="T61" fmla="*/ 1410 h 1812"/>
                    <a:gd name="T62" fmla="*/ 124 w 836"/>
                    <a:gd name="T63" fmla="*/ 1400 h 1812"/>
                    <a:gd name="T64" fmla="*/ 174 w 836"/>
                    <a:gd name="T65" fmla="*/ 1364 h 1812"/>
                    <a:gd name="T66" fmla="*/ 208 w 836"/>
                    <a:gd name="T67" fmla="*/ 1330 h 1812"/>
                    <a:gd name="T68" fmla="*/ 306 w 836"/>
                    <a:gd name="T69" fmla="*/ 1322 h 1812"/>
                    <a:gd name="T70" fmla="*/ 320 w 836"/>
                    <a:gd name="T71" fmla="*/ 1328 h 1812"/>
                    <a:gd name="T72" fmla="*/ 328 w 836"/>
                    <a:gd name="T73" fmla="*/ 1812 h 1812"/>
                    <a:gd name="T74" fmla="*/ 478 w 836"/>
                    <a:gd name="T75" fmla="*/ 1478 h 1812"/>
                    <a:gd name="T76" fmla="*/ 636 w 836"/>
                    <a:gd name="T77" fmla="*/ 1146 h 1812"/>
                    <a:gd name="T78" fmla="*/ 750 w 836"/>
                    <a:gd name="T79" fmla="*/ 892 h 1812"/>
                    <a:gd name="T80" fmla="*/ 792 w 836"/>
                    <a:gd name="T81" fmla="*/ 760 h 1812"/>
                    <a:gd name="T82" fmla="*/ 820 w 836"/>
                    <a:gd name="T83" fmla="*/ 634 h 1812"/>
                    <a:gd name="T84" fmla="*/ 834 w 836"/>
                    <a:gd name="T85" fmla="*/ 508 h 1812"/>
                    <a:gd name="T86" fmla="*/ 836 w 836"/>
                    <a:gd name="T87" fmla="*/ 420 h 1812"/>
                    <a:gd name="T88" fmla="*/ 824 w 836"/>
                    <a:gd name="T89" fmla="*/ 282 h 1812"/>
                    <a:gd name="T90" fmla="*/ 788 w 836"/>
                    <a:gd name="T91" fmla="*/ 118 h 1812"/>
                    <a:gd name="T92" fmla="*/ 320 w 836"/>
                    <a:gd name="T93" fmla="*/ 0 h 1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836" h="1812">
                      <a:moveTo>
                        <a:pt x="320" y="0"/>
                      </a:moveTo>
                      <a:lnTo>
                        <a:pt x="320" y="372"/>
                      </a:lnTo>
                      <a:lnTo>
                        <a:pt x="388" y="372"/>
                      </a:lnTo>
                      <a:lnTo>
                        <a:pt x="388" y="372"/>
                      </a:lnTo>
                      <a:lnTo>
                        <a:pt x="412" y="348"/>
                      </a:lnTo>
                      <a:lnTo>
                        <a:pt x="428" y="334"/>
                      </a:lnTo>
                      <a:lnTo>
                        <a:pt x="446" y="320"/>
                      </a:lnTo>
                      <a:lnTo>
                        <a:pt x="468" y="306"/>
                      </a:lnTo>
                      <a:lnTo>
                        <a:pt x="488" y="296"/>
                      </a:lnTo>
                      <a:lnTo>
                        <a:pt x="510" y="288"/>
                      </a:lnTo>
                      <a:lnTo>
                        <a:pt x="522" y="286"/>
                      </a:lnTo>
                      <a:lnTo>
                        <a:pt x="532" y="286"/>
                      </a:lnTo>
                      <a:lnTo>
                        <a:pt x="532" y="286"/>
                      </a:lnTo>
                      <a:lnTo>
                        <a:pt x="554" y="290"/>
                      </a:lnTo>
                      <a:lnTo>
                        <a:pt x="576" y="296"/>
                      </a:lnTo>
                      <a:lnTo>
                        <a:pt x="598" y="308"/>
                      </a:lnTo>
                      <a:lnTo>
                        <a:pt x="606" y="316"/>
                      </a:lnTo>
                      <a:lnTo>
                        <a:pt x="616" y="324"/>
                      </a:lnTo>
                      <a:lnTo>
                        <a:pt x="624" y="334"/>
                      </a:lnTo>
                      <a:lnTo>
                        <a:pt x="632" y="344"/>
                      </a:lnTo>
                      <a:lnTo>
                        <a:pt x="638" y="356"/>
                      </a:lnTo>
                      <a:lnTo>
                        <a:pt x="644" y="370"/>
                      </a:lnTo>
                      <a:lnTo>
                        <a:pt x="648" y="386"/>
                      </a:lnTo>
                      <a:lnTo>
                        <a:pt x="652" y="402"/>
                      </a:lnTo>
                      <a:lnTo>
                        <a:pt x="654" y="420"/>
                      </a:lnTo>
                      <a:lnTo>
                        <a:pt x="656" y="440"/>
                      </a:lnTo>
                      <a:lnTo>
                        <a:pt x="656" y="440"/>
                      </a:lnTo>
                      <a:lnTo>
                        <a:pt x="654" y="458"/>
                      </a:lnTo>
                      <a:lnTo>
                        <a:pt x="652" y="476"/>
                      </a:lnTo>
                      <a:lnTo>
                        <a:pt x="650" y="492"/>
                      </a:lnTo>
                      <a:lnTo>
                        <a:pt x="646" y="508"/>
                      </a:lnTo>
                      <a:lnTo>
                        <a:pt x="642" y="524"/>
                      </a:lnTo>
                      <a:lnTo>
                        <a:pt x="636" y="538"/>
                      </a:lnTo>
                      <a:lnTo>
                        <a:pt x="628" y="550"/>
                      </a:lnTo>
                      <a:lnTo>
                        <a:pt x="620" y="562"/>
                      </a:lnTo>
                      <a:lnTo>
                        <a:pt x="612" y="572"/>
                      </a:lnTo>
                      <a:lnTo>
                        <a:pt x="602" y="582"/>
                      </a:lnTo>
                      <a:lnTo>
                        <a:pt x="592" y="590"/>
                      </a:lnTo>
                      <a:lnTo>
                        <a:pt x="580" y="596"/>
                      </a:lnTo>
                      <a:lnTo>
                        <a:pt x="568" y="600"/>
                      </a:lnTo>
                      <a:lnTo>
                        <a:pt x="556" y="604"/>
                      </a:lnTo>
                      <a:lnTo>
                        <a:pt x="542" y="606"/>
                      </a:lnTo>
                      <a:lnTo>
                        <a:pt x="528" y="608"/>
                      </a:lnTo>
                      <a:lnTo>
                        <a:pt x="528" y="608"/>
                      </a:lnTo>
                      <a:lnTo>
                        <a:pt x="516" y="608"/>
                      </a:lnTo>
                      <a:lnTo>
                        <a:pt x="504" y="606"/>
                      </a:lnTo>
                      <a:lnTo>
                        <a:pt x="482" y="598"/>
                      </a:lnTo>
                      <a:lnTo>
                        <a:pt x="462" y="588"/>
                      </a:lnTo>
                      <a:lnTo>
                        <a:pt x="442" y="576"/>
                      </a:lnTo>
                      <a:lnTo>
                        <a:pt x="426" y="564"/>
                      </a:lnTo>
                      <a:lnTo>
                        <a:pt x="410" y="550"/>
                      </a:lnTo>
                      <a:lnTo>
                        <a:pt x="390" y="528"/>
                      </a:lnTo>
                      <a:lnTo>
                        <a:pt x="328" y="528"/>
                      </a:lnTo>
                      <a:lnTo>
                        <a:pt x="328" y="1226"/>
                      </a:lnTo>
                      <a:lnTo>
                        <a:pt x="328" y="1226"/>
                      </a:lnTo>
                      <a:lnTo>
                        <a:pt x="326" y="1234"/>
                      </a:lnTo>
                      <a:lnTo>
                        <a:pt x="320" y="1242"/>
                      </a:lnTo>
                      <a:lnTo>
                        <a:pt x="314" y="1246"/>
                      </a:lnTo>
                      <a:lnTo>
                        <a:pt x="306" y="1248"/>
                      </a:lnTo>
                      <a:lnTo>
                        <a:pt x="210" y="1248"/>
                      </a:lnTo>
                      <a:lnTo>
                        <a:pt x="210" y="1248"/>
                      </a:lnTo>
                      <a:lnTo>
                        <a:pt x="202" y="1246"/>
                      </a:lnTo>
                      <a:lnTo>
                        <a:pt x="194" y="1242"/>
                      </a:lnTo>
                      <a:lnTo>
                        <a:pt x="194" y="1242"/>
                      </a:lnTo>
                      <a:lnTo>
                        <a:pt x="174" y="1222"/>
                      </a:lnTo>
                      <a:lnTo>
                        <a:pt x="144" y="1200"/>
                      </a:lnTo>
                      <a:lnTo>
                        <a:pt x="128" y="1190"/>
                      </a:lnTo>
                      <a:lnTo>
                        <a:pt x="112" y="1180"/>
                      </a:lnTo>
                      <a:lnTo>
                        <a:pt x="96" y="1174"/>
                      </a:lnTo>
                      <a:lnTo>
                        <a:pt x="80" y="1172"/>
                      </a:lnTo>
                      <a:lnTo>
                        <a:pt x="80" y="1172"/>
                      </a:lnTo>
                      <a:lnTo>
                        <a:pt x="66" y="1172"/>
                      </a:lnTo>
                      <a:lnTo>
                        <a:pt x="54" y="1174"/>
                      </a:lnTo>
                      <a:lnTo>
                        <a:pt x="42" y="1180"/>
                      </a:lnTo>
                      <a:lnTo>
                        <a:pt x="32" y="1188"/>
                      </a:lnTo>
                      <a:lnTo>
                        <a:pt x="32" y="1188"/>
                      </a:lnTo>
                      <a:lnTo>
                        <a:pt x="24" y="1196"/>
                      </a:lnTo>
                      <a:lnTo>
                        <a:pt x="18" y="1206"/>
                      </a:lnTo>
                      <a:lnTo>
                        <a:pt x="12" y="1218"/>
                      </a:lnTo>
                      <a:lnTo>
                        <a:pt x="8" y="1230"/>
                      </a:lnTo>
                      <a:lnTo>
                        <a:pt x="4" y="1242"/>
                      </a:lnTo>
                      <a:lnTo>
                        <a:pt x="2" y="1256"/>
                      </a:lnTo>
                      <a:lnTo>
                        <a:pt x="0" y="1290"/>
                      </a:lnTo>
                      <a:lnTo>
                        <a:pt x="0" y="1290"/>
                      </a:lnTo>
                      <a:lnTo>
                        <a:pt x="0" y="1316"/>
                      </a:lnTo>
                      <a:lnTo>
                        <a:pt x="6" y="1340"/>
                      </a:lnTo>
                      <a:lnTo>
                        <a:pt x="14" y="1362"/>
                      </a:lnTo>
                      <a:lnTo>
                        <a:pt x="24" y="1378"/>
                      </a:lnTo>
                      <a:lnTo>
                        <a:pt x="36" y="1392"/>
                      </a:lnTo>
                      <a:lnTo>
                        <a:pt x="52" y="1402"/>
                      </a:lnTo>
                      <a:lnTo>
                        <a:pt x="70" y="1408"/>
                      </a:lnTo>
                      <a:lnTo>
                        <a:pt x="92" y="1410"/>
                      </a:lnTo>
                      <a:lnTo>
                        <a:pt x="92" y="1410"/>
                      </a:lnTo>
                      <a:lnTo>
                        <a:pt x="100" y="1410"/>
                      </a:lnTo>
                      <a:lnTo>
                        <a:pt x="108" y="1408"/>
                      </a:lnTo>
                      <a:lnTo>
                        <a:pt x="124" y="1400"/>
                      </a:lnTo>
                      <a:lnTo>
                        <a:pt x="142" y="1390"/>
                      </a:lnTo>
                      <a:lnTo>
                        <a:pt x="158" y="1378"/>
                      </a:lnTo>
                      <a:lnTo>
                        <a:pt x="174" y="1364"/>
                      </a:lnTo>
                      <a:lnTo>
                        <a:pt x="188" y="1350"/>
                      </a:lnTo>
                      <a:lnTo>
                        <a:pt x="208" y="1330"/>
                      </a:lnTo>
                      <a:lnTo>
                        <a:pt x="208" y="1330"/>
                      </a:lnTo>
                      <a:lnTo>
                        <a:pt x="216" y="1324"/>
                      </a:lnTo>
                      <a:lnTo>
                        <a:pt x="226" y="1322"/>
                      </a:lnTo>
                      <a:lnTo>
                        <a:pt x="306" y="1322"/>
                      </a:lnTo>
                      <a:lnTo>
                        <a:pt x="306" y="1322"/>
                      </a:lnTo>
                      <a:lnTo>
                        <a:pt x="314" y="1324"/>
                      </a:lnTo>
                      <a:lnTo>
                        <a:pt x="320" y="1328"/>
                      </a:lnTo>
                      <a:lnTo>
                        <a:pt x="326" y="1334"/>
                      </a:lnTo>
                      <a:lnTo>
                        <a:pt x="328" y="1344"/>
                      </a:lnTo>
                      <a:lnTo>
                        <a:pt x="328" y="1812"/>
                      </a:lnTo>
                      <a:lnTo>
                        <a:pt x="328" y="1812"/>
                      </a:lnTo>
                      <a:lnTo>
                        <a:pt x="398" y="1652"/>
                      </a:lnTo>
                      <a:lnTo>
                        <a:pt x="478" y="1478"/>
                      </a:lnTo>
                      <a:lnTo>
                        <a:pt x="560" y="1304"/>
                      </a:lnTo>
                      <a:lnTo>
                        <a:pt x="636" y="1146"/>
                      </a:lnTo>
                      <a:lnTo>
                        <a:pt x="636" y="1146"/>
                      </a:lnTo>
                      <a:lnTo>
                        <a:pt x="688" y="1038"/>
                      </a:lnTo>
                      <a:lnTo>
                        <a:pt x="730" y="938"/>
                      </a:lnTo>
                      <a:lnTo>
                        <a:pt x="750" y="892"/>
                      </a:lnTo>
                      <a:lnTo>
                        <a:pt x="766" y="846"/>
                      </a:lnTo>
                      <a:lnTo>
                        <a:pt x="780" y="802"/>
                      </a:lnTo>
                      <a:lnTo>
                        <a:pt x="792" y="760"/>
                      </a:lnTo>
                      <a:lnTo>
                        <a:pt x="804" y="716"/>
                      </a:lnTo>
                      <a:lnTo>
                        <a:pt x="812" y="674"/>
                      </a:lnTo>
                      <a:lnTo>
                        <a:pt x="820" y="634"/>
                      </a:lnTo>
                      <a:lnTo>
                        <a:pt x="826" y="592"/>
                      </a:lnTo>
                      <a:lnTo>
                        <a:pt x="832" y="550"/>
                      </a:lnTo>
                      <a:lnTo>
                        <a:pt x="834" y="508"/>
                      </a:lnTo>
                      <a:lnTo>
                        <a:pt x="836" y="464"/>
                      </a:lnTo>
                      <a:lnTo>
                        <a:pt x="836" y="420"/>
                      </a:lnTo>
                      <a:lnTo>
                        <a:pt x="836" y="420"/>
                      </a:lnTo>
                      <a:lnTo>
                        <a:pt x="836" y="378"/>
                      </a:lnTo>
                      <a:lnTo>
                        <a:pt x="832" y="332"/>
                      </a:lnTo>
                      <a:lnTo>
                        <a:pt x="824" y="282"/>
                      </a:lnTo>
                      <a:lnTo>
                        <a:pt x="816" y="230"/>
                      </a:lnTo>
                      <a:lnTo>
                        <a:pt x="804" y="174"/>
                      </a:lnTo>
                      <a:lnTo>
                        <a:pt x="788" y="118"/>
                      </a:lnTo>
                      <a:lnTo>
                        <a:pt x="772" y="60"/>
                      </a:lnTo>
                      <a:lnTo>
                        <a:pt x="752" y="0"/>
                      </a:lnTo>
                      <a:lnTo>
                        <a:pt x="320" y="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64" name="Freeform 154"/>
                <p:cNvSpPr>
                  <a:spLocks/>
                </p:cNvSpPr>
                <p:nvPr/>
              </p:nvSpPr>
              <p:spPr bwMode="auto">
                <a:xfrm>
                  <a:off x="10548072" y="8891588"/>
                  <a:ext cx="2755900" cy="1136650"/>
                </a:xfrm>
                <a:custGeom>
                  <a:avLst/>
                  <a:gdLst>
                    <a:gd name="T0" fmla="*/ 2147483647 w 1736"/>
                    <a:gd name="T1" fmla="*/ 2147483647 h 716"/>
                    <a:gd name="T2" fmla="*/ 2147483647 w 1736"/>
                    <a:gd name="T3" fmla="*/ 2147483647 h 716"/>
                    <a:gd name="T4" fmla="*/ 2147483647 w 1736"/>
                    <a:gd name="T5" fmla="*/ 2147483647 h 716"/>
                    <a:gd name="T6" fmla="*/ 2147483647 w 1736"/>
                    <a:gd name="T7" fmla="*/ 2147483647 h 716"/>
                    <a:gd name="T8" fmla="*/ 2147483647 w 1736"/>
                    <a:gd name="T9" fmla="*/ 2147483647 h 716"/>
                    <a:gd name="T10" fmla="*/ 2147483647 w 1736"/>
                    <a:gd name="T11" fmla="*/ 2147483647 h 716"/>
                    <a:gd name="T12" fmla="*/ 2147483647 w 1736"/>
                    <a:gd name="T13" fmla="*/ 2147483647 h 716"/>
                    <a:gd name="T14" fmla="*/ 2147483647 w 1736"/>
                    <a:gd name="T15" fmla="*/ 2147483647 h 716"/>
                    <a:gd name="T16" fmla="*/ 2147483647 w 1736"/>
                    <a:gd name="T17" fmla="*/ 2147483647 h 716"/>
                    <a:gd name="T18" fmla="*/ 2147483647 w 1736"/>
                    <a:gd name="T19" fmla="*/ 2147483647 h 716"/>
                    <a:gd name="T20" fmla="*/ 2147483647 w 1736"/>
                    <a:gd name="T21" fmla="*/ 2147483647 h 716"/>
                    <a:gd name="T22" fmla="*/ 2147483647 w 1736"/>
                    <a:gd name="T23" fmla="*/ 2147483647 h 716"/>
                    <a:gd name="T24" fmla="*/ 2147483647 w 1736"/>
                    <a:gd name="T25" fmla="*/ 2147483647 h 716"/>
                    <a:gd name="T26" fmla="*/ 2147483647 w 1736"/>
                    <a:gd name="T27" fmla="*/ 2147483647 h 716"/>
                    <a:gd name="T28" fmla="*/ 2147483647 w 1736"/>
                    <a:gd name="T29" fmla="*/ 2147483647 h 716"/>
                    <a:gd name="T30" fmla="*/ 2147483647 w 1736"/>
                    <a:gd name="T31" fmla="*/ 2147483647 h 716"/>
                    <a:gd name="T32" fmla="*/ 2147483647 w 1736"/>
                    <a:gd name="T33" fmla="*/ 2147483647 h 716"/>
                    <a:gd name="T34" fmla="*/ 2147483647 w 1736"/>
                    <a:gd name="T35" fmla="*/ 2147483647 h 716"/>
                    <a:gd name="T36" fmla="*/ 2147483647 w 1736"/>
                    <a:gd name="T37" fmla="*/ 2147483647 h 716"/>
                    <a:gd name="T38" fmla="*/ 2147483647 w 1736"/>
                    <a:gd name="T39" fmla="*/ 2147483647 h 716"/>
                    <a:gd name="T40" fmla="*/ 2147483647 w 1736"/>
                    <a:gd name="T41" fmla="*/ 2147483647 h 716"/>
                    <a:gd name="T42" fmla="*/ 2147483647 w 1736"/>
                    <a:gd name="T43" fmla="*/ 2147483647 h 716"/>
                    <a:gd name="T44" fmla="*/ 2147483647 w 1736"/>
                    <a:gd name="T45" fmla="*/ 2147483647 h 716"/>
                    <a:gd name="T46" fmla="*/ 2147483647 w 1736"/>
                    <a:gd name="T47" fmla="*/ 2147483647 h 716"/>
                    <a:gd name="T48" fmla="*/ 2147483647 w 1736"/>
                    <a:gd name="T49" fmla="*/ 2147483647 h 716"/>
                    <a:gd name="T50" fmla="*/ 2147483647 w 1736"/>
                    <a:gd name="T51" fmla="*/ 2147483647 h 716"/>
                    <a:gd name="T52" fmla="*/ 2147483647 w 1736"/>
                    <a:gd name="T53" fmla="*/ 2147483647 h 716"/>
                    <a:gd name="T54" fmla="*/ 0 w 1736"/>
                    <a:gd name="T55" fmla="*/ 2147483647 h 716"/>
                    <a:gd name="T56" fmla="*/ 2147483647 w 1736"/>
                    <a:gd name="T57" fmla="*/ 2147483647 h 716"/>
                    <a:gd name="T58" fmla="*/ 2147483647 w 1736"/>
                    <a:gd name="T59" fmla="*/ 2147483647 h 716"/>
                    <a:gd name="T60" fmla="*/ 2147483647 w 1736"/>
                    <a:gd name="T61" fmla="*/ 2147483647 h 716"/>
                    <a:gd name="T62" fmla="*/ 2147483647 w 1736"/>
                    <a:gd name="T63" fmla="*/ 2147483647 h 716"/>
                    <a:gd name="T64" fmla="*/ 2147483647 w 1736"/>
                    <a:gd name="T65" fmla="*/ 2147483647 h 716"/>
                    <a:gd name="T66" fmla="*/ 2147483647 w 1736"/>
                    <a:gd name="T67" fmla="*/ 2147483647 h 716"/>
                    <a:gd name="T68" fmla="*/ 2147483647 w 1736"/>
                    <a:gd name="T69" fmla="*/ 2147483647 h 716"/>
                    <a:gd name="T70" fmla="*/ 2147483647 w 1736"/>
                    <a:gd name="T71" fmla="*/ 2147483647 h 716"/>
                    <a:gd name="T72" fmla="*/ 2147483647 w 1736"/>
                    <a:gd name="T73" fmla="*/ 2147483647 h 716"/>
                    <a:gd name="T74" fmla="*/ 2147483647 w 1736"/>
                    <a:gd name="T75" fmla="*/ 2147483647 h 716"/>
                    <a:gd name="T76" fmla="*/ 2147483647 w 1736"/>
                    <a:gd name="T77" fmla="*/ 2147483647 h 716"/>
                    <a:gd name="T78" fmla="*/ 2147483647 w 1736"/>
                    <a:gd name="T79" fmla="*/ 2147483647 h 716"/>
                    <a:gd name="T80" fmla="*/ 2147483647 w 1736"/>
                    <a:gd name="T81" fmla="*/ 2147483647 h 716"/>
                    <a:gd name="T82" fmla="*/ 2147483647 w 1736"/>
                    <a:gd name="T83" fmla="*/ 2147483647 h 716"/>
                    <a:gd name="T84" fmla="*/ 2147483647 w 1736"/>
                    <a:gd name="T85" fmla="*/ 2147483647 h 716"/>
                    <a:gd name="T86" fmla="*/ 2147483647 w 1736"/>
                    <a:gd name="T87" fmla="*/ 2147483647 h 716"/>
                    <a:gd name="T88" fmla="*/ 2147483647 w 1736"/>
                    <a:gd name="T89" fmla="*/ 2147483647 h 716"/>
                    <a:gd name="T90" fmla="*/ 2147483647 w 1736"/>
                    <a:gd name="T91" fmla="*/ 2147483647 h 716"/>
                    <a:gd name="T92" fmla="*/ 2147483647 w 1736"/>
                    <a:gd name="T93" fmla="*/ 2147483647 h 716"/>
                    <a:gd name="T94" fmla="*/ 2147483647 w 1736"/>
                    <a:gd name="T95" fmla="*/ 2147483647 h 716"/>
                    <a:gd name="T96" fmla="*/ 2147483647 w 1736"/>
                    <a:gd name="T97" fmla="*/ 2147483647 h 716"/>
                    <a:gd name="T98" fmla="*/ 2147483647 w 1736"/>
                    <a:gd name="T99" fmla="*/ 2147483647 h 716"/>
                    <a:gd name="T100" fmla="*/ 2147483647 w 1736"/>
                    <a:gd name="T101" fmla="*/ 2147483647 h 716"/>
                    <a:gd name="T102" fmla="*/ 2147483647 w 1736"/>
                    <a:gd name="T103" fmla="*/ 2147483647 h 716"/>
                    <a:gd name="T104" fmla="*/ 2147483647 w 1736"/>
                    <a:gd name="T105" fmla="*/ 2147483647 h 716"/>
                    <a:gd name="T106" fmla="*/ 2147483647 w 1736"/>
                    <a:gd name="T107" fmla="*/ 2147483647 h 716"/>
                    <a:gd name="T108" fmla="*/ 2147483647 w 1736"/>
                    <a:gd name="T109" fmla="*/ 2147483647 h 716"/>
                    <a:gd name="T110" fmla="*/ 2147483647 w 1736"/>
                    <a:gd name="T111" fmla="*/ 0 h 71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736"/>
                    <a:gd name="T169" fmla="*/ 0 h 716"/>
                    <a:gd name="T170" fmla="*/ 1736 w 1736"/>
                    <a:gd name="T171" fmla="*/ 716 h 71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736" h="716">
                      <a:moveTo>
                        <a:pt x="1330" y="0"/>
                      </a:moveTo>
                      <a:lnTo>
                        <a:pt x="1330" y="72"/>
                      </a:lnTo>
                      <a:lnTo>
                        <a:pt x="1342" y="80"/>
                      </a:lnTo>
                      <a:lnTo>
                        <a:pt x="1358" y="94"/>
                      </a:lnTo>
                      <a:lnTo>
                        <a:pt x="1374" y="108"/>
                      </a:lnTo>
                      <a:lnTo>
                        <a:pt x="1390" y="128"/>
                      </a:lnTo>
                      <a:lnTo>
                        <a:pt x="1404" y="150"/>
                      </a:lnTo>
                      <a:lnTo>
                        <a:pt x="1416" y="174"/>
                      </a:lnTo>
                      <a:lnTo>
                        <a:pt x="1420" y="186"/>
                      </a:lnTo>
                      <a:lnTo>
                        <a:pt x="1422" y="200"/>
                      </a:lnTo>
                      <a:lnTo>
                        <a:pt x="1424" y="214"/>
                      </a:lnTo>
                      <a:lnTo>
                        <a:pt x="1424" y="228"/>
                      </a:lnTo>
                      <a:lnTo>
                        <a:pt x="1422" y="242"/>
                      </a:lnTo>
                      <a:lnTo>
                        <a:pt x="1418" y="256"/>
                      </a:lnTo>
                      <a:lnTo>
                        <a:pt x="1414" y="268"/>
                      </a:lnTo>
                      <a:lnTo>
                        <a:pt x="1408" y="280"/>
                      </a:lnTo>
                      <a:lnTo>
                        <a:pt x="1400" y="290"/>
                      </a:lnTo>
                      <a:lnTo>
                        <a:pt x="1392" y="300"/>
                      </a:lnTo>
                      <a:lnTo>
                        <a:pt x="1382" y="310"/>
                      </a:lnTo>
                      <a:lnTo>
                        <a:pt x="1372" y="318"/>
                      </a:lnTo>
                      <a:lnTo>
                        <a:pt x="1360" y="326"/>
                      </a:lnTo>
                      <a:lnTo>
                        <a:pt x="1346" y="332"/>
                      </a:lnTo>
                      <a:lnTo>
                        <a:pt x="1332" y="338"/>
                      </a:lnTo>
                      <a:lnTo>
                        <a:pt x="1316" y="342"/>
                      </a:lnTo>
                      <a:lnTo>
                        <a:pt x="1282" y="348"/>
                      </a:lnTo>
                      <a:lnTo>
                        <a:pt x="1244" y="350"/>
                      </a:lnTo>
                      <a:lnTo>
                        <a:pt x="1224" y="350"/>
                      </a:lnTo>
                      <a:lnTo>
                        <a:pt x="1204" y="346"/>
                      </a:lnTo>
                      <a:lnTo>
                        <a:pt x="1186" y="342"/>
                      </a:lnTo>
                      <a:lnTo>
                        <a:pt x="1172" y="336"/>
                      </a:lnTo>
                      <a:lnTo>
                        <a:pt x="1158" y="328"/>
                      </a:lnTo>
                      <a:lnTo>
                        <a:pt x="1146" y="320"/>
                      </a:lnTo>
                      <a:lnTo>
                        <a:pt x="1128" y="306"/>
                      </a:lnTo>
                      <a:lnTo>
                        <a:pt x="1120" y="294"/>
                      </a:lnTo>
                      <a:lnTo>
                        <a:pt x="1112" y="284"/>
                      </a:lnTo>
                      <a:lnTo>
                        <a:pt x="1106" y="272"/>
                      </a:lnTo>
                      <a:lnTo>
                        <a:pt x="1100" y="260"/>
                      </a:lnTo>
                      <a:lnTo>
                        <a:pt x="1096" y="246"/>
                      </a:lnTo>
                      <a:lnTo>
                        <a:pt x="1094" y="234"/>
                      </a:lnTo>
                      <a:lnTo>
                        <a:pt x="1092" y="220"/>
                      </a:lnTo>
                      <a:lnTo>
                        <a:pt x="1092" y="206"/>
                      </a:lnTo>
                      <a:lnTo>
                        <a:pt x="1096" y="186"/>
                      </a:lnTo>
                      <a:lnTo>
                        <a:pt x="1102" y="168"/>
                      </a:lnTo>
                      <a:lnTo>
                        <a:pt x="1114" y="148"/>
                      </a:lnTo>
                      <a:lnTo>
                        <a:pt x="1126" y="132"/>
                      </a:lnTo>
                      <a:lnTo>
                        <a:pt x="1138" y="116"/>
                      </a:lnTo>
                      <a:lnTo>
                        <a:pt x="1150" y="102"/>
                      </a:lnTo>
                      <a:lnTo>
                        <a:pt x="1172" y="82"/>
                      </a:lnTo>
                      <a:lnTo>
                        <a:pt x="1172" y="6"/>
                      </a:lnTo>
                      <a:lnTo>
                        <a:pt x="0" y="6"/>
                      </a:lnTo>
                      <a:lnTo>
                        <a:pt x="22" y="66"/>
                      </a:lnTo>
                      <a:lnTo>
                        <a:pt x="38" y="122"/>
                      </a:lnTo>
                      <a:lnTo>
                        <a:pt x="44" y="146"/>
                      </a:lnTo>
                      <a:lnTo>
                        <a:pt x="48" y="168"/>
                      </a:lnTo>
                      <a:lnTo>
                        <a:pt x="50" y="190"/>
                      </a:lnTo>
                      <a:lnTo>
                        <a:pt x="52" y="208"/>
                      </a:lnTo>
                      <a:lnTo>
                        <a:pt x="50" y="244"/>
                      </a:lnTo>
                      <a:lnTo>
                        <a:pt x="50" y="278"/>
                      </a:lnTo>
                      <a:lnTo>
                        <a:pt x="52" y="312"/>
                      </a:lnTo>
                      <a:lnTo>
                        <a:pt x="56" y="344"/>
                      </a:lnTo>
                      <a:lnTo>
                        <a:pt x="60" y="374"/>
                      </a:lnTo>
                      <a:lnTo>
                        <a:pt x="64" y="402"/>
                      </a:lnTo>
                      <a:lnTo>
                        <a:pt x="70" y="430"/>
                      </a:lnTo>
                      <a:lnTo>
                        <a:pt x="76" y="454"/>
                      </a:lnTo>
                      <a:lnTo>
                        <a:pt x="94" y="502"/>
                      </a:lnTo>
                      <a:lnTo>
                        <a:pt x="112" y="544"/>
                      </a:lnTo>
                      <a:lnTo>
                        <a:pt x="132" y="580"/>
                      </a:lnTo>
                      <a:lnTo>
                        <a:pt x="156" y="612"/>
                      </a:lnTo>
                      <a:lnTo>
                        <a:pt x="180" y="638"/>
                      </a:lnTo>
                      <a:lnTo>
                        <a:pt x="204" y="660"/>
                      </a:lnTo>
                      <a:lnTo>
                        <a:pt x="228" y="678"/>
                      </a:lnTo>
                      <a:lnTo>
                        <a:pt x="252" y="694"/>
                      </a:lnTo>
                      <a:lnTo>
                        <a:pt x="276" y="704"/>
                      </a:lnTo>
                      <a:lnTo>
                        <a:pt x="298" y="712"/>
                      </a:lnTo>
                      <a:lnTo>
                        <a:pt x="318" y="716"/>
                      </a:lnTo>
                      <a:lnTo>
                        <a:pt x="334" y="716"/>
                      </a:lnTo>
                      <a:lnTo>
                        <a:pt x="1400" y="716"/>
                      </a:lnTo>
                      <a:lnTo>
                        <a:pt x="1420" y="716"/>
                      </a:lnTo>
                      <a:lnTo>
                        <a:pt x="1438" y="710"/>
                      </a:lnTo>
                      <a:lnTo>
                        <a:pt x="1456" y="704"/>
                      </a:lnTo>
                      <a:lnTo>
                        <a:pt x="1474" y="694"/>
                      </a:lnTo>
                      <a:lnTo>
                        <a:pt x="1492" y="682"/>
                      </a:lnTo>
                      <a:lnTo>
                        <a:pt x="1510" y="668"/>
                      </a:lnTo>
                      <a:lnTo>
                        <a:pt x="1526" y="654"/>
                      </a:lnTo>
                      <a:lnTo>
                        <a:pt x="1542" y="636"/>
                      </a:lnTo>
                      <a:lnTo>
                        <a:pt x="1574" y="600"/>
                      </a:lnTo>
                      <a:lnTo>
                        <a:pt x="1600" y="560"/>
                      </a:lnTo>
                      <a:lnTo>
                        <a:pt x="1624" y="520"/>
                      </a:lnTo>
                      <a:lnTo>
                        <a:pt x="1642" y="482"/>
                      </a:lnTo>
                      <a:lnTo>
                        <a:pt x="1650" y="460"/>
                      </a:lnTo>
                      <a:lnTo>
                        <a:pt x="1656" y="438"/>
                      </a:lnTo>
                      <a:lnTo>
                        <a:pt x="1662" y="414"/>
                      </a:lnTo>
                      <a:lnTo>
                        <a:pt x="1664" y="390"/>
                      </a:lnTo>
                      <a:lnTo>
                        <a:pt x="1670" y="336"/>
                      </a:lnTo>
                      <a:lnTo>
                        <a:pt x="1672" y="280"/>
                      </a:lnTo>
                      <a:lnTo>
                        <a:pt x="1674" y="228"/>
                      </a:lnTo>
                      <a:lnTo>
                        <a:pt x="1676" y="178"/>
                      </a:lnTo>
                      <a:lnTo>
                        <a:pt x="1682" y="136"/>
                      </a:lnTo>
                      <a:lnTo>
                        <a:pt x="1686" y="118"/>
                      </a:lnTo>
                      <a:lnTo>
                        <a:pt x="1690" y="102"/>
                      </a:lnTo>
                      <a:lnTo>
                        <a:pt x="1736" y="0"/>
                      </a:lnTo>
                      <a:lnTo>
                        <a:pt x="1330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65" name="Freeform 155"/>
                <p:cNvSpPr>
                  <a:spLocks/>
                </p:cNvSpPr>
                <p:nvPr/>
              </p:nvSpPr>
              <p:spPr bwMode="auto">
                <a:xfrm>
                  <a:off x="9633551" y="4852925"/>
                  <a:ext cx="1312076" cy="3751657"/>
                </a:xfrm>
                <a:custGeom>
                  <a:avLst/>
                  <a:gdLst>
                    <a:gd name="T0" fmla="*/ 2147483647 w 826"/>
                    <a:gd name="T1" fmla="*/ 2147483647 h 2364"/>
                    <a:gd name="T2" fmla="*/ 2147483647 w 826"/>
                    <a:gd name="T3" fmla="*/ 2147483647 h 2364"/>
                    <a:gd name="T4" fmla="*/ 2147483647 w 826"/>
                    <a:gd name="T5" fmla="*/ 2147483647 h 2364"/>
                    <a:gd name="T6" fmla="*/ 2147483647 w 826"/>
                    <a:gd name="T7" fmla="*/ 2147483647 h 2364"/>
                    <a:gd name="T8" fmla="*/ 2147483647 w 826"/>
                    <a:gd name="T9" fmla="*/ 2147483647 h 2364"/>
                    <a:gd name="T10" fmla="*/ 2147483647 w 826"/>
                    <a:gd name="T11" fmla="*/ 2147483647 h 2364"/>
                    <a:gd name="T12" fmla="*/ 2147483647 w 826"/>
                    <a:gd name="T13" fmla="*/ 2147483647 h 2364"/>
                    <a:gd name="T14" fmla="*/ 2147483647 w 826"/>
                    <a:gd name="T15" fmla="*/ 2147483647 h 2364"/>
                    <a:gd name="T16" fmla="*/ 2147483647 w 826"/>
                    <a:gd name="T17" fmla="*/ 2147483647 h 2364"/>
                    <a:gd name="T18" fmla="*/ 2147483647 w 826"/>
                    <a:gd name="T19" fmla="*/ 2147483647 h 2364"/>
                    <a:gd name="T20" fmla="*/ 2147483647 w 826"/>
                    <a:gd name="T21" fmla="*/ 2147483647 h 2364"/>
                    <a:gd name="T22" fmla="*/ 2147483647 w 826"/>
                    <a:gd name="T23" fmla="*/ 2147483647 h 2364"/>
                    <a:gd name="T24" fmla="*/ 2147483647 w 826"/>
                    <a:gd name="T25" fmla="*/ 2147483647 h 2364"/>
                    <a:gd name="T26" fmla="*/ 2147483647 w 826"/>
                    <a:gd name="T27" fmla="*/ 2147483647 h 2364"/>
                    <a:gd name="T28" fmla="*/ 2147483647 w 826"/>
                    <a:gd name="T29" fmla="*/ 2147483647 h 2364"/>
                    <a:gd name="T30" fmla="*/ 2147483647 w 826"/>
                    <a:gd name="T31" fmla="*/ 2147483647 h 2364"/>
                    <a:gd name="T32" fmla="*/ 2147483647 w 826"/>
                    <a:gd name="T33" fmla="*/ 2147483647 h 2364"/>
                    <a:gd name="T34" fmla="*/ 2147483647 w 826"/>
                    <a:gd name="T35" fmla="*/ 2147483647 h 2364"/>
                    <a:gd name="T36" fmla="*/ 2147483647 w 826"/>
                    <a:gd name="T37" fmla="*/ 2147483647 h 2364"/>
                    <a:gd name="T38" fmla="*/ 2147483647 w 826"/>
                    <a:gd name="T39" fmla="*/ 2147483647 h 2364"/>
                    <a:gd name="T40" fmla="*/ 2147483647 w 826"/>
                    <a:gd name="T41" fmla="*/ 2147483647 h 2364"/>
                    <a:gd name="T42" fmla="*/ 2147483647 w 826"/>
                    <a:gd name="T43" fmla="*/ 2147483647 h 2364"/>
                    <a:gd name="T44" fmla="*/ 2147483647 w 826"/>
                    <a:gd name="T45" fmla="*/ 2147483647 h 2364"/>
                    <a:gd name="T46" fmla="*/ 2147483647 w 826"/>
                    <a:gd name="T47" fmla="*/ 2147483647 h 2364"/>
                    <a:gd name="T48" fmla="*/ 2147483647 w 826"/>
                    <a:gd name="T49" fmla="*/ 2147483647 h 2364"/>
                    <a:gd name="T50" fmla="*/ 2147483647 w 826"/>
                    <a:gd name="T51" fmla="*/ 2147483647 h 2364"/>
                    <a:gd name="T52" fmla="*/ 2147483647 w 826"/>
                    <a:gd name="T53" fmla="*/ 2147483647 h 2364"/>
                    <a:gd name="T54" fmla="*/ 2147483647 w 826"/>
                    <a:gd name="T55" fmla="*/ 2147483647 h 2364"/>
                    <a:gd name="T56" fmla="*/ 2147483647 w 826"/>
                    <a:gd name="T57" fmla="*/ 2147483647 h 2364"/>
                    <a:gd name="T58" fmla="*/ 2147483647 w 826"/>
                    <a:gd name="T59" fmla="*/ 2147483647 h 2364"/>
                    <a:gd name="T60" fmla="*/ 2147483647 w 826"/>
                    <a:gd name="T61" fmla="*/ 2147483647 h 2364"/>
                    <a:gd name="T62" fmla="*/ 2147483647 w 826"/>
                    <a:gd name="T63" fmla="*/ 2147483647 h 2364"/>
                    <a:gd name="T64" fmla="*/ 2147483647 w 826"/>
                    <a:gd name="T65" fmla="*/ 2147483647 h 2364"/>
                    <a:gd name="T66" fmla="*/ 2147483647 w 826"/>
                    <a:gd name="T67" fmla="*/ 2147483647 h 2364"/>
                    <a:gd name="T68" fmla="*/ 2147483647 w 826"/>
                    <a:gd name="T69" fmla="*/ 2147483647 h 2364"/>
                    <a:gd name="T70" fmla="*/ 2147483647 w 826"/>
                    <a:gd name="T71" fmla="*/ 2147483647 h 2364"/>
                    <a:gd name="T72" fmla="*/ 2147483647 w 826"/>
                    <a:gd name="T73" fmla="*/ 2147483647 h 2364"/>
                    <a:gd name="T74" fmla="*/ 2147483647 w 826"/>
                    <a:gd name="T75" fmla="*/ 0 h 2364"/>
                    <a:gd name="T76" fmla="*/ 2147483647 w 826"/>
                    <a:gd name="T77" fmla="*/ 2147483647 h 2364"/>
                    <a:gd name="T78" fmla="*/ 2147483647 w 826"/>
                    <a:gd name="T79" fmla="*/ 2147483647 h 2364"/>
                    <a:gd name="T80" fmla="*/ 2147483647 w 826"/>
                    <a:gd name="T81" fmla="*/ 2147483647 h 2364"/>
                    <a:gd name="T82" fmla="*/ 2147483647 w 826"/>
                    <a:gd name="T83" fmla="*/ 2147483647 h 2364"/>
                    <a:gd name="T84" fmla="*/ 2147483647 w 826"/>
                    <a:gd name="T85" fmla="*/ 2147483647 h 2364"/>
                    <a:gd name="T86" fmla="*/ 2147483647 w 826"/>
                    <a:gd name="T87" fmla="*/ 2147483647 h 2364"/>
                    <a:gd name="T88" fmla="*/ 2147483647 w 826"/>
                    <a:gd name="T89" fmla="*/ 2147483647 h 2364"/>
                    <a:gd name="T90" fmla="*/ 2147483647 w 826"/>
                    <a:gd name="T91" fmla="*/ 2147483647 h 2364"/>
                    <a:gd name="T92" fmla="*/ 2147483647 w 826"/>
                    <a:gd name="T93" fmla="*/ 2147483647 h 2364"/>
                    <a:gd name="T94" fmla="*/ 2147483647 w 826"/>
                    <a:gd name="T95" fmla="*/ 2147483647 h 2364"/>
                    <a:gd name="T96" fmla="*/ 2147483647 w 826"/>
                    <a:gd name="T97" fmla="*/ 2147483647 h 2364"/>
                    <a:gd name="T98" fmla="*/ 2147483647 w 826"/>
                    <a:gd name="T99" fmla="*/ 2147483647 h 2364"/>
                    <a:gd name="T100" fmla="*/ 0 w 826"/>
                    <a:gd name="T101" fmla="*/ 2147483647 h 2364"/>
                    <a:gd name="T102" fmla="*/ 2147483647 w 826"/>
                    <a:gd name="T103" fmla="*/ 2147483647 h 2364"/>
                    <a:gd name="T104" fmla="*/ 2147483647 w 826"/>
                    <a:gd name="T105" fmla="*/ 2147483647 h 2364"/>
                    <a:gd name="T106" fmla="*/ 2147483647 w 826"/>
                    <a:gd name="T107" fmla="*/ 2147483647 h 2364"/>
                    <a:gd name="T108" fmla="*/ 2147483647 w 826"/>
                    <a:gd name="T109" fmla="*/ 2147483647 h 2364"/>
                    <a:gd name="T110" fmla="*/ 2147483647 w 826"/>
                    <a:gd name="T111" fmla="*/ 2147483647 h 2364"/>
                    <a:gd name="T112" fmla="*/ 2147483647 w 826"/>
                    <a:gd name="T113" fmla="*/ 2147483647 h 2364"/>
                    <a:gd name="T114" fmla="*/ 2147483647 w 826"/>
                    <a:gd name="T115" fmla="*/ 2147483647 h 2364"/>
                    <a:gd name="T116" fmla="*/ 2147483647 w 826"/>
                    <a:gd name="T117" fmla="*/ 2147483647 h 2364"/>
                    <a:gd name="T118" fmla="*/ 2147483647 w 826"/>
                    <a:gd name="T119" fmla="*/ 2147483647 h 2364"/>
                    <a:gd name="T120" fmla="*/ 2147483647 w 826"/>
                    <a:gd name="T121" fmla="*/ 2147483647 h 2364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26"/>
                    <a:gd name="T184" fmla="*/ 0 h 2364"/>
                    <a:gd name="T185" fmla="*/ 826 w 826"/>
                    <a:gd name="T186" fmla="*/ 2364 h 2364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26" h="2364">
                      <a:moveTo>
                        <a:pt x="494" y="1940"/>
                      </a:moveTo>
                      <a:lnTo>
                        <a:pt x="494" y="1940"/>
                      </a:lnTo>
                      <a:lnTo>
                        <a:pt x="496" y="1932"/>
                      </a:lnTo>
                      <a:lnTo>
                        <a:pt x="502" y="1926"/>
                      </a:lnTo>
                      <a:lnTo>
                        <a:pt x="508" y="1920"/>
                      </a:lnTo>
                      <a:lnTo>
                        <a:pt x="516" y="1918"/>
                      </a:lnTo>
                      <a:lnTo>
                        <a:pt x="622" y="1918"/>
                      </a:lnTo>
                      <a:lnTo>
                        <a:pt x="628" y="1920"/>
                      </a:lnTo>
                      <a:lnTo>
                        <a:pt x="636" y="1924"/>
                      </a:lnTo>
                      <a:lnTo>
                        <a:pt x="640" y="1928"/>
                      </a:lnTo>
                      <a:lnTo>
                        <a:pt x="644" y="1934"/>
                      </a:lnTo>
                      <a:lnTo>
                        <a:pt x="648" y="1946"/>
                      </a:lnTo>
                      <a:lnTo>
                        <a:pt x="654" y="1956"/>
                      </a:lnTo>
                      <a:lnTo>
                        <a:pt x="664" y="1968"/>
                      </a:lnTo>
                      <a:lnTo>
                        <a:pt x="676" y="1980"/>
                      </a:lnTo>
                      <a:lnTo>
                        <a:pt x="692" y="1990"/>
                      </a:lnTo>
                      <a:lnTo>
                        <a:pt x="702" y="1994"/>
                      </a:lnTo>
                      <a:lnTo>
                        <a:pt x="714" y="1998"/>
                      </a:lnTo>
                      <a:lnTo>
                        <a:pt x="726" y="2000"/>
                      </a:lnTo>
                      <a:lnTo>
                        <a:pt x="740" y="2002"/>
                      </a:lnTo>
                      <a:lnTo>
                        <a:pt x="758" y="2000"/>
                      </a:lnTo>
                      <a:lnTo>
                        <a:pt x="774" y="1998"/>
                      </a:lnTo>
                      <a:lnTo>
                        <a:pt x="786" y="1992"/>
                      </a:lnTo>
                      <a:lnTo>
                        <a:pt x="798" y="1984"/>
                      </a:lnTo>
                      <a:lnTo>
                        <a:pt x="804" y="1976"/>
                      </a:lnTo>
                      <a:lnTo>
                        <a:pt x="810" y="1968"/>
                      </a:lnTo>
                      <a:lnTo>
                        <a:pt x="814" y="1958"/>
                      </a:lnTo>
                      <a:lnTo>
                        <a:pt x="818" y="1946"/>
                      </a:lnTo>
                      <a:lnTo>
                        <a:pt x="824" y="1918"/>
                      </a:lnTo>
                      <a:lnTo>
                        <a:pt x="826" y="1886"/>
                      </a:lnTo>
                      <a:lnTo>
                        <a:pt x="826" y="1860"/>
                      </a:lnTo>
                      <a:lnTo>
                        <a:pt x="822" y="1836"/>
                      </a:lnTo>
                      <a:lnTo>
                        <a:pt x="818" y="1816"/>
                      </a:lnTo>
                      <a:lnTo>
                        <a:pt x="810" y="1798"/>
                      </a:lnTo>
                      <a:lnTo>
                        <a:pt x="806" y="1790"/>
                      </a:lnTo>
                      <a:lnTo>
                        <a:pt x="800" y="1784"/>
                      </a:lnTo>
                      <a:lnTo>
                        <a:pt x="794" y="1778"/>
                      </a:lnTo>
                      <a:lnTo>
                        <a:pt x="786" y="1772"/>
                      </a:lnTo>
                      <a:lnTo>
                        <a:pt x="778" y="1768"/>
                      </a:lnTo>
                      <a:lnTo>
                        <a:pt x="768" y="1766"/>
                      </a:lnTo>
                      <a:lnTo>
                        <a:pt x="758" y="1764"/>
                      </a:lnTo>
                      <a:lnTo>
                        <a:pt x="746" y="1762"/>
                      </a:lnTo>
                      <a:lnTo>
                        <a:pt x="732" y="1762"/>
                      </a:lnTo>
                      <a:lnTo>
                        <a:pt x="718" y="1764"/>
                      </a:lnTo>
                      <a:lnTo>
                        <a:pt x="706" y="1768"/>
                      </a:lnTo>
                      <a:lnTo>
                        <a:pt x="696" y="1772"/>
                      </a:lnTo>
                      <a:lnTo>
                        <a:pt x="676" y="1782"/>
                      </a:lnTo>
                      <a:lnTo>
                        <a:pt x="662" y="1796"/>
                      </a:lnTo>
                      <a:lnTo>
                        <a:pt x="650" y="1810"/>
                      </a:lnTo>
                      <a:lnTo>
                        <a:pt x="642" y="1822"/>
                      </a:lnTo>
                      <a:lnTo>
                        <a:pt x="636" y="1834"/>
                      </a:lnTo>
                      <a:lnTo>
                        <a:pt x="632" y="1840"/>
                      </a:lnTo>
                      <a:lnTo>
                        <a:pt x="628" y="1844"/>
                      </a:lnTo>
                      <a:lnTo>
                        <a:pt x="622" y="1848"/>
                      </a:lnTo>
                      <a:lnTo>
                        <a:pt x="616" y="1848"/>
                      </a:lnTo>
                      <a:lnTo>
                        <a:pt x="520" y="1848"/>
                      </a:lnTo>
                      <a:lnTo>
                        <a:pt x="512" y="1846"/>
                      </a:lnTo>
                      <a:lnTo>
                        <a:pt x="504" y="1842"/>
                      </a:lnTo>
                      <a:lnTo>
                        <a:pt x="500" y="1834"/>
                      </a:lnTo>
                      <a:lnTo>
                        <a:pt x="498" y="1826"/>
                      </a:lnTo>
                      <a:lnTo>
                        <a:pt x="498" y="1566"/>
                      </a:lnTo>
                      <a:lnTo>
                        <a:pt x="496" y="1562"/>
                      </a:lnTo>
                      <a:lnTo>
                        <a:pt x="494" y="1556"/>
                      </a:lnTo>
                      <a:lnTo>
                        <a:pt x="496" y="1550"/>
                      </a:lnTo>
                      <a:lnTo>
                        <a:pt x="498" y="1544"/>
                      </a:lnTo>
                      <a:lnTo>
                        <a:pt x="498" y="0"/>
                      </a:lnTo>
                      <a:lnTo>
                        <a:pt x="468" y="26"/>
                      </a:lnTo>
                      <a:lnTo>
                        <a:pt x="438" y="54"/>
                      </a:lnTo>
                      <a:lnTo>
                        <a:pt x="408" y="82"/>
                      </a:lnTo>
                      <a:lnTo>
                        <a:pt x="380" y="110"/>
                      </a:lnTo>
                      <a:lnTo>
                        <a:pt x="350" y="142"/>
                      </a:lnTo>
                      <a:lnTo>
                        <a:pt x="324" y="172"/>
                      </a:lnTo>
                      <a:lnTo>
                        <a:pt x="296" y="206"/>
                      </a:lnTo>
                      <a:lnTo>
                        <a:pt x="270" y="240"/>
                      </a:lnTo>
                      <a:lnTo>
                        <a:pt x="246" y="276"/>
                      </a:lnTo>
                      <a:lnTo>
                        <a:pt x="220" y="312"/>
                      </a:lnTo>
                      <a:lnTo>
                        <a:pt x="198" y="350"/>
                      </a:lnTo>
                      <a:lnTo>
                        <a:pt x="174" y="390"/>
                      </a:lnTo>
                      <a:lnTo>
                        <a:pt x="152" y="432"/>
                      </a:lnTo>
                      <a:lnTo>
                        <a:pt x="132" y="474"/>
                      </a:lnTo>
                      <a:lnTo>
                        <a:pt x="112" y="516"/>
                      </a:lnTo>
                      <a:lnTo>
                        <a:pt x="94" y="562"/>
                      </a:lnTo>
                      <a:lnTo>
                        <a:pt x="70" y="626"/>
                      </a:lnTo>
                      <a:lnTo>
                        <a:pt x="50" y="688"/>
                      </a:lnTo>
                      <a:lnTo>
                        <a:pt x="34" y="748"/>
                      </a:lnTo>
                      <a:lnTo>
                        <a:pt x="22" y="810"/>
                      </a:lnTo>
                      <a:lnTo>
                        <a:pt x="12" y="868"/>
                      </a:lnTo>
                      <a:lnTo>
                        <a:pt x="6" y="928"/>
                      </a:lnTo>
                      <a:lnTo>
                        <a:pt x="0" y="986"/>
                      </a:lnTo>
                      <a:lnTo>
                        <a:pt x="0" y="1042"/>
                      </a:lnTo>
                      <a:lnTo>
                        <a:pt x="0" y="1098"/>
                      </a:lnTo>
                      <a:lnTo>
                        <a:pt x="4" y="1152"/>
                      </a:lnTo>
                      <a:lnTo>
                        <a:pt x="8" y="1204"/>
                      </a:lnTo>
                      <a:lnTo>
                        <a:pt x="16" y="1256"/>
                      </a:lnTo>
                      <a:lnTo>
                        <a:pt x="24" y="1306"/>
                      </a:lnTo>
                      <a:lnTo>
                        <a:pt x="34" y="1354"/>
                      </a:lnTo>
                      <a:lnTo>
                        <a:pt x="46" y="1402"/>
                      </a:lnTo>
                      <a:lnTo>
                        <a:pt x="58" y="1448"/>
                      </a:lnTo>
                      <a:lnTo>
                        <a:pt x="72" y="1492"/>
                      </a:lnTo>
                      <a:lnTo>
                        <a:pt x="86" y="1534"/>
                      </a:lnTo>
                      <a:lnTo>
                        <a:pt x="116" y="1614"/>
                      </a:lnTo>
                      <a:lnTo>
                        <a:pt x="148" y="1686"/>
                      </a:lnTo>
                      <a:lnTo>
                        <a:pt x="178" y="1750"/>
                      </a:lnTo>
                      <a:lnTo>
                        <a:pt x="206" y="1806"/>
                      </a:lnTo>
                      <a:lnTo>
                        <a:pt x="232" y="1854"/>
                      </a:lnTo>
                      <a:lnTo>
                        <a:pt x="268" y="1918"/>
                      </a:lnTo>
                      <a:lnTo>
                        <a:pt x="362" y="2096"/>
                      </a:lnTo>
                      <a:lnTo>
                        <a:pt x="426" y="2224"/>
                      </a:lnTo>
                      <a:lnTo>
                        <a:pt x="494" y="2364"/>
                      </a:lnTo>
                      <a:lnTo>
                        <a:pt x="494" y="194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66" name="Freeform 156"/>
                <p:cNvSpPr>
                  <a:spLocks/>
                </p:cNvSpPr>
                <p:nvPr/>
              </p:nvSpPr>
              <p:spPr bwMode="auto">
                <a:xfrm>
                  <a:off x="10497280" y="5812269"/>
                  <a:ext cx="1374712" cy="1476927"/>
                </a:xfrm>
                <a:custGeom>
                  <a:avLst/>
                  <a:gdLst>
                    <a:gd name="T0" fmla="*/ 2147483647 w 866"/>
                    <a:gd name="T1" fmla="*/ 2147483647 h 930"/>
                    <a:gd name="T2" fmla="*/ 2147483647 w 866"/>
                    <a:gd name="T3" fmla="*/ 2147483647 h 930"/>
                    <a:gd name="T4" fmla="*/ 2147483647 w 866"/>
                    <a:gd name="T5" fmla="*/ 2147483647 h 930"/>
                    <a:gd name="T6" fmla="*/ 2147483647 w 866"/>
                    <a:gd name="T7" fmla="*/ 2147483647 h 930"/>
                    <a:gd name="T8" fmla="*/ 2147483647 w 866"/>
                    <a:gd name="T9" fmla="*/ 2147483647 h 930"/>
                    <a:gd name="T10" fmla="*/ 2147483647 w 866"/>
                    <a:gd name="T11" fmla="*/ 2147483647 h 930"/>
                    <a:gd name="T12" fmla="*/ 2147483647 w 866"/>
                    <a:gd name="T13" fmla="*/ 2147483647 h 930"/>
                    <a:gd name="T14" fmla="*/ 2147483647 w 866"/>
                    <a:gd name="T15" fmla="*/ 2147483647 h 930"/>
                    <a:gd name="T16" fmla="*/ 2147483647 w 866"/>
                    <a:gd name="T17" fmla="*/ 2147483647 h 930"/>
                    <a:gd name="T18" fmla="*/ 2147483647 w 866"/>
                    <a:gd name="T19" fmla="*/ 2147483647 h 930"/>
                    <a:gd name="T20" fmla="*/ 2147483647 w 866"/>
                    <a:gd name="T21" fmla="*/ 2147483647 h 930"/>
                    <a:gd name="T22" fmla="*/ 2147483647 w 866"/>
                    <a:gd name="T23" fmla="*/ 2147483647 h 930"/>
                    <a:gd name="T24" fmla="*/ 2147483647 w 866"/>
                    <a:gd name="T25" fmla="*/ 2147483647 h 930"/>
                    <a:gd name="T26" fmla="*/ 2147483647 w 866"/>
                    <a:gd name="T27" fmla="*/ 2147483647 h 930"/>
                    <a:gd name="T28" fmla="*/ 2147483647 w 866"/>
                    <a:gd name="T29" fmla="*/ 2147483647 h 930"/>
                    <a:gd name="T30" fmla="*/ 2147483647 w 866"/>
                    <a:gd name="T31" fmla="*/ 2147483647 h 930"/>
                    <a:gd name="T32" fmla="*/ 2147483647 w 866"/>
                    <a:gd name="T33" fmla="*/ 2147483647 h 930"/>
                    <a:gd name="T34" fmla="*/ 2147483647 w 866"/>
                    <a:gd name="T35" fmla="*/ 2147483647 h 930"/>
                    <a:gd name="T36" fmla="*/ 2147483647 w 866"/>
                    <a:gd name="T37" fmla="*/ 2147483647 h 930"/>
                    <a:gd name="T38" fmla="*/ 2147483647 w 866"/>
                    <a:gd name="T39" fmla="*/ 2147483647 h 930"/>
                    <a:gd name="T40" fmla="*/ 2147483647 w 866"/>
                    <a:gd name="T41" fmla="*/ 2147483647 h 930"/>
                    <a:gd name="T42" fmla="*/ 2147483647 w 866"/>
                    <a:gd name="T43" fmla="*/ 2147483647 h 930"/>
                    <a:gd name="T44" fmla="*/ 2147483647 w 866"/>
                    <a:gd name="T45" fmla="*/ 2147483647 h 930"/>
                    <a:gd name="T46" fmla="*/ 2147483647 w 866"/>
                    <a:gd name="T47" fmla="*/ 2147483647 h 930"/>
                    <a:gd name="T48" fmla="*/ 2147483647 w 866"/>
                    <a:gd name="T49" fmla="*/ 2147483647 h 930"/>
                    <a:gd name="T50" fmla="*/ 2147483647 w 866"/>
                    <a:gd name="T51" fmla="*/ 2147483647 h 930"/>
                    <a:gd name="T52" fmla="*/ 2147483647 w 866"/>
                    <a:gd name="T53" fmla="*/ 2147483647 h 930"/>
                    <a:gd name="T54" fmla="*/ 2147483647 w 866"/>
                    <a:gd name="T55" fmla="*/ 2147483647 h 930"/>
                    <a:gd name="T56" fmla="*/ 2147483647 w 866"/>
                    <a:gd name="T57" fmla="*/ 2147483647 h 930"/>
                    <a:gd name="T58" fmla="*/ 2147483647 w 866"/>
                    <a:gd name="T59" fmla="*/ 2147483647 h 930"/>
                    <a:gd name="T60" fmla="*/ 2147483647 w 866"/>
                    <a:gd name="T61" fmla="*/ 2147483647 h 930"/>
                    <a:gd name="T62" fmla="*/ 2147483647 w 866"/>
                    <a:gd name="T63" fmla="*/ 2147483647 h 930"/>
                    <a:gd name="T64" fmla="*/ 2147483647 w 866"/>
                    <a:gd name="T65" fmla="*/ 2147483647 h 930"/>
                    <a:gd name="T66" fmla="*/ 2147483647 w 866"/>
                    <a:gd name="T67" fmla="*/ 2147483647 h 930"/>
                    <a:gd name="T68" fmla="*/ 2147483647 w 866"/>
                    <a:gd name="T69" fmla="*/ 2147483647 h 930"/>
                    <a:gd name="T70" fmla="*/ 2147483647 w 866"/>
                    <a:gd name="T71" fmla="*/ 2147483647 h 930"/>
                    <a:gd name="T72" fmla="*/ 2147483647 w 866"/>
                    <a:gd name="T73" fmla="*/ 2147483647 h 930"/>
                    <a:gd name="T74" fmla="*/ 2147483647 w 866"/>
                    <a:gd name="T75" fmla="*/ 2147483647 h 930"/>
                    <a:gd name="T76" fmla="*/ 2147483647 w 866"/>
                    <a:gd name="T77" fmla="*/ 2147483647 h 930"/>
                    <a:gd name="T78" fmla="*/ 2147483647 w 866"/>
                    <a:gd name="T79" fmla="*/ 2147483647 h 930"/>
                    <a:gd name="T80" fmla="*/ 2147483647 w 866"/>
                    <a:gd name="T81" fmla="*/ 2147483647 h 930"/>
                    <a:gd name="T82" fmla="*/ 2147483647 w 866"/>
                    <a:gd name="T83" fmla="*/ 2147483647 h 930"/>
                    <a:gd name="T84" fmla="*/ 2147483647 w 866"/>
                    <a:gd name="T85" fmla="*/ 2147483647 h 930"/>
                    <a:gd name="T86" fmla="*/ 2147483647 w 866"/>
                    <a:gd name="T87" fmla="*/ 2147483647 h 930"/>
                    <a:gd name="T88" fmla="*/ 2147483647 w 866"/>
                    <a:gd name="T89" fmla="*/ 2147483647 h 930"/>
                    <a:gd name="T90" fmla="*/ 2147483647 w 866"/>
                    <a:gd name="T91" fmla="*/ 2147483647 h 930"/>
                    <a:gd name="T92" fmla="*/ 2147483647 w 866"/>
                    <a:gd name="T93" fmla="*/ 2147483647 h 930"/>
                    <a:gd name="T94" fmla="*/ 2147483647 w 866"/>
                    <a:gd name="T95" fmla="*/ 2147483647 h 930"/>
                    <a:gd name="T96" fmla="*/ 2147483647 w 866"/>
                    <a:gd name="T97" fmla="*/ 2147483647 h 930"/>
                    <a:gd name="T98" fmla="*/ 2147483647 w 866"/>
                    <a:gd name="T99" fmla="*/ 2147483647 h 930"/>
                    <a:gd name="T100" fmla="*/ 2147483647 w 866"/>
                    <a:gd name="T101" fmla="*/ 2147483647 h 930"/>
                    <a:gd name="T102" fmla="*/ 2147483647 w 866"/>
                    <a:gd name="T103" fmla="*/ 2147483647 h 930"/>
                    <a:gd name="T104" fmla="*/ 2147483647 w 866"/>
                    <a:gd name="T105" fmla="*/ 2147483647 h 930"/>
                    <a:gd name="T106" fmla="*/ 2147483647 w 866"/>
                    <a:gd name="T107" fmla="*/ 2147483647 h 930"/>
                    <a:gd name="T108" fmla="*/ 2147483647 w 866"/>
                    <a:gd name="T109" fmla="*/ 2147483647 h 930"/>
                    <a:gd name="T110" fmla="*/ 2147483647 w 866"/>
                    <a:gd name="T111" fmla="*/ 2147483647 h 930"/>
                    <a:gd name="T112" fmla="*/ 2147483647 w 866"/>
                    <a:gd name="T113" fmla="*/ 0 h 930"/>
                    <a:gd name="T114" fmla="*/ 0 w 866"/>
                    <a:gd name="T115" fmla="*/ 0 h 930"/>
                    <a:gd name="T116" fmla="*/ 0 w 866"/>
                    <a:gd name="T117" fmla="*/ 2147483647 h 930"/>
                    <a:gd name="T118" fmla="*/ 2147483647 w 866"/>
                    <a:gd name="T119" fmla="*/ 2147483647 h 930"/>
                    <a:gd name="T120" fmla="*/ 2147483647 w 866"/>
                    <a:gd name="T121" fmla="*/ 2147483647 h 930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66"/>
                    <a:gd name="T184" fmla="*/ 0 h 930"/>
                    <a:gd name="T185" fmla="*/ 866 w 866"/>
                    <a:gd name="T186" fmla="*/ 930 h 930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66" h="930">
                      <a:moveTo>
                        <a:pt x="866" y="6"/>
                      </a:moveTo>
                      <a:lnTo>
                        <a:pt x="512" y="6"/>
                      </a:lnTo>
                      <a:lnTo>
                        <a:pt x="510" y="68"/>
                      </a:lnTo>
                      <a:lnTo>
                        <a:pt x="522" y="76"/>
                      </a:lnTo>
                      <a:lnTo>
                        <a:pt x="538" y="86"/>
                      </a:lnTo>
                      <a:lnTo>
                        <a:pt x="554" y="98"/>
                      </a:lnTo>
                      <a:lnTo>
                        <a:pt x="568" y="114"/>
                      </a:lnTo>
                      <a:lnTo>
                        <a:pt x="582" y="132"/>
                      </a:lnTo>
                      <a:lnTo>
                        <a:pt x="592" y="154"/>
                      </a:lnTo>
                      <a:lnTo>
                        <a:pt x="596" y="168"/>
                      </a:lnTo>
                      <a:lnTo>
                        <a:pt x="600" y="180"/>
                      </a:lnTo>
                      <a:lnTo>
                        <a:pt x="602" y="196"/>
                      </a:lnTo>
                      <a:lnTo>
                        <a:pt x="602" y="210"/>
                      </a:lnTo>
                      <a:lnTo>
                        <a:pt x="600" y="224"/>
                      </a:lnTo>
                      <a:lnTo>
                        <a:pt x="598" y="238"/>
                      </a:lnTo>
                      <a:lnTo>
                        <a:pt x="592" y="250"/>
                      </a:lnTo>
                      <a:lnTo>
                        <a:pt x="586" y="262"/>
                      </a:lnTo>
                      <a:lnTo>
                        <a:pt x="580" y="274"/>
                      </a:lnTo>
                      <a:lnTo>
                        <a:pt x="570" y="286"/>
                      </a:lnTo>
                      <a:lnTo>
                        <a:pt x="560" y="296"/>
                      </a:lnTo>
                      <a:lnTo>
                        <a:pt x="550" y="304"/>
                      </a:lnTo>
                      <a:lnTo>
                        <a:pt x="536" y="314"/>
                      </a:lnTo>
                      <a:lnTo>
                        <a:pt x="524" y="320"/>
                      </a:lnTo>
                      <a:lnTo>
                        <a:pt x="510" y="328"/>
                      </a:lnTo>
                      <a:lnTo>
                        <a:pt x="494" y="332"/>
                      </a:lnTo>
                      <a:lnTo>
                        <a:pt x="478" y="338"/>
                      </a:lnTo>
                      <a:lnTo>
                        <a:pt x="462" y="340"/>
                      </a:lnTo>
                      <a:lnTo>
                        <a:pt x="444" y="342"/>
                      </a:lnTo>
                      <a:lnTo>
                        <a:pt x="426" y="344"/>
                      </a:lnTo>
                      <a:lnTo>
                        <a:pt x="410" y="342"/>
                      </a:lnTo>
                      <a:lnTo>
                        <a:pt x="392" y="340"/>
                      </a:lnTo>
                      <a:lnTo>
                        <a:pt x="378" y="336"/>
                      </a:lnTo>
                      <a:lnTo>
                        <a:pt x="362" y="330"/>
                      </a:lnTo>
                      <a:lnTo>
                        <a:pt x="350" y="324"/>
                      </a:lnTo>
                      <a:lnTo>
                        <a:pt x="336" y="316"/>
                      </a:lnTo>
                      <a:lnTo>
                        <a:pt x="326" y="306"/>
                      </a:lnTo>
                      <a:lnTo>
                        <a:pt x="316" y="296"/>
                      </a:lnTo>
                      <a:lnTo>
                        <a:pt x="306" y="286"/>
                      </a:lnTo>
                      <a:lnTo>
                        <a:pt x="300" y="274"/>
                      </a:lnTo>
                      <a:lnTo>
                        <a:pt x="292" y="262"/>
                      </a:lnTo>
                      <a:lnTo>
                        <a:pt x="288" y="250"/>
                      </a:lnTo>
                      <a:lnTo>
                        <a:pt x="282" y="236"/>
                      </a:lnTo>
                      <a:lnTo>
                        <a:pt x="280" y="224"/>
                      </a:lnTo>
                      <a:lnTo>
                        <a:pt x="278" y="210"/>
                      </a:lnTo>
                      <a:lnTo>
                        <a:pt x="278" y="196"/>
                      </a:lnTo>
                      <a:lnTo>
                        <a:pt x="280" y="176"/>
                      </a:lnTo>
                      <a:lnTo>
                        <a:pt x="286" y="156"/>
                      </a:lnTo>
                      <a:lnTo>
                        <a:pt x="294" y="138"/>
                      </a:lnTo>
                      <a:lnTo>
                        <a:pt x="306" y="122"/>
                      </a:lnTo>
                      <a:lnTo>
                        <a:pt x="318" y="108"/>
                      </a:lnTo>
                      <a:lnTo>
                        <a:pt x="330" y="96"/>
                      </a:lnTo>
                      <a:lnTo>
                        <a:pt x="350" y="78"/>
                      </a:lnTo>
                      <a:lnTo>
                        <a:pt x="350" y="0"/>
                      </a:lnTo>
                      <a:lnTo>
                        <a:pt x="0" y="0"/>
                      </a:lnTo>
                      <a:lnTo>
                        <a:pt x="0" y="930"/>
                      </a:lnTo>
                      <a:lnTo>
                        <a:pt x="866" y="930"/>
                      </a:lnTo>
                      <a:lnTo>
                        <a:pt x="866" y="6"/>
                      </a:lnTo>
                      <a:close/>
                    </a:path>
                  </a:pathLst>
                </a:custGeom>
                <a:solidFill>
                  <a:srgbClr val="F6AA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67" name="Freeform 168"/>
                <p:cNvSpPr>
                  <a:spLocks/>
                </p:cNvSpPr>
                <p:nvPr/>
              </p:nvSpPr>
              <p:spPr bwMode="auto">
                <a:xfrm>
                  <a:off x="10883632" y="10043661"/>
                  <a:ext cx="2034830" cy="1871214"/>
                </a:xfrm>
                <a:custGeom>
                  <a:avLst/>
                  <a:gdLst>
                    <a:gd name="T0" fmla="*/ 1250 w 1280"/>
                    <a:gd name="T1" fmla="*/ 102 h 1178"/>
                    <a:gd name="T2" fmla="*/ 1266 w 1280"/>
                    <a:gd name="T3" fmla="*/ 118 h 1178"/>
                    <a:gd name="T4" fmla="*/ 1278 w 1280"/>
                    <a:gd name="T5" fmla="*/ 150 h 1178"/>
                    <a:gd name="T6" fmla="*/ 1278 w 1280"/>
                    <a:gd name="T7" fmla="*/ 170 h 1178"/>
                    <a:gd name="T8" fmla="*/ 1260 w 1280"/>
                    <a:gd name="T9" fmla="*/ 202 h 1178"/>
                    <a:gd name="T10" fmla="*/ 1222 w 1280"/>
                    <a:gd name="T11" fmla="*/ 248 h 1178"/>
                    <a:gd name="T12" fmla="*/ 1220 w 1280"/>
                    <a:gd name="T13" fmla="*/ 258 h 1178"/>
                    <a:gd name="T14" fmla="*/ 1236 w 1280"/>
                    <a:gd name="T15" fmla="*/ 288 h 1178"/>
                    <a:gd name="T16" fmla="*/ 1262 w 1280"/>
                    <a:gd name="T17" fmla="*/ 316 h 1178"/>
                    <a:gd name="T18" fmla="*/ 1270 w 1280"/>
                    <a:gd name="T19" fmla="*/ 342 h 1178"/>
                    <a:gd name="T20" fmla="*/ 1254 w 1280"/>
                    <a:gd name="T21" fmla="*/ 382 h 1178"/>
                    <a:gd name="T22" fmla="*/ 1226 w 1280"/>
                    <a:gd name="T23" fmla="*/ 422 h 1178"/>
                    <a:gd name="T24" fmla="*/ 1220 w 1280"/>
                    <a:gd name="T25" fmla="*/ 450 h 1178"/>
                    <a:gd name="T26" fmla="*/ 1228 w 1280"/>
                    <a:gd name="T27" fmla="*/ 472 h 1178"/>
                    <a:gd name="T28" fmla="*/ 1254 w 1280"/>
                    <a:gd name="T29" fmla="*/ 496 h 1178"/>
                    <a:gd name="T30" fmla="*/ 1266 w 1280"/>
                    <a:gd name="T31" fmla="*/ 522 h 1178"/>
                    <a:gd name="T32" fmla="*/ 1258 w 1280"/>
                    <a:gd name="T33" fmla="*/ 546 h 1178"/>
                    <a:gd name="T34" fmla="*/ 1222 w 1280"/>
                    <a:gd name="T35" fmla="*/ 602 h 1178"/>
                    <a:gd name="T36" fmla="*/ 1222 w 1280"/>
                    <a:gd name="T37" fmla="*/ 622 h 1178"/>
                    <a:gd name="T38" fmla="*/ 1244 w 1280"/>
                    <a:gd name="T39" fmla="*/ 652 h 1178"/>
                    <a:gd name="T40" fmla="*/ 1264 w 1280"/>
                    <a:gd name="T41" fmla="*/ 684 h 1178"/>
                    <a:gd name="T42" fmla="*/ 1264 w 1280"/>
                    <a:gd name="T43" fmla="*/ 706 h 1178"/>
                    <a:gd name="T44" fmla="*/ 1242 w 1280"/>
                    <a:gd name="T45" fmla="*/ 740 h 1178"/>
                    <a:gd name="T46" fmla="*/ 1216 w 1280"/>
                    <a:gd name="T47" fmla="*/ 788 h 1178"/>
                    <a:gd name="T48" fmla="*/ 1220 w 1280"/>
                    <a:gd name="T49" fmla="*/ 806 h 1178"/>
                    <a:gd name="T50" fmla="*/ 1242 w 1280"/>
                    <a:gd name="T51" fmla="*/ 834 h 1178"/>
                    <a:gd name="T52" fmla="*/ 1248 w 1280"/>
                    <a:gd name="T53" fmla="*/ 848 h 1178"/>
                    <a:gd name="T54" fmla="*/ 1238 w 1280"/>
                    <a:gd name="T55" fmla="*/ 884 h 1178"/>
                    <a:gd name="T56" fmla="*/ 1198 w 1280"/>
                    <a:gd name="T57" fmla="*/ 940 h 1178"/>
                    <a:gd name="T58" fmla="*/ 1146 w 1280"/>
                    <a:gd name="T59" fmla="*/ 990 h 1178"/>
                    <a:gd name="T60" fmla="*/ 344 w 1280"/>
                    <a:gd name="T61" fmla="*/ 1178 h 1178"/>
                    <a:gd name="T62" fmla="*/ 70 w 1280"/>
                    <a:gd name="T63" fmla="*/ 928 h 1178"/>
                    <a:gd name="T64" fmla="*/ 60 w 1280"/>
                    <a:gd name="T65" fmla="*/ 858 h 1178"/>
                    <a:gd name="T66" fmla="*/ 48 w 1280"/>
                    <a:gd name="T67" fmla="*/ 842 h 1178"/>
                    <a:gd name="T68" fmla="*/ 8 w 1280"/>
                    <a:gd name="T69" fmla="*/ 800 h 1178"/>
                    <a:gd name="T70" fmla="*/ 0 w 1280"/>
                    <a:gd name="T71" fmla="*/ 778 h 1178"/>
                    <a:gd name="T72" fmla="*/ 14 w 1280"/>
                    <a:gd name="T73" fmla="*/ 748 h 1178"/>
                    <a:gd name="T74" fmla="*/ 46 w 1280"/>
                    <a:gd name="T75" fmla="*/ 718 h 1178"/>
                    <a:gd name="T76" fmla="*/ 46 w 1280"/>
                    <a:gd name="T77" fmla="*/ 700 h 1178"/>
                    <a:gd name="T78" fmla="*/ 14 w 1280"/>
                    <a:gd name="T79" fmla="*/ 640 h 1178"/>
                    <a:gd name="T80" fmla="*/ 0 w 1280"/>
                    <a:gd name="T81" fmla="*/ 590 h 1178"/>
                    <a:gd name="T82" fmla="*/ 8 w 1280"/>
                    <a:gd name="T83" fmla="*/ 564 h 1178"/>
                    <a:gd name="T84" fmla="*/ 34 w 1280"/>
                    <a:gd name="T85" fmla="*/ 532 h 1178"/>
                    <a:gd name="T86" fmla="*/ 42 w 1280"/>
                    <a:gd name="T87" fmla="*/ 516 h 1178"/>
                    <a:gd name="T88" fmla="*/ 24 w 1280"/>
                    <a:gd name="T89" fmla="*/ 476 h 1178"/>
                    <a:gd name="T90" fmla="*/ 6 w 1280"/>
                    <a:gd name="T91" fmla="*/ 428 h 1178"/>
                    <a:gd name="T92" fmla="*/ 12 w 1280"/>
                    <a:gd name="T93" fmla="*/ 404 h 1178"/>
                    <a:gd name="T94" fmla="*/ 42 w 1280"/>
                    <a:gd name="T95" fmla="*/ 346 h 1178"/>
                    <a:gd name="T96" fmla="*/ 42 w 1280"/>
                    <a:gd name="T97" fmla="*/ 324 h 1178"/>
                    <a:gd name="T98" fmla="*/ 16 w 1280"/>
                    <a:gd name="T99" fmla="*/ 284 h 1178"/>
                    <a:gd name="T100" fmla="*/ 0 w 1280"/>
                    <a:gd name="T101" fmla="*/ 240 h 1178"/>
                    <a:gd name="T102" fmla="*/ 0 w 1280"/>
                    <a:gd name="T103" fmla="*/ 182 h 1178"/>
                    <a:gd name="T104" fmla="*/ 10 w 1280"/>
                    <a:gd name="T105" fmla="*/ 0 h 1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280" h="1178">
                      <a:moveTo>
                        <a:pt x="10" y="0"/>
                      </a:moveTo>
                      <a:lnTo>
                        <a:pt x="1250" y="0"/>
                      </a:lnTo>
                      <a:lnTo>
                        <a:pt x="1250" y="102"/>
                      </a:lnTo>
                      <a:lnTo>
                        <a:pt x="1250" y="102"/>
                      </a:lnTo>
                      <a:lnTo>
                        <a:pt x="1256" y="106"/>
                      </a:lnTo>
                      <a:lnTo>
                        <a:pt x="1266" y="118"/>
                      </a:lnTo>
                      <a:lnTo>
                        <a:pt x="1270" y="128"/>
                      </a:lnTo>
                      <a:lnTo>
                        <a:pt x="1276" y="138"/>
                      </a:lnTo>
                      <a:lnTo>
                        <a:pt x="1278" y="150"/>
                      </a:lnTo>
                      <a:lnTo>
                        <a:pt x="1280" y="164"/>
                      </a:lnTo>
                      <a:lnTo>
                        <a:pt x="1280" y="164"/>
                      </a:lnTo>
                      <a:lnTo>
                        <a:pt x="1278" y="170"/>
                      </a:lnTo>
                      <a:lnTo>
                        <a:pt x="1278" y="176"/>
                      </a:lnTo>
                      <a:lnTo>
                        <a:pt x="1270" y="190"/>
                      </a:lnTo>
                      <a:lnTo>
                        <a:pt x="1260" y="202"/>
                      </a:lnTo>
                      <a:lnTo>
                        <a:pt x="1250" y="214"/>
                      </a:lnTo>
                      <a:lnTo>
                        <a:pt x="1228" y="236"/>
                      </a:lnTo>
                      <a:lnTo>
                        <a:pt x="1222" y="248"/>
                      </a:lnTo>
                      <a:lnTo>
                        <a:pt x="1220" y="254"/>
                      </a:lnTo>
                      <a:lnTo>
                        <a:pt x="1220" y="258"/>
                      </a:lnTo>
                      <a:lnTo>
                        <a:pt x="1220" y="258"/>
                      </a:lnTo>
                      <a:lnTo>
                        <a:pt x="1222" y="268"/>
                      </a:lnTo>
                      <a:lnTo>
                        <a:pt x="1228" y="278"/>
                      </a:lnTo>
                      <a:lnTo>
                        <a:pt x="1236" y="288"/>
                      </a:lnTo>
                      <a:lnTo>
                        <a:pt x="1244" y="296"/>
                      </a:lnTo>
                      <a:lnTo>
                        <a:pt x="1254" y="306"/>
                      </a:lnTo>
                      <a:lnTo>
                        <a:pt x="1262" y="316"/>
                      </a:lnTo>
                      <a:lnTo>
                        <a:pt x="1268" y="328"/>
                      </a:lnTo>
                      <a:lnTo>
                        <a:pt x="1270" y="342"/>
                      </a:lnTo>
                      <a:lnTo>
                        <a:pt x="1270" y="342"/>
                      </a:lnTo>
                      <a:lnTo>
                        <a:pt x="1268" y="356"/>
                      </a:lnTo>
                      <a:lnTo>
                        <a:pt x="1262" y="370"/>
                      </a:lnTo>
                      <a:lnTo>
                        <a:pt x="1254" y="382"/>
                      </a:lnTo>
                      <a:lnTo>
                        <a:pt x="1244" y="396"/>
                      </a:lnTo>
                      <a:lnTo>
                        <a:pt x="1234" y="408"/>
                      </a:lnTo>
                      <a:lnTo>
                        <a:pt x="1226" y="422"/>
                      </a:lnTo>
                      <a:lnTo>
                        <a:pt x="1220" y="436"/>
                      </a:lnTo>
                      <a:lnTo>
                        <a:pt x="1220" y="442"/>
                      </a:lnTo>
                      <a:lnTo>
                        <a:pt x="1220" y="450"/>
                      </a:lnTo>
                      <a:lnTo>
                        <a:pt x="1220" y="450"/>
                      </a:lnTo>
                      <a:lnTo>
                        <a:pt x="1222" y="462"/>
                      </a:lnTo>
                      <a:lnTo>
                        <a:pt x="1228" y="472"/>
                      </a:lnTo>
                      <a:lnTo>
                        <a:pt x="1236" y="482"/>
                      </a:lnTo>
                      <a:lnTo>
                        <a:pt x="1246" y="488"/>
                      </a:lnTo>
                      <a:lnTo>
                        <a:pt x="1254" y="496"/>
                      </a:lnTo>
                      <a:lnTo>
                        <a:pt x="1262" y="504"/>
                      </a:lnTo>
                      <a:lnTo>
                        <a:pt x="1266" y="512"/>
                      </a:lnTo>
                      <a:lnTo>
                        <a:pt x="1266" y="522"/>
                      </a:lnTo>
                      <a:lnTo>
                        <a:pt x="1266" y="522"/>
                      </a:lnTo>
                      <a:lnTo>
                        <a:pt x="1264" y="534"/>
                      </a:lnTo>
                      <a:lnTo>
                        <a:pt x="1258" y="546"/>
                      </a:lnTo>
                      <a:lnTo>
                        <a:pt x="1242" y="568"/>
                      </a:lnTo>
                      <a:lnTo>
                        <a:pt x="1226" y="590"/>
                      </a:lnTo>
                      <a:lnTo>
                        <a:pt x="1222" y="602"/>
                      </a:lnTo>
                      <a:lnTo>
                        <a:pt x="1220" y="612"/>
                      </a:lnTo>
                      <a:lnTo>
                        <a:pt x="1220" y="612"/>
                      </a:lnTo>
                      <a:lnTo>
                        <a:pt x="1222" y="622"/>
                      </a:lnTo>
                      <a:lnTo>
                        <a:pt x="1226" y="632"/>
                      </a:lnTo>
                      <a:lnTo>
                        <a:pt x="1234" y="642"/>
                      </a:lnTo>
                      <a:lnTo>
                        <a:pt x="1244" y="652"/>
                      </a:lnTo>
                      <a:lnTo>
                        <a:pt x="1252" y="662"/>
                      </a:lnTo>
                      <a:lnTo>
                        <a:pt x="1260" y="672"/>
                      </a:lnTo>
                      <a:lnTo>
                        <a:pt x="1264" y="684"/>
                      </a:lnTo>
                      <a:lnTo>
                        <a:pt x="1266" y="694"/>
                      </a:lnTo>
                      <a:lnTo>
                        <a:pt x="1266" y="694"/>
                      </a:lnTo>
                      <a:lnTo>
                        <a:pt x="1264" y="706"/>
                      </a:lnTo>
                      <a:lnTo>
                        <a:pt x="1260" y="718"/>
                      </a:lnTo>
                      <a:lnTo>
                        <a:pt x="1252" y="730"/>
                      </a:lnTo>
                      <a:lnTo>
                        <a:pt x="1242" y="740"/>
                      </a:lnTo>
                      <a:lnTo>
                        <a:pt x="1226" y="764"/>
                      </a:lnTo>
                      <a:lnTo>
                        <a:pt x="1220" y="776"/>
                      </a:lnTo>
                      <a:lnTo>
                        <a:pt x="1216" y="788"/>
                      </a:lnTo>
                      <a:lnTo>
                        <a:pt x="1216" y="788"/>
                      </a:lnTo>
                      <a:lnTo>
                        <a:pt x="1216" y="798"/>
                      </a:lnTo>
                      <a:lnTo>
                        <a:pt x="1220" y="806"/>
                      </a:lnTo>
                      <a:lnTo>
                        <a:pt x="1224" y="814"/>
                      </a:lnTo>
                      <a:lnTo>
                        <a:pt x="1230" y="820"/>
                      </a:lnTo>
                      <a:lnTo>
                        <a:pt x="1242" y="834"/>
                      </a:lnTo>
                      <a:lnTo>
                        <a:pt x="1246" y="840"/>
                      </a:lnTo>
                      <a:lnTo>
                        <a:pt x="1248" y="848"/>
                      </a:lnTo>
                      <a:lnTo>
                        <a:pt x="1248" y="848"/>
                      </a:lnTo>
                      <a:lnTo>
                        <a:pt x="1246" y="858"/>
                      </a:lnTo>
                      <a:lnTo>
                        <a:pt x="1244" y="870"/>
                      </a:lnTo>
                      <a:lnTo>
                        <a:pt x="1238" y="884"/>
                      </a:lnTo>
                      <a:lnTo>
                        <a:pt x="1230" y="900"/>
                      </a:lnTo>
                      <a:lnTo>
                        <a:pt x="1216" y="920"/>
                      </a:lnTo>
                      <a:lnTo>
                        <a:pt x="1198" y="940"/>
                      </a:lnTo>
                      <a:lnTo>
                        <a:pt x="1174" y="964"/>
                      </a:lnTo>
                      <a:lnTo>
                        <a:pt x="1146" y="990"/>
                      </a:lnTo>
                      <a:lnTo>
                        <a:pt x="1146" y="990"/>
                      </a:lnTo>
                      <a:lnTo>
                        <a:pt x="1006" y="1112"/>
                      </a:lnTo>
                      <a:lnTo>
                        <a:pt x="930" y="1178"/>
                      </a:lnTo>
                      <a:lnTo>
                        <a:pt x="344" y="1178"/>
                      </a:lnTo>
                      <a:lnTo>
                        <a:pt x="74" y="952"/>
                      </a:lnTo>
                      <a:lnTo>
                        <a:pt x="74" y="952"/>
                      </a:lnTo>
                      <a:lnTo>
                        <a:pt x="70" y="928"/>
                      </a:lnTo>
                      <a:lnTo>
                        <a:pt x="66" y="902"/>
                      </a:lnTo>
                      <a:lnTo>
                        <a:pt x="64" y="876"/>
                      </a:lnTo>
                      <a:lnTo>
                        <a:pt x="60" y="858"/>
                      </a:lnTo>
                      <a:lnTo>
                        <a:pt x="60" y="858"/>
                      </a:lnTo>
                      <a:lnTo>
                        <a:pt x="56" y="850"/>
                      </a:lnTo>
                      <a:lnTo>
                        <a:pt x="48" y="842"/>
                      </a:lnTo>
                      <a:lnTo>
                        <a:pt x="28" y="822"/>
                      </a:lnTo>
                      <a:lnTo>
                        <a:pt x="18" y="812"/>
                      </a:lnTo>
                      <a:lnTo>
                        <a:pt x="8" y="800"/>
                      </a:lnTo>
                      <a:lnTo>
                        <a:pt x="2" y="790"/>
                      </a:lnTo>
                      <a:lnTo>
                        <a:pt x="0" y="778"/>
                      </a:lnTo>
                      <a:lnTo>
                        <a:pt x="0" y="778"/>
                      </a:lnTo>
                      <a:lnTo>
                        <a:pt x="2" y="766"/>
                      </a:lnTo>
                      <a:lnTo>
                        <a:pt x="8" y="756"/>
                      </a:lnTo>
                      <a:lnTo>
                        <a:pt x="14" y="748"/>
                      </a:lnTo>
                      <a:lnTo>
                        <a:pt x="24" y="740"/>
                      </a:lnTo>
                      <a:lnTo>
                        <a:pt x="40" y="726"/>
                      </a:lnTo>
                      <a:lnTo>
                        <a:pt x="46" y="718"/>
                      </a:lnTo>
                      <a:lnTo>
                        <a:pt x="48" y="710"/>
                      </a:lnTo>
                      <a:lnTo>
                        <a:pt x="48" y="710"/>
                      </a:lnTo>
                      <a:lnTo>
                        <a:pt x="46" y="700"/>
                      </a:lnTo>
                      <a:lnTo>
                        <a:pt x="40" y="688"/>
                      </a:lnTo>
                      <a:lnTo>
                        <a:pt x="22" y="658"/>
                      </a:lnTo>
                      <a:lnTo>
                        <a:pt x="14" y="640"/>
                      </a:lnTo>
                      <a:lnTo>
                        <a:pt x="6" y="622"/>
                      </a:lnTo>
                      <a:lnTo>
                        <a:pt x="0" y="606"/>
                      </a:lnTo>
                      <a:lnTo>
                        <a:pt x="0" y="590"/>
                      </a:lnTo>
                      <a:lnTo>
                        <a:pt x="0" y="590"/>
                      </a:lnTo>
                      <a:lnTo>
                        <a:pt x="2" y="576"/>
                      </a:lnTo>
                      <a:lnTo>
                        <a:pt x="8" y="564"/>
                      </a:lnTo>
                      <a:lnTo>
                        <a:pt x="14" y="554"/>
                      </a:lnTo>
                      <a:lnTo>
                        <a:pt x="20" y="546"/>
                      </a:lnTo>
                      <a:lnTo>
                        <a:pt x="34" y="532"/>
                      </a:lnTo>
                      <a:lnTo>
                        <a:pt x="38" y="524"/>
                      </a:lnTo>
                      <a:lnTo>
                        <a:pt x="42" y="516"/>
                      </a:lnTo>
                      <a:lnTo>
                        <a:pt x="42" y="516"/>
                      </a:lnTo>
                      <a:lnTo>
                        <a:pt x="40" y="508"/>
                      </a:lnTo>
                      <a:lnTo>
                        <a:pt x="38" y="498"/>
                      </a:lnTo>
                      <a:lnTo>
                        <a:pt x="24" y="476"/>
                      </a:lnTo>
                      <a:lnTo>
                        <a:pt x="12" y="452"/>
                      </a:lnTo>
                      <a:lnTo>
                        <a:pt x="8" y="440"/>
                      </a:lnTo>
                      <a:lnTo>
                        <a:pt x="6" y="428"/>
                      </a:lnTo>
                      <a:lnTo>
                        <a:pt x="6" y="428"/>
                      </a:lnTo>
                      <a:lnTo>
                        <a:pt x="8" y="416"/>
                      </a:lnTo>
                      <a:lnTo>
                        <a:pt x="12" y="404"/>
                      </a:lnTo>
                      <a:lnTo>
                        <a:pt x="26" y="380"/>
                      </a:lnTo>
                      <a:lnTo>
                        <a:pt x="38" y="358"/>
                      </a:lnTo>
                      <a:lnTo>
                        <a:pt x="42" y="346"/>
                      </a:lnTo>
                      <a:lnTo>
                        <a:pt x="44" y="336"/>
                      </a:lnTo>
                      <a:lnTo>
                        <a:pt x="44" y="336"/>
                      </a:lnTo>
                      <a:lnTo>
                        <a:pt x="42" y="324"/>
                      </a:lnTo>
                      <a:lnTo>
                        <a:pt x="38" y="314"/>
                      </a:lnTo>
                      <a:lnTo>
                        <a:pt x="24" y="294"/>
                      </a:lnTo>
                      <a:lnTo>
                        <a:pt x="16" y="284"/>
                      </a:lnTo>
                      <a:lnTo>
                        <a:pt x="8" y="270"/>
                      </a:lnTo>
                      <a:lnTo>
                        <a:pt x="2" y="256"/>
                      </a:lnTo>
                      <a:lnTo>
                        <a:pt x="0" y="240"/>
                      </a:lnTo>
                      <a:lnTo>
                        <a:pt x="0" y="240"/>
                      </a:lnTo>
                      <a:lnTo>
                        <a:pt x="0" y="216"/>
                      </a:lnTo>
                      <a:lnTo>
                        <a:pt x="0" y="182"/>
                      </a:lnTo>
                      <a:lnTo>
                        <a:pt x="4" y="102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68" name="Freeform 169"/>
                <p:cNvSpPr>
                  <a:spLocks/>
                </p:cNvSpPr>
                <p:nvPr/>
              </p:nvSpPr>
              <p:spPr bwMode="auto">
                <a:xfrm>
                  <a:off x="11463321" y="11970495"/>
                  <a:ext cx="843902" cy="115214"/>
                </a:xfrm>
                <a:custGeom>
                  <a:avLst/>
                  <a:gdLst>
                    <a:gd name="T0" fmla="*/ 0 w 532"/>
                    <a:gd name="T1" fmla="*/ 0 h 72"/>
                    <a:gd name="T2" fmla="*/ 844550 w 532"/>
                    <a:gd name="T3" fmla="*/ 0 h 72"/>
                    <a:gd name="T4" fmla="*/ 844550 w 532"/>
                    <a:gd name="T5" fmla="*/ 0 h 72"/>
                    <a:gd name="T6" fmla="*/ 828675 w 532"/>
                    <a:gd name="T7" fmla="*/ 19050 h 72"/>
                    <a:gd name="T8" fmla="*/ 793750 w 532"/>
                    <a:gd name="T9" fmla="*/ 57150 h 72"/>
                    <a:gd name="T10" fmla="*/ 771525 w 532"/>
                    <a:gd name="T11" fmla="*/ 79375 h 72"/>
                    <a:gd name="T12" fmla="*/ 749300 w 532"/>
                    <a:gd name="T13" fmla="*/ 98425 h 72"/>
                    <a:gd name="T14" fmla="*/ 727075 w 532"/>
                    <a:gd name="T15" fmla="*/ 111125 h 72"/>
                    <a:gd name="T16" fmla="*/ 717550 w 532"/>
                    <a:gd name="T17" fmla="*/ 114300 h 72"/>
                    <a:gd name="T18" fmla="*/ 708025 w 532"/>
                    <a:gd name="T19" fmla="*/ 114300 h 72"/>
                    <a:gd name="T20" fmla="*/ 708025 w 532"/>
                    <a:gd name="T21" fmla="*/ 114300 h 72"/>
                    <a:gd name="T22" fmla="*/ 158750 w 532"/>
                    <a:gd name="T23" fmla="*/ 114300 h 72"/>
                    <a:gd name="T24" fmla="*/ 158750 w 532"/>
                    <a:gd name="T25" fmla="*/ 114300 h 72"/>
                    <a:gd name="T26" fmla="*/ 149225 w 532"/>
                    <a:gd name="T27" fmla="*/ 114300 h 72"/>
                    <a:gd name="T28" fmla="*/ 139700 w 532"/>
                    <a:gd name="T29" fmla="*/ 111125 h 72"/>
                    <a:gd name="T30" fmla="*/ 114300 w 532"/>
                    <a:gd name="T31" fmla="*/ 98425 h 72"/>
                    <a:gd name="T32" fmla="*/ 88900 w 532"/>
                    <a:gd name="T33" fmla="*/ 79375 h 72"/>
                    <a:gd name="T34" fmla="*/ 63500 w 532"/>
                    <a:gd name="T35" fmla="*/ 57150 h 72"/>
                    <a:gd name="T36" fmla="*/ 19050 w 532"/>
                    <a:gd name="T37" fmla="*/ 19050 h 72"/>
                    <a:gd name="T38" fmla="*/ 0 w 532"/>
                    <a:gd name="T39" fmla="*/ 0 h 72"/>
                    <a:gd name="T40" fmla="*/ 0 w 532"/>
                    <a:gd name="T41" fmla="*/ 0 h 7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532"/>
                    <a:gd name="T64" fmla="*/ 0 h 72"/>
                    <a:gd name="T65" fmla="*/ 532 w 532"/>
                    <a:gd name="T66" fmla="*/ 72 h 7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532" h="72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22" y="12"/>
                      </a:lnTo>
                      <a:lnTo>
                        <a:pt x="500" y="36"/>
                      </a:lnTo>
                      <a:lnTo>
                        <a:pt x="486" y="50"/>
                      </a:lnTo>
                      <a:lnTo>
                        <a:pt x="472" y="62"/>
                      </a:lnTo>
                      <a:lnTo>
                        <a:pt x="458" y="70"/>
                      </a:lnTo>
                      <a:lnTo>
                        <a:pt x="452" y="72"/>
                      </a:lnTo>
                      <a:lnTo>
                        <a:pt x="446" y="72"/>
                      </a:lnTo>
                      <a:lnTo>
                        <a:pt x="100" y="72"/>
                      </a:lnTo>
                      <a:lnTo>
                        <a:pt x="94" y="72"/>
                      </a:lnTo>
                      <a:lnTo>
                        <a:pt x="88" y="70"/>
                      </a:lnTo>
                      <a:lnTo>
                        <a:pt x="72" y="62"/>
                      </a:lnTo>
                      <a:lnTo>
                        <a:pt x="56" y="50"/>
                      </a:lnTo>
                      <a:lnTo>
                        <a:pt x="40" y="36"/>
                      </a:lnTo>
                      <a:lnTo>
                        <a:pt x="12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</p:grpSp>
          <p:sp>
            <p:nvSpPr>
              <p:cNvPr id="158" name="Rectangle 54"/>
              <p:cNvSpPr/>
              <p:nvPr/>
            </p:nvSpPr>
            <p:spPr>
              <a:xfrm>
                <a:off x="17636291" y="-201963"/>
                <a:ext cx="579691" cy="202218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AU" sz="2160"/>
              </a:p>
            </p:txBody>
          </p:sp>
        </p:grpSp>
        <p:sp>
          <p:nvSpPr>
            <p:cNvPr id="153" name="Freeform 188"/>
            <p:cNvSpPr>
              <a:spLocks/>
            </p:cNvSpPr>
            <p:nvPr/>
          </p:nvSpPr>
          <p:spPr bwMode="auto">
            <a:xfrm>
              <a:off x="3714839" y="1785008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54" name="Freeform 188"/>
            <p:cNvSpPr>
              <a:spLocks/>
            </p:cNvSpPr>
            <p:nvPr/>
          </p:nvSpPr>
          <p:spPr bwMode="auto">
            <a:xfrm>
              <a:off x="3714839" y="1928489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55" name="Freeform 188"/>
            <p:cNvSpPr>
              <a:spLocks/>
            </p:cNvSpPr>
            <p:nvPr/>
          </p:nvSpPr>
          <p:spPr bwMode="auto">
            <a:xfrm>
              <a:off x="3714839" y="2071971"/>
              <a:ext cx="1044429" cy="70784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56" name="Freeform 188"/>
            <p:cNvSpPr>
              <a:spLocks/>
            </p:cNvSpPr>
            <p:nvPr/>
          </p:nvSpPr>
          <p:spPr bwMode="auto">
            <a:xfrm>
              <a:off x="3714839" y="2213540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</p:grpSp>
      <p:grpSp>
        <p:nvGrpSpPr>
          <p:cNvPr id="169" name="18 Grupo"/>
          <p:cNvGrpSpPr>
            <a:grpSpLocks/>
          </p:cNvGrpSpPr>
          <p:nvPr/>
        </p:nvGrpSpPr>
        <p:grpSpPr bwMode="auto">
          <a:xfrm>
            <a:off x="9911705" y="0"/>
            <a:ext cx="1562190" cy="3274447"/>
            <a:chOff x="3143251" y="428625"/>
            <a:chExt cx="2197100" cy="4729163"/>
          </a:xfrm>
        </p:grpSpPr>
        <p:grpSp>
          <p:nvGrpSpPr>
            <p:cNvPr id="170" name="Group 52"/>
            <p:cNvGrpSpPr>
              <a:grpSpLocks/>
            </p:cNvGrpSpPr>
            <p:nvPr/>
          </p:nvGrpSpPr>
          <p:grpSpPr bwMode="auto">
            <a:xfrm>
              <a:off x="3143251" y="428625"/>
              <a:ext cx="2197100" cy="4729163"/>
              <a:chOff x="15617236" y="-201963"/>
              <a:chExt cx="4562592" cy="9820903"/>
            </a:xfrm>
          </p:grpSpPr>
          <p:grpSp>
            <p:nvGrpSpPr>
              <p:cNvPr id="175" name="Group 53"/>
              <p:cNvGrpSpPr>
                <a:grpSpLocks/>
              </p:cNvGrpSpPr>
              <p:nvPr/>
            </p:nvGrpSpPr>
            <p:grpSpPr bwMode="auto">
              <a:xfrm rot="10800000">
                <a:off x="15617236" y="1887815"/>
                <a:ext cx="4562592" cy="7731125"/>
                <a:chOff x="9633551" y="4338638"/>
                <a:chExt cx="4562595" cy="7731125"/>
              </a:xfrm>
            </p:grpSpPr>
            <p:sp>
              <p:nvSpPr>
                <p:cNvPr id="177" name="Freeform 149"/>
                <p:cNvSpPr>
                  <a:spLocks/>
                </p:cNvSpPr>
                <p:nvPr/>
              </p:nvSpPr>
              <p:spPr bwMode="auto">
                <a:xfrm>
                  <a:off x="11940482" y="7377872"/>
                  <a:ext cx="1376269" cy="2014240"/>
                </a:xfrm>
                <a:custGeom>
                  <a:avLst/>
                  <a:gdLst>
                    <a:gd name="T0" fmla="*/ 930275 w 866"/>
                    <a:gd name="T1" fmla="*/ 298450 h 1270"/>
                    <a:gd name="T2" fmla="*/ 987425 w 866"/>
                    <a:gd name="T3" fmla="*/ 263525 h 1270"/>
                    <a:gd name="T4" fmla="*/ 1060450 w 866"/>
                    <a:gd name="T5" fmla="*/ 254000 h 1270"/>
                    <a:gd name="T6" fmla="*/ 1092200 w 866"/>
                    <a:gd name="T7" fmla="*/ 257175 h 1270"/>
                    <a:gd name="T8" fmla="*/ 1155700 w 866"/>
                    <a:gd name="T9" fmla="*/ 285750 h 1270"/>
                    <a:gd name="T10" fmla="*/ 1212850 w 866"/>
                    <a:gd name="T11" fmla="*/ 323850 h 1270"/>
                    <a:gd name="T12" fmla="*/ 1273175 w 866"/>
                    <a:gd name="T13" fmla="*/ 374650 h 1270"/>
                    <a:gd name="T14" fmla="*/ 1374775 w 866"/>
                    <a:gd name="T15" fmla="*/ 0 h 1270"/>
                    <a:gd name="T16" fmla="*/ 0 w 866"/>
                    <a:gd name="T17" fmla="*/ 1470025 h 1270"/>
                    <a:gd name="T18" fmla="*/ 501650 w 866"/>
                    <a:gd name="T19" fmla="*/ 1470025 h 1270"/>
                    <a:gd name="T20" fmla="*/ 527050 w 866"/>
                    <a:gd name="T21" fmla="*/ 1479550 h 1270"/>
                    <a:gd name="T22" fmla="*/ 536575 w 866"/>
                    <a:gd name="T23" fmla="*/ 1504950 h 1270"/>
                    <a:gd name="T24" fmla="*/ 536575 w 866"/>
                    <a:gd name="T25" fmla="*/ 1676400 h 1270"/>
                    <a:gd name="T26" fmla="*/ 523875 w 866"/>
                    <a:gd name="T27" fmla="*/ 1704975 h 1270"/>
                    <a:gd name="T28" fmla="*/ 495300 w 866"/>
                    <a:gd name="T29" fmla="*/ 1730375 h 1270"/>
                    <a:gd name="T30" fmla="*/ 441325 w 866"/>
                    <a:gd name="T31" fmla="*/ 1793875 h 1270"/>
                    <a:gd name="T32" fmla="*/ 415925 w 866"/>
                    <a:gd name="T33" fmla="*/ 1838325 h 1270"/>
                    <a:gd name="T34" fmla="*/ 409575 w 866"/>
                    <a:gd name="T35" fmla="*/ 1860550 h 1270"/>
                    <a:gd name="T36" fmla="*/ 419100 w 866"/>
                    <a:gd name="T37" fmla="*/ 1917700 h 1270"/>
                    <a:gd name="T38" fmla="*/ 447675 w 866"/>
                    <a:gd name="T39" fmla="*/ 1965325 h 1270"/>
                    <a:gd name="T40" fmla="*/ 460375 w 866"/>
                    <a:gd name="T41" fmla="*/ 1978025 h 1270"/>
                    <a:gd name="T42" fmla="*/ 488950 w 866"/>
                    <a:gd name="T43" fmla="*/ 1997075 h 1270"/>
                    <a:gd name="T44" fmla="*/ 542925 w 866"/>
                    <a:gd name="T45" fmla="*/ 2012950 h 1270"/>
                    <a:gd name="T46" fmla="*/ 581025 w 866"/>
                    <a:gd name="T47" fmla="*/ 2016125 h 1270"/>
                    <a:gd name="T48" fmla="*/ 647700 w 866"/>
                    <a:gd name="T49" fmla="*/ 2012950 h 1270"/>
                    <a:gd name="T50" fmla="*/ 714375 w 866"/>
                    <a:gd name="T51" fmla="*/ 1993900 h 1270"/>
                    <a:gd name="T52" fmla="*/ 758825 w 866"/>
                    <a:gd name="T53" fmla="*/ 1968500 h 1270"/>
                    <a:gd name="T54" fmla="*/ 777875 w 866"/>
                    <a:gd name="T55" fmla="*/ 1939925 h 1270"/>
                    <a:gd name="T56" fmla="*/ 793750 w 866"/>
                    <a:gd name="T57" fmla="*/ 1908175 h 1270"/>
                    <a:gd name="T58" fmla="*/ 793750 w 866"/>
                    <a:gd name="T59" fmla="*/ 1885950 h 1270"/>
                    <a:gd name="T60" fmla="*/ 790575 w 866"/>
                    <a:gd name="T61" fmla="*/ 1847850 h 1270"/>
                    <a:gd name="T62" fmla="*/ 777875 w 866"/>
                    <a:gd name="T63" fmla="*/ 1809750 h 1270"/>
                    <a:gd name="T64" fmla="*/ 733425 w 866"/>
                    <a:gd name="T65" fmla="*/ 1749425 h 1270"/>
                    <a:gd name="T66" fmla="*/ 685800 w 866"/>
                    <a:gd name="T67" fmla="*/ 1708150 h 1270"/>
                    <a:gd name="T68" fmla="*/ 666750 w 866"/>
                    <a:gd name="T69" fmla="*/ 1692275 h 1270"/>
                    <a:gd name="T70" fmla="*/ 654050 w 866"/>
                    <a:gd name="T71" fmla="*/ 1679575 h 1270"/>
                    <a:gd name="T72" fmla="*/ 647700 w 866"/>
                    <a:gd name="T73" fmla="*/ 1663700 h 1270"/>
                    <a:gd name="T74" fmla="*/ 647700 w 866"/>
                    <a:gd name="T75" fmla="*/ 1495425 h 1270"/>
                    <a:gd name="T76" fmla="*/ 657225 w 866"/>
                    <a:gd name="T77" fmla="*/ 1470025 h 1270"/>
                    <a:gd name="T78" fmla="*/ 682625 w 866"/>
                    <a:gd name="T79" fmla="*/ 1460500 h 1270"/>
                    <a:gd name="T80" fmla="*/ 1374775 w 866"/>
                    <a:gd name="T81" fmla="*/ 631825 h 1270"/>
                    <a:gd name="T82" fmla="*/ 1301750 w 866"/>
                    <a:gd name="T83" fmla="*/ 631825 h 1270"/>
                    <a:gd name="T84" fmla="*/ 1238250 w 866"/>
                    <a:gd name="T85" fmla="*/ 692150 h 1270"/>
                    <a:gd name="T86" fmla="*/ 1177925 w 866"/>
                    <a:gd name="T87" fmla="*/ 736600 h 1270"/>
                    <a:gd name="T88" fmla="*/ 1108075 w 866"/>
                    <a:gd name="T89" fmla="*/ 768350 h 1270"/>
                    <a:gd name="T90" fmla="*/ 1073150 w 866"/>
                    <a:gd name="T91" fmla="*/ 771525 h 1270"/>
                    <a:gd name="T92" fmla="*/ 1031875 w 866"/>
                    <a:gd name="T93" fmla="*/ 768350 h 1270"/>
                    <a:gd name="T94" fmla="*/ 993775 w 866"/>
                    <a:gd name="T95" fmla="*/ 758825 h 1270"/>
                    <a:gd name="T96" fmla="*/ 958850 w 866"/>
                    <a:gd name="T97" fmla="*/ 739775 h 1270"/>
                    <a:gd name="T98" fmla="*/ 923925 w 866"/>
                    <a:gd name="T99" fmla="*/ 714375 h 1270"/>
                    <a:gd name="T100" fmla="*/ 895350 w 866"/>
                    <a:gd name="T101" fmla="*/ 679450 h 1270"/>
                    <a:gd name="T102" fmla="*/ 876300 w 866"/>
                    <a:gd name="T103" fmla="*/ 631825 h 1270"/>
                    <a:gd name="T104" fmla="*/ 860425 w 866"/>
                    <a:gd name="T105" fmla="*/ 577850 h 1270"/>
                    <a:gd name="T106" fmla="*/ 857250 w 866"/>
                    <a:gd name="T107" fmla="*/ 511175 h 1270"/>
                    <a:gd name="T108" fmla="*/ 857250 w 866"/>
                    <a:gd name="T109" fmla="*/ 469900 h 1270"/>
                    <a:gd name="T110" fmla="*/ 869950 w 866"/>
                    <a:gd name="T111" fmla="*/ 400050 h 1270"/>
                    <a:gd name="T112" fmla="*/ 892175 w 866"/>
                    <a:gd name="T113" fmla="*/ 349250 h 1270"/>
                    <a:gd name="T114" fmla="*/ 917575 w 866"/>
                    <a:gd name="T115" fmla="*/ 311150 h 1270"/>
                    <a:gd name="T116" fmla="*/ 930275 w 866"/>
                    <a:gd name="T117" fmla="*/ 298450 h 1270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866"/>
                    <a:gd name="T178" fmla="*/ 0 h 1270"/>
                    <a:gd name="T179" fmla="*/ 866 w 866"/>
                    <a:gd name="T180" fmla="*/ 1270 h 1270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866" h="1270">
                      <a:moveTo>
                        <a:pt x="586" y="188"/>
                      </a:moveTo>
                      <a:lnTo>
                        <a:pt x="586" y="188"/>
                      </a:lnTo>
                      <a:lnTo>
                        <a:pt x="602" y="174"/>
                      </a:lnTo>
                      <a:lnTo>
                        <a:pt x="622" y="166"/>
                      </a:lnTo>
                      <a:lnTo>
                        <a:pt x="644" y="160"/>
                      </a:lnTo>
                      <a:lnTo>
                        <a:pt x="668" y="160"/>
                      </a:lnTo>
                      <a:lnTo>
                        <a:pt x="688" y="162"/>
                      </a:lnTo>
                      <a:lnTo>
                        <a:pt x="708" y="170"/>
                      </a:lnTo>
                      <a:lnTo>
                        <a:pt x="728" y="180"/>
                      </a:lnTo>
                      <a:lnTo>
                        <a:pt x="746" y="192"/>
                      </a:lnTo>
                      <a:lnTo>
                        <a:pt x="764" y="204"/>
                      </a:lnTo>
                      <a:lnTo>
                        <a:pt x="780" y="216"/>
                      </a:lnTo>
                      <a:lnTo>
                        <a:pt x="802" y="236"/>
                      </a:lnTo>
                      <a:lnTo>
                        <a:pt x="866" y="236"/>
                      </a:lnTo>
                      <a:lnTo>
                        <a:pt x="866" y="0"/>
                      </a:lnTo>
                      <a:lnTo>
                        <a:pt x="0" y="0"/>
                      </a:lnTo>
                      <a:lnTo>
                        <a:pt x="0" y="926"/>
                      </a:lnTo>
                      <a:lnTo>
                        <a:pt x="316" y="926"/>
                      </a:lnTo>
                      <a:lnTo>
                        <a:pt x="324" y="928"/>
                      </a:lnTo>
                      <a:lnTo>
                        <a:pt x="332" y="932"/>
                      </a:lnTo>
                      <a:lnTo>
                        <a:pt x="336" y="940"/>
                      </a:lnTo>
                      <a:lnTo>
                        <a:pt x="338" y="948"/>
                      </a:lnTo>
                      <a:lnTo>
                        <a:pt x="338" y="1056"/>
                      </a:lnTo>
                      <a:lnTo>
                        <a:pt x="336" y="1066"/>
                      </a:lnTo>
                      <a:lnTo>
                        <a:pt x="330" y="1074"/>
                      </a:lnTo>
                      <a:lnTo>
                        <a:pt x="312" y="1090"/>
                      </a:lnTo>
                      <a:lnTo>
                        <a:pt x="288" y="1116"/>
                      </a:lnTo>
                      <a:lnTo>
                        <a:pt x="278" y="1130"/>
                      </a:lnTo>
                      <a:lnTo>
                        <a:pt x="268" y="1144"/>
                      </a:lnTo>
                      <a:lnTo>
                        <a:pt x="262" y="1158"/>
                      </a:lnTo>
                      <a:lnTo>
                        <a:pt x="258" y="1172"/>
                      </a:lnTo>
                      <a:lnTo>
                        <a:pt x="260" y="1190"/>
                      </a:lnTo>
                      <a:lnTo>
                        <a:pt x="264" y="1208"/>
                      </a:lnTo>
                      <a:lnTo>
                        <a:pt x="272" y="1224"/>
                      </a:lnTo>
                      <a:lnTo>
                        <a:pt x="282" y="1238"/>
                      </a:lnTo>
                      <a:lnTo>
                        <a:pt x="290" y="1246"/>
                      </a:lnTo>
                      <a:lnTo>
                        <a:pt x="298" y="1252"/>
                      </a:lnTo>
                      <a:lnTo>
                        <a:pt x="308" y="1258"/>
                      </a:lnTo>
                      <a:lnTo>
                        <a:pt x="318" y="1262"/>
                      </a:lnTo>
                      <a:lnTo>
                        <a:pt x="342" y="1268"/>
                      </a:lnTo>
                      <a:lnTo>
                        <a:pt x="366" y="1270"/>
                      </a:lnTo>
                      <a:lnTo>
                        <a:pt x="386" y="1270"/>
                      </a:lnTo>
                      <a:lnTo>
                        <a:pt x="408" y="1268"/>
                      </a:lnTo>
                      <a:lnTo>
                        <a:pt x="428" y="1264"/>
                      </a:lnTo>
                      <a:lnTo>
                        <a:pt x="450" y="1256"/>
                      </a:lnTo>
                      <a:lnTo>
                        <a:pt x="468" y="1246"/>
                      </a:lnTo>
                      <a:lnTo>
                        <a:pt x="478" y="1240"/>
                      </a:lnTo>
                      <a:lnTo>
                        <a:pt x="484" y="1232"/>
                      </a:lnTo>
                      <a:lnTo>
                        <a:pt x="490" y="1222"/>
                      </a:lnTo>
                      <a:lnTo>
                        <a:pt x="496" y="1212"/>
                      </a:lnTo>
                      <a:lnTo>
                        <a:pt x="500" y="1202"/>
                      </a:lnTo>
                      <a:lnTo>
                        <a:pt x="500" y="1188"/>
                      </a:lnTo>
                      <a:lnTo>
                        <a:pt x="500" y="1176"/>
                      </a:lnTo>
                      <a:lnTo>
                        <a:pt x="498" y="1164"/>
                      </a:lnTo>
                      <a:lnTo>
                        <a:pt x="496" y="1152"/>
                      </a:lnTo>
                      <a:lnTo>
                        <a:pt x="490" y="1140"/>
                      </a:lnTo>
                      <a:lnTo>
                        <a:pt x="478" y="1120"/>
                      </a:lnTo>
                      <a:lnTo>
                        <a:pt x="462" y="1102"/>
                      </a:lnTo>
                      <a:lnTo>
                        <a:pt x="446" y="1088"/>
                      </a:lnTo>
                      <a:lnTo>
                        <a:pt x="432" y="1076"/>
                      </a:lnTo>
                      <a:lnTo>
                        <a:pt x="420" y="1066"/>
                      </a:lnTo>
                      <a:lnTo>
                        <a:pt x="414" y="1062"/>
                      </a:lnTo>
                      <a:lnTo>
                        <a:pt x="412" y="1058"/>
                      </a:lnTo>
                      <a:lnTo>
                        <a:pt x="410" y="1052"/>
                      </a:lnTo>
                      <a:lnTo>
                        <a:pt x="408" y="1048"/>
                      </a:lnTo>
                      <a:lnTo>
                        <a:pt x="408" y="942"/>
                      </a:lnTo>
                      <a:lnTo>
                        <a:pt x="410" y="934"/>
                      </a:lnTo>
                      <a:lnTo>
                        <a:pt x="414" y="926"/>
                      </a:lnTo>
                      <a:lnTo>
                        <a:pt x="422" y="922"/>
                      </a:lnTo>
                      <a:lnTo>
                        <a:pt x="430" y="920"/>
                      </a:lnTo>
                      <a:lnTo>
                        <a:pt x="866" y="920"/>
                      </a:lnTo>
                      <a:lnTo>
                        <a:pt x="866" y="398"/>
                      </a:lnTo>
                      <a:lnTo>
                        <a:pt x="820" y="398"/>
                      </a:lnTo>
                      <a:lnTo>
                        <a:pt x="796" y="422"/>
                      </a:lnTo>
                      <a:lnTo>
                        <a:pt x="780" y="436"/>
                      </a:lnTo>
                      <a:lnTo>
                        <a:pt x="762" y="452"/>
                      </a:lnTo>
                      <a:lnTo>
                        <a:pt x="742" y="464"/>
                      </a:lnTo>
                      <a:lnTo>
                        <a:pt x="720" y="476"/>
                      </a:lnTo>
                      <a:lnTo>
                        <a:pt x="698" y="484"/>
                      </a:lnTo>
                      <a:lnTo>
                        <a:pt x="686" y="486"/>
                      </a:lnTo>
                      <a:lnTo>
                        <a:pt x="676" y="486"/>
                      </a:lnTo>
                      <a:lnTo>
                        <a:pt x="650" y="484"/>
                      </a:lnTo>
                      <a:lnTo>
                        <a:pt x="638" y="482"/>
                      </a:lnTo>
                      <a:lnTo>
                        <a:pt x="626" y="478"/>
                      </a:lnTo>
                      <a:lnTo>
                        <a:pt x="614" y="472"/>
                      </a:lnTo>
                      <a:lnTo>
                        <a:pt x="604" y="466"/>
                      </a:lnTo>
                      <a:lnTo>
                        <a:pt x="592" y="458"/>
                      </a:lnTo>
                      <a:lnTo>
                        <a:pt x="582" y="450"/>
                      </a:lnTo>
                      <a:lnTo>
                        <a:pt x="574" y="440"/>
                      </a:lnTo>
                      <a:lnTo>
                        <a:pt x="564" y="428"/>
                      </a:lnTo>
                      <a:lnTo>
                        <a:pt x="558" y="414"/>
                      </a:lnTo>
                      <a:lnTo>
                        <a:pt x="552" y="398"/>
                      </a:lnTo>
                      <a:lnTo>
                        <a:pt x="546" y="382"/>
                      </a:lnTo>
                      <a:lnTo>
                        <a:pt x="542" y="364"/>
                      </a:lnTo>
                      <a:lnTo>
                        <a:pt x="540" y="344"/>
                      </a:lnTo>
                      <a:lnTo>
                        <a:pt x="540" y="322"/>
                      </a:lnTo>
                      <a:lnTo>
                        <a:pt x="540" y="296"/>
                      </a:lnTo>
                      <a:lnTo>
                        <a:pt x="544" y="272"/>
                      </a:lnTo>
                      <a:lnTo>
                        <a:pt x="548" y="252"/>
                      </a:lnTo>
                      <a:lnTo>
                        <a:pt x="554" y="234"/>
                      </a:lnTo>
                      <a:lnTo>
                        <a:pt x="562" y="220"/>
                      </a:lnTo>
                      <a:lnTo>
                        <a:pt x="570" y="208"/>
                      </a:lnTo>
                      <a:lnTo>
                        <a:pt x="578" y="196"/>
                      </a:lnTo>
                      <a:lnTo>
                        <a:pt x="586" y="188"/>
                      </a:lnTo>
                      <a:close/>
                    </a:path>
                  </a:pathLst>
                </a:custGeom>
                <a:solidFill>
                  <a:srgbClr val="2C3F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78" name="Freeform 150"/>
                <p:cNvSpPr>
                  <a:spLocks/>
                </p:cNvSpPr>
                <p:nvPr/>
              </p:nvSpPr>
              <p:spPr bwMode="auto">
                <a:xfrm>
                  <a:off x="10493984" y="7358425"/>
                  <a:ext cx="1381307" cy="1470333"/>
                </a:xfrm>
                <a:custGeom>
                  <a:avLst/>
                  <a:gdLst>
                    <a:gd name="T0" fmla="*/ 2147483647 w 870"/>
                    <a:gd name="T1" fmla="*/ 0 h 926"/>
                    <a:gd name="T2" fmla="*/ 2147483647 w 870"/>
                    <a:gd name="T3" fmla="*/ 0 h 926"/>
                    <a:gd name="T4" fmla="*/ 2147483647 w 870"/>
                    <a:gd name="T5" fmla="*/ 2147483647 h 926"/>
                    <a:gd name="T6" fmla="*/ 2147483647 w 870"/>
                    <a:gd name="T7" fmla="*/ 2147483647 h 926"/>
                    <a:gd name="T8" fmla="*/ 2147483647 w 870"/>
                    <a:gd name="T9" fmla="*/ 2147483647 h 926"/>
                    <a:gd name="T10" fmla="*/ 2147483647 w 870"/>
                    <a:gd name="T11" fmla="*/ 2147483647 h 926"/>
                    <a:gd name="T12" fmla="*/ 2147483647 w 870"/>
                    <a:gd name="T13" fmla="*/ 2147483647 h 926"/>
                    <a:gd name="T14" fmla="*/ 2147483647 w 870"/>
                    <a:gd name="T15" fmla="*/ 2147483647 h 926"/>
                    <a:gd name="T16" fmla="*/ 2147483647 w 870"/>
                    <a:gd name="T17" fmla="*/ 2147483647 h 926"/>
                    <a:gd name="T18" fmla="*/ 2147483647 w 870"/>
                    <a:gd name="T19" fmla="*/ 2147483647 h 926"/>
                    <a:gd name="T20" fmla="*/ 2147483647 w 870"/>
                    <a:gd name="T21" fmla="*/ 2147483647 h 926"/>
                    <a:gd name="T22" fmla="*/ 2147483647 w 870"/>
                    <a:gd name="T23" fmla="*/ 2147483647 h 926"/>
                    <a:gd name="T24" fmla="*/ 2147483647 w 870"/>
                    <a:gd name="T25" fmla="*/ 2147483647 h 926"/>
                    <a:gd name="T26" fmla="*/ 2147483647 w 870"/>
                    <a:gd name="T27" fmla="*/ 2147483647 h 926"/>
                    <a:gd name="T28" fmla="*/ 2147483647 w 870"/>
                    <a:gd name="T29" fmla="*/ 2147483647 h 926"/>
                    <a:gd name="T30" fmla="*/ 2147483647 w 870"/>
                    <a:gd name="T31" fmla="*/ 2147483647 h 926"/>
                    <a:gd name="T32" fmla="*/ 2147483647 w 870"/>
                    <a:gd name="T33" fmla="*/ 2147483647 h 926"/>
                    <a:gd name="T34" fmla="*/ 2147483647 w 870"/>
                    <a:gd name="T35" fmla="*/ 2147483647 h 926"/>
                    <a:gd name="T36" fmla="*/ 2147483647 w 870"/>
                    <a:gd name="T37" fmla="*/ 2147483647 h 926"/>
                    <a:gd name="T38" fmla="*/ 2147483647 w 870"/>
                    <a:gd name="T39" fmla="*/ 2147483647 h 926"/>
                    <a:gd name="T40" fmla="*/ 2147483647 w 870"/>
                    <a:gd name="T41" fmla="*/ 2147483647 h 926"/>
                    <a:gd name="T42" fmla="*/ 2147483647 w 870"/>
                    <a:gd name="T43" fmla="*/ 2147483647 h 926"/>
                    <a:gd name="T44" fmla="*/ 2147483647 w 870"/>
                    <a:gd name="T45" fmla="*/ 2147483647 h 926"/>
                    <a:gd name="T46" fmla="*/ 2147483647 w 870"/>
                    <a:gd name="T47" fmla="*/ 2147483647 h 926"/>
                    <a:gd name="T48" fmla="*/ 2147483647 w 870"/>
                    <a:gd name="T49" fmla="*/ 2147483647 h 926"/>
                    <a:gd name="T50" fmla="*/ 2147483647 w 870"/>
                    <a:gd name="T51" fmla="*/ 2147483647 h 926"/>
                    <a:gd name="T52" fmla="*/ 2147483647 w 870"/>
                    <a:gd name="T53" fmla="*/ 2147483647 h 926"/>
                    <a:gd name="T54" fmla="*/ 2147483647 w 870"/>
                    <a:gd name="T55" fmla="*/ 2147483647 h 926"/>
                    <a:gd name="T56" fmla="*/ 2147483647 w 870"/>
                    <a:gd name="T57" fmla="*/ 2147483647 h 926"/>
                    <a:gd name="T58" fmla="*/ 2147483647 w 870"/>
                    <a:gd name="T59" fmla="*/ 2147483647 h 926"/>
                    <a:gd name="T60" fmla="*/ 2147483647 w 870"/>
                    <a:gd name="T61" fmla="*/ 2147483647 h 926"/>
                    <a:gd name="T62" fmla="*/ 2147483647 w 870"/>
                    <a:gd name="T63" fmla="*/ 2147483647 h 926"/>
                    <a:gd name="T64" fmla="*/ 2147483647 w 870"/>
                    <a:gd name="T65" fmla="*/ 2147483647 h 926"/>
                    <a:gd name="T66" fmla="*/ 2147483647 w 870"/>
                    <a:gd name="T67" fmla="*/ 2147483647 h 926"/>
                    <a:gd name="T68" fmla="*/ 2147483647 w 870"/>
                    <a:gd name="T69" fmla="*/ 2147483647 h 926"/>
                    <a:gd name="T70" fmla="*/ 2147483647 w 870"/>
                    <a:gd name="T71" fmla="*/ 2147483647 h 926"/>
                    <a:gd name="T72" fmla="*/ 2147483647 w 870"/>
                    <a:gd name="T73" fmla="*/ 2147483647 h 926"/>
                    <a:gd name="T74" fmla="*/ 2147483647 w 870"/>
                    <a:gd name="T75" fmla="*/ 2147483647 h 926"/>
                    <a:gd name="T76" fmla="*/ 2147483647 w 870"/>
                    <a:gd name="T77" fmla="*/ 2147483647 h 926"/>
                    <a:gd name="T78" fmla="*/ 2147483647 w 870"/>
                    <a:gd name="T79" fmla="*/ 2147483647 h 926"/>
                    <a:gd name="T80" fmla="*/ 2147483647 w 870"/>
                    <a:gd name="T81" fmla="*/ 2147483647 h 926"/>
                    <a:gd name="T82" fmla="*/ 2147483647 w 870"/>
                    <a:gd name="T83" fmla="*/ 2147483647 h 926"/>
                    <a:gd name="T84" fmla="*/ 2147483647 w 870"/>
                    <a:gd name="T85" fmla="*/ 2147483647 h 926"/>
                    <a:gd name="T86" fmla="*/ 2147483647 w 870"/>
                    <a:gd name="T87" fmla="*/ 2147483647 h 926"/>
                    <a:gd name="T88" fmla="*/ 2147483647 w 870"/>
                    <a:gd name="T89" fmla="*/ 2147483647 h 926"/>
                    <a:gd name="T90" fmla="*/ 2147483647 w 870"/>
                    <a:gd name="T91" fmla="*/ 2147483647 h 926"/>
                    <a:gd name="T92" fmla="*/ 2147483647 w 870"/>
                    <a:gd name="T93" fmla="*/ 2147483647 h 926"/>
                    <a:gd name="T94" fmla="*/ 2147483647 w 870"/>
                    <a:gd name="T95" fmla="*/ 2147483647 h 926"/>
                    <a:gd name="T96" fmla="*/ 2147483647 w 870"/>
                    <a:gd name="T97" fmla="*/ 2147483647 h 926"/>
                    <a:gd name="T98" fmla="*/ 2147483647 w 870"/>
                    <a:gd name="T99" fmla="*/ 2147483647 h 926"/>
                    <a:gd name="T100" fmla="*/ 2147483647 w 870"/>
                    <a:gd name="T101" fmla="*/ 2147483647 h 926"/>
                    <a:gd name="T102" fmla="*/ 2147483647 w 870"/>
                    <a:gd name="T103" fmla="*/ 2147483647 h 926"/>
                    <a:gd name="T104" fmla="*/ 2147483647 w 870"/>
                    <a:gd name="T105" fmla="*/ 2147483647 h 926"/>
                    <a:gd name="T106" fmla="*/ 2147483647 w 870"/>
                    <a:gd name="T107" fmla="*/ 2147483647 h 926"/>
                    <a:gd name="T108" fmla="*/ 0 w 870"/>
                    <a:gd name="T109" fmla="*/ 2147483647 h 926"/>
                    <a:gd name="T110" fmla="*/ 0 w 870"/>
                    <a:gd name="T111" fmla="*/ 2147483647 h 926"/>
                    <a:gd name="T112" fmla="*/ 0 w 870"/>
                    <a:gd name="T113" fmla="*/ 2147483647 h 926"/>
                    <a:gd name="T114" fmla="*/ 2147483647 w 870"/>
                    <a:gd name="T115" fmla="*/ 2147483647 h 926"/>
                    <a:gd name="T116" fmla="*/ 2147483647 w 870"/>
                    <a:gd name="T117" fmla="*/ 2147483647 h 926"/>
                    <a:gd name="T118" fmla="*/ 2147483647 w 870"/>
                    <a:gd name="T119" fmla="*/ 0 h 92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870"/>
                    <a:gd name="T181" fmla="*/ 0 h 926"/>
                    <a:gd name="T182" fmla="*/ 870 w 870"/>
                    <a:gd name="T183" fmla="*/ 926 h 92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870" h="926">
                      <a:moveTo>
                        <a:pt x="870" y="0"/>
                      </a:moveTo>
                      <a:lnTo>
                        <a:pt x="4" y="0"/>
                      </a:lnTo>
                      <a:lnTo>
                        <a:pt x="4" y="226"/>
                      </a:lnTo>
                      <a:lnTo>
                        <a:pt x="64" y="226"/>
                      </a:lnTo>
                      <a:lnTo>
                        <a:pt x="70" y="214"/>
                      </a:lnTo>
                      <a:lnTo>
                        <a:pt x="80" y="200"/>
                      </a:lnTo>
                      <a:lnTo>
                        <a:pt x="94" y="186"/>
                      </a:lnTo>
                      <a:lnTo>
                        <a:pt x="110" y="172"/>
                      </a:lnTo>
                      <a:lnTo>
                        <a:pt x="128" y="158"/>
                      </a:lnTo>
                      <a:lnTo>
                        <a:pt x="152" y="148"/>
                      </a:lnTo>
                      <a:lnTo>
                        <a:pt x="164" y="144"/>
                      </a:lnTo>
                      <a:lnTo>
                        <a:pt x="178" y="142"/>
                      </a:lnTo>
                      <a:lnTo>
                        <a:pt x="194" y="140"/>
                      </a:lnTo>
                      <a:lnTo>
                        <a:pt x="208" y="140"/>
                      </a:lnTo>
                      <a:lnTo>
                        <a:pt x="230" y="142"/>
                      </a:lnTo>
                      <a:lnTo>
                        <a:pt x="250" y="146"/>
                      </a:lnTo>
                      <a:lnTo>
                        <a:pt x="266" y="154"/>
                      </a:lnTo>
                      <a:lnTo>
                        <a:pt x="280" y="162"/>
                      </a:lnTo>
                      <a:lnTo>
                        <a:pt x="292" y="172"/>
                      </a:lnTo>
                      <a:lnTo>
                        <a:pt x="302" y="184"/>
                      </a:lnTo>
                      <a:lnTo>
                        <a:pt x="310" y="198"/>
                      </a:lnTo>
                      <a:lnTo>
                        <a:pt x="316" y="210"/>
                      </a:lnTo>
                      <a:lnTo>
                        <a:pt x="322" y="224"/>
                      </a:lnTo>
                      <a:lnTo>
                        <a:pt x="326" y="238"/>
                      </a:lnTo>
                      <a:lnTo>
                        <a:pt x="330" y="266"/>
                      </a:lnTo>
                      <a:lnTo>
                        <a:pt x="332" y="290"/>
                      </a:lnTo>
                      <a:lnTo>
                        <a:pt x="332" y="308"/>
                      </a:lnTo>
                      <a:lnTo>
                        <a:pt x="332" y="330"/>
                      </a:lnTo>
                      <a:lnTo>
                        <a:pt x="330" y="350"/>
                      </a:lnTo>
                      <a:lnTo>
                        <a:pt x="326" y="368"/>
                      </a:lnTo>
                      <a:lnTo>
                        <a:pt x="322" y="386"/>
                      </a:lnTo>
                      <a:lnTo>
                        <a:pt x="316" y="400"/>
                      </a:lnTo>
                      <a:lnTo>
                        <a:pt x="308" y="414"/>
                      </a:lnTo>
                      <a:lnTo>
                        <a:pt x="300" y="426"/>
                      </a:lnTo>
                      <a:lnTo>
                        <a:pt x="290" y="438"/>
                      </a:lnTo>
                      <a:lnTo>
                        <a:pt x="282" y="444"/>
                      </a:lnTo>
                      <a:lnTo>
                        <a:pt x="272" y="452"/>
                      </a:lnTo>
                      <a:lnTo>
                        <a:pt x="262" y="456"/>
                      </a:lnTo>
                      <a:lnTo>
                        <a:pt x="252" y="460"/>
                      </a:lnTo>
                      <a:lnTo>
                        <a:pt x="228" y="466"/>
                      </a:lnTo>
                      <a:lnTo>
                        <a:pt x="200" y="468"/>
                      </a:lnTo>
                      <a:lnTo>
                        <a:pt x="174" y="464"/>
                      </a:lnTo>
                      <a:lnTo>
                        <a:pt x="150" y="458"/>
                      </a:lnTo>
                      <a:lnTo>
                        <a:pt x="130" y="450"/>
                      </a:lnTo>
                      <a:lnTo>
                        <a:pt x="112" y="438"/>
                      </a:lnTo>
                      <a:lnTo>
                        <a:pt x="98" y="426"/>
                      </a:lnTo>
                      <a:lnTo>
                        <a:pt x="86" y="412"/>
                      </a:lnTo>
                      <a:lnTo>
                        <a:pt x="76" y="398"/>
                      </a:lnTo>
                      <a:lnTo>
                        <a:pt x="68" y="384"/>
                      </a:lnTo>
                      <a:lnTo>
                        <a:pt x="0" y="384"/>
                      </a:lnTo>
                      <a:lnTo>
                        <a:pt x="0" y="884"/>
                      </a:lnTo>
                      <a:lnTo>
                        <a:pt x="18" y="926"/>
                      </a:lnTo>
                      <a:lnTo>
                        <a:pt x="870" y="926"/>
                      </a:lnTo>
                      <a:lnTo>
                        <a:pt x="870" y="0"/>
                      </a:lnTo>
                      <a:close/>
                    </a:path>
                  </a:pathLst>
                </a:custGeom>
                <a:solidFill>
                  <a:srgbClr val="C139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79" name="Freeform 151"/>
                <p:cNvSpPr>
                  <a:spLocks/>
                </p:cNvSpPr>
                <p:nvPr/>
              </p:nvSpPr>
              <p:spPr bwMode="auto">
                <a:xfrm>
                  <a:off x="10497172" y="4338638"/>
                  <a:ext cx="3537291" cy="1946700"/>
                </a:xfrm>
                <a:custGeom>
                  <a:avLst/>
                  <a:gdLst>
                    <a:gd name="T0" fmla="*/ 372 w 2228"/>
                    <a:gd name="T1" fmla="*/ 886 h 1228"/>
                    <a:gd name="T2" fmla="*/ 394 w 2228"/>
                    <a:gd name="T3" fmla="*/ 898 h 1228"/>
                    <a:gd name="T4" fmla="*/ 394 w 2228"/>
                    <a:gd name="T5" fmla="*/ 1018 h 1228"/>
                    <a:gd name="T6" fmla="*/ 390 w 2228"/>
                    <a:gd name="T7" fmla="*/ 1034 h 1228"/>
                    <a:gd name="T8" fmla="*/ 368 w 2228"/>
                    <a:gd name="T9" fmla="*/ 1050 h 1228"/>
                    <a:gd name="T10" fmla="*/ 338 w 2228"/>
                    <a:gd name="T11" fmla="*/ 1084 h 1228"/>
                    <a:gd name="T12" fmla="*/ 322 w 2228"/>
                    <a:gd name="T13" fmla="*/ 1126 h 1228"/>
                    <a:gd name="T14" fmla="*/ 328 w 2228"/>
                    <a:gd name="T15" fmla="*/ 1164 h 1228"/>
                    <a:gd name="T16" fmla="*/ 364 w 2228"/>
                    <a:gd name="T17" fmla="*/ 1210 h 1228"/>
                    <a:gd name="T18" fmla="*/ 414 w 2228"/>
                    <a:gd name="T19" fmla="*/ 1228 h 1228"/>
                    <a:gd name="T20" fmla="*/ 452 w 2228"/>
                    <a:gd name="T21" fmla="*/ 1228 h 1228"/>
                    <a:gd name="T22" fmla="*/ 518 w 2228"/>
                    <a:gd name="T23" fmla="*/ 1202 h 1228"/>
                    <a:gd name="T24" fmla="*/ 554 w 2228"/>
                    <a:gd name="T25" fmla="*/ 1158 h 1228"/>
                    <a:gd name="T26" fmla="*/ 558 w 2228"/>
                    <a:gd name="T27" fmla="*/ 1138 h 1228"/>
                    <a:gd name="T28" fmla="*/ 552 w 2228"/>
                    <a:gd name="T29" fmla="*/ 1102 h 1228"/>
                    <a:gd name="T30" fmla="*/ 534 w 2228"/>
                    <a:gd name="T31" fmla="*/ 1072 h 1228"/>
                    <a:gd name="T32" fmla="*/ 492 w 2228"/>
                    <a:gd name="T33" fmla="*/ 1040 h 1228"/>
                    <a:gd name="T34" fmla="*/ 474 w 2228"/>
                    <a:gd name="T35" fmla="*/ 1030 h 1228"/>
                    <a:gd name="T36" fmla="*/ 466 w 2228"/>
                    <a:gd name="T37" fmla="*/ 1012 h 1228"/>
                    <a:gd name="T38" fmla="*/ 470 w 2228"/>
                    <a:gd name="T39" fmla="*/ 904 h 1228"/>
                    <a:gd name="T40" fmla="*/ 490 w 2228"/>
                    <a:gd name="T41" fmla="*/ 892 h 1228"/>
                    <a:gd name="T42" fmla="*/ 1294 w 2228"/>
                    <a:gd name="T43" fmla="*/ 820 h 1228"/>
                    <a:gd name="T44" fmla="*/ 1256 w 2228"/>
                    <a:gd name="T45" fmla="*/ 788 h 1228"/>
                    <a:gd name="T46" fmla="*/ 1220 w 2228"/>
                    <a:gd name="T47" fmla="*/ 730 h 1228"/>
                    <a:gd name="T48" fmla="*/ 1210 w 2228"/>
                    <a:gd name="T49" fmla="*/ 674 h 1228"/>
                    <a:gd name="T50" fmla="*/ 1214 w 2228"/>
                    <a:gd name="T51" fmla="*/ 646 h 1228"/>
                    <a:gd name="T52" fmla="*/ 1232 w 2228"/>
                    <a:gd name="T53" fmla="*/ 610 h 1228"/>
                    <a:gd name="T54" fmla="*/ 1260 w 2228"/>
                    <a:gd name="T55" fmla="*/ 584 h 1228"/>
                    <a:gd name="T56" fmla="*/ 1310 w 2228"/>
                    <a:gd name="T57" fmla="*/ 562 h 1228"/>
                    <a:gd name="T58" fmla="*/ 1366 w 2228"/>
                    <a:gd name="T59" fmla="*/ 554 h 1228"/>
                    <a:gd name="T60" fmla="*/ 1454 w 2228"/>
                    <a:gd name="T61" fmla="*/ 568 h 1228"/>
                    <a:gd name="T62" fmla="*/ 1492 w 2228"/>
                    <a:gd name="T63" fmla="*/ 588 h 1228"/>
                    <a:gd name="T64" fmla="*/ 1520 w 2228"/>
                    <a:gd name="T65" fmla="*/ 616 h 1228"/>
                    <a:gd name="T66" fmla="*/ 1534 w 2228"/>
                    <a:gd name="T67" fmla="*/ 656 h 1228"/>
                    <a:gd name="T68" fmla="*/ 1534 w 2228"/>
                    <a:gd name="T69" fmla="*/ 686 h 1228"/>
                    <a:gd name="T70" fmla="*/ 1516 w 2228"/>
                    <a:gd name="T71" fmla="*/ 750 h 1228"/>
                    <a:gd name="T72" fmla="*/ 1478 w 2228"/>
                    <a:gd name="T73" fmla="*/ 802 h 1228"/>
                    <a:gd name="T74" fmla="*/ 2228 w 2228"/>
                    <a:gd name="T75" fmla="*/ 888 h 1228"/>
                    <a:gd name="T76" fmla="*/ 2168 w 2228"/>
                    <a:gd name="T77" fmla="*/ 754 h 1228"/>
                    <a:gd name="T78" fmla="*/ 2052 w 2228"/>
                    <a:gd name="T79" fmla="*/ 564 h 1228"/>
                    <a:gd name="T80" fmla="*/ 1982 w 2228"/>
                    <a:gd name="T81" fmla="*/ 478 h 1228"/>
                    <a:gd name="T82" fmla="*/ 1904 w 2228"/>
                    <a:gd name="T83" fmla="*/ 404 h 1228"/>
                    <a:gd name="T84" fmla="*/ 1798 w 2228"/>
                    <a:gd name="T85" fmla="*/ 318 h 1228"/>
                    <a:gd name="T86" fmla="*/ 1636 w 2228"/>
                    <a:gd name="T87" fmla="*/ 204 h 1228"/>
                    <a:gd name="T88" fmla="*/ 1468 w 2228"/>
                    <a:gd name="T89" fmla="*/ 114 h 1228"/>
                    <a:gd name="T90" fmla="*/ 1282 w 2228"/>
                    <a:gd name="T91" fmla="*/ 48 h 1228"/>
                    <a:gd name="T92" fmla="*/ 1076 w 2228"/>
                    <a:gd name="T93" fmla="*/ 10 h 1228"/>
                    <a:gd name="T94" fmla="*/ 920 w 2228"/>
                    <a:gd name="T95" fmla="*/ 0 h 1228"/>
                    <a:gd name="T96" fmla="*/ 762 w 2228"/>
                    <a:gd name="T97" fmla="*/ 6 h 1228"/>
                    <a:gd name="T98" fmla="*/ 590 w 2228"/>
                    <a:gd name="T99" fmla="*/ 32 h 1228"/>
                    <a:gd name="T100" fmla="*/ 412 w 2228"/>
                    <a:gd name="T101" fmla="*/ 80 h 1228"/>
                    <a:gd name="T102" fmla="*/ 232 w 2228"/>
                    <a:gd name="T103" fmla="*/ 152 h 1228"/>
                    <a:gd name="T104" fmla="*/ 56 w 2228"/>
                    <a:gd name="T105" fmla="*/ 252 h 1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228" h="1228">
                      <a:moveTo>
                        <a:pt x="0" y="886"/>
                      </a:moveTo>
                      <a:lnTo>
                        <a:pt x="372" y="886"/>
                      </a:lnTo>
                      <a:lnTo>
                        <a:pt x="372" y="886"/>
                      </a:lnTo>
                      <a:lnTo>
                        <a:pt x="382" y="886"/>
                      </a:lnTo>
                      <a:lnTo>
                        <a:pt x="388" y="892"/>
                      </a:lnTo>
                      <a:lnTo>
                        <a:pt x="394" y="898"/>
                      </a:lnTo>
                      <a:lnTo>
                        <a:pt x="394" y="908"/>
                      </a:lnTo>
                      <a:lnTo>
                        <a:pt x="394" y="1018"/>
                      </a:lnTo>
                      <a:lnTo>
                        <a:pt x="394" y="1018"/>
                      </a:lnTo>
                      <a:lnTo>
                        <a:pt x="394" y="1024"/>
                      </a:lnTo>
                      <a:lnTo>
                        <a:pt x="392" y="1030"/>
                      </a:lnTo>
                      <a:lnTo>
                        <a:pt x="390" y="1034"/>
                      </a:lnTo>
                      <a:lnTo>
                        <a:pt x="384" y="1038"/>
                      </a:lnTo>
                      <a:lnTo>
                        <a:pt x="384" y="1038"/>
                      </a:lnTo>
                      <a:lnTo>
                        <a:pt x="368" y="1050"/>
                      </a:lnTo>
                      <a:lnTo>
                        <a:pt x="358" y="1060"/>
                      </a:lnTo>
                      <a:lnTo>
                        <a:pt x="346" y="1072"/>
                      </a:lnTo>
                      <a:lnTo>
                        <a:pt x="338" y="1084"/>
                      </a:lnTo>
                      <a:lnTo>
                        <a:pt x="330" y="1098"/>
                      </a:lnTo>
                      <a:lnTo>
                        <a:pt x="324" y="1112"/>
                      </a:lnTo>
                      <a:lnTo>
                        <a:pt x="322" y="1126"/>
                      </a:lnTo>
                      <a:lnTo>
                        <a:pt x="322" y="1126"/>
                      </a:lnTo>
                      <a:lnTo>
                        <a:pt x="324" y="1146"/>
                      </a:lnTo>
                      <a:lnTo>
                        <a:pt x="328" y="1164"/>
                      </a:lnTo>
                      <a:lnTo>
                        <a:pt x="336" y="1182"/>
                      </a:lnTo>
                      <a:lnTo>
                        <a:pt x="348" y="1196"/>
                      </a:lnTo>
                      <a:lnTo>
                        <a:pt x="364" y="1210"/>
                      </a:lnTo>
                      <a:lnTo>
                        <a:pt x="382" y="1220"/>
                      </a:lnTo>
                      <a:lnTo>
                        <a:pt x="402" y="1226"/>
                      </a:lnTo>
                      <a:lnTo>
                        <a:pt x="414" y="1228"/>
                      </a:lnTo>
                      <a:lnTo>
                        <a:pt x="426" y="1228"/>
                      </a:lnTo>
                      <a:lnTo>
                        <a:pt x="426" y="1228"/>
                      </a:lnTo>
                      <a:lnTo>
                        <a:pt x="452" y="1228"/>
                      </a:lnTo>
                      <a:lnTo>
                        <a:pt x="478" y="1222"/>
                      </a:lnTo>
                      <a:lnTo>
                        <a:pt x="500" y="1214"/>
                      </a:lnTo>
                      <a:lnTo>
                        <a:pt x="518" y="1202"/>
                      </a:lnTo>
                      <a:lnTo>
                        <a:pt x="534" y="1190"/>
                      </a:lnTo>
                      <a:lnTo>
                        <a:pt x="546" y="1174"/>
                      </a:lnTo>
                      <a:lnTo>
                        <a:pt x="554" y="1158"/>
                      </a:lnTo>
                      <a:lnTo>
                        <a:pt x="556" y="1148"/>
                      </a:lnTo>
                      <a:lnTo>
                        <a:pt x="558" y="1138"/>
                      </a:lnTo>
                      <a:lnTo>
                        <a:pt x="558" y="1138"/>
                      </a:lnTo>
                      <a:lnTo>
                        <a:pt x="558" y="1126"/>
                      </a:lnTo>
                      <a:lnTo>
                        <a:pt x="556" y="1112"/>
                      </a:lnTo>
                      <a:lnTo>
                        <a:pt x="552" y="1102"/>
                      </a:lnTo>
                      <a:lnTo>
                        <a:pt x="546" y="1090"/>
                      </a:lnTo>
                      <a:lnTo>
                        <a:pt x="540" y="1080"/>
                      </a:lnTo>
                      <a:lnTo>
                        <a:pt x="534" y="1072"/>
                      </a:lnTo>
                      <a:lnTo>
                        <a:pt x="520" y="1058"/>
                      </a:lnTo>
                      <a:lnTo>
                        <a:pt x="506" y="1046"/>
                      </a:lnTo>
                      <a:lnTo>
                        <a:pt x="492" y="1040"/>
                      </a:lnTo>
                      <a:lnTo>
                        <a:pt x="480" y="1034"/>
                      </a:lnTo>
                      <a:lnTo>
                        <a:pt x="480" y="1034"/>
                      </a:lnTo>
                      <a:lnTo>
                        <a:pt x="474" y="1030"/>
                      </a:lnTo>
                      <a:lnTo>
                        <a:pt x="470" y="1024"/>
                      </a:lnTo>
                      <a:lnTo>
                        <a:pt x="466" y="1018"/>
                      </a:lnTo>
                      <a:lnTo>
                        <a:pt x="466" y="1012"/>
                      </a:lnTo>
                      <a:lnTo>
                        <a:pt x="468" y="912"/>
                      </a:lnTo>
                      <a:lnTo>
                        <a:pt x="468" y="912"/>
                      </a:lnTo>
                      <a:lnTo>
                        <a:pt x="470" y="904"/>
                      </a:lnTo>
                      <a:lnTo>
                        <a:pt x="476" y="898"/>
                      </a:lnTo>
                      <a:lnTo>
                        <a:pt x="482" y="894"/>
                      </a:lnTo>
                      <a:lnTo>
                        <a:pt x="490" y="892"/>
                      </a:lnTo>
                      <a:lnTo>
                        <a:pt x="1294" y="892"/>
                      </a:lnTo>
                      <a:lnTo>
                        <a:pt x="1294" y="820"/>
                      </a:lnTo>
                      <a:lnTo>
                        <a:pt x="1294" y="820"/>
                      </a:lnTo>
                      <a:lnTo>
                        <a:pt x="1282" y="812"/>
                      </a:lnTo>
                      <a:lnTo>
                        <a:pt x="1270" y="802"/>
                      </a:lnTo>
                      <a:lnTo>
                        <a:pt x="1256" y="788"/>
                      </a:lnTo>
                      <a:lnTo>
                        <a:pt x="1242" y="772"/>
                      </a:lnTo>
                      <a:lnTo>
                        <a:pt x="1230" y="752"/>
                      </a:lnTo>
                      <a:lnTo>
                        <a:pt x="1220" y="730"/>
                      </a:lnTo>
                      <a:lnTo>
                        <a:pt x="1212" y="704"/>
                      </a:lnTo>
                      <a:lnTo>
                        <a:pt x="1210" y="690"/>
                      </a:lnTo>
                      <a:lnTo>
                        <a:pt x="1210" y="674"/>
                      </a:lnTo>
                      <a:lnTo>
                        <a:pt x="1210" y="674"/>
                      </a:lnTo>
                      <a:lnTo>
                        <a:pt x="1212" y="660"/>
                      </a:lnTo>
                      <a:lnTo>
                        <a:pt x="1214" y="646"/>
                      </a:lnTo>
                      <a:lnTo>
                        <a:pt x="1218" y="632"/>
                      </a:lnTo>
                      <a:lnTo>
                        <a:pt x="1224" y="620"/>
                      </a:lnTo>
                      <a:lnTo>
                        <a:pt x="1232" y="610"/>
                      </a:lnTo>
                      <a:lnTo>
                        <a:pt x="1240" y="600"/>
                      </a:lnTo>
                      <a:lnTo>
                        <a:pt x="1250" y="592"/>
                      </a:lnTo>
                      <a:lnTo>
                        <a:pt x="1260" y="584"/>
                      </a:lnTo>
                      <a:lnTo>
                        <a:pt x="1272" y="576"/>
                      </a:lnTo>
                      <a:lnTo>
                        <a:pt x="1284" y="570"/>
                      </a:lnTo>
                      <a:lnTo>
                        <a:pt x="1310" y="562"/>
                      </a:lnTo>
                      <a:lnTo>
                        <a:pt x="1338" y="556"/>
                      </a:lnTo>
                      <a:lnTo>
                        <a:pt x="1366" y="554"/>
                      </a:lnTo>
                      <a:lnTo>
                        <a:pt x="1366" y="554"/>
                      </a:lnTo>
                      <a:lnTo>
                        <a:pt x="1396" y="556"/>
                      </a:lnTo>
                      <a:lnTo>
                        <a:pt x="1426" y="560"/>
                      </a:lnTo>
                      <a:lnTo>
                        <a:pt x="1454" y="568"/>
                      </a:lnTo>
                      <a:lnTo>
                        <a:pt x="1466" y="574"/>
                      </a:lnTo>
                      <a:lnTo>
                        <a:pt x="1480" y="580"/>
                      </a:lnTo>
                      <a:lnTo>
                        <a:pt x="1492" y="588"/>
                      </a:lnTo>
                      <a:lnTo>
                        <a:pt x="1502" y="596"/>
                      </a:lnTo>
                      <a:lnTo>
                        <a:pt x="1512" y="606"/>
                      </a:lnTo>
                      <a:lnTo>
                        <a:pt x="1520" y="616"/>
                      </a:lnTo>
                      <a:lnTo>
                        <a:pt x="1526" y="628"/>
                      </a:lnTo>
                      <a:lnTo>
                        <a:pt x="1530" y="642"/>
                      </a:lnTo>
                      <a:lnTo>
                        <a:pt x="1534" y="656"/>
                      </a:lnTo>
                      <a:lnTo>
                        <a:pt x="1534" y="672"/>
                      </a:lnTo>
                      <a:lnTo>
                        <a:pt x="1534" y="672"/>
                      </a:lnTo>
                      <a:lnTo>
                        <a:pt x="1534" y="686"/>
                      </a:lnTo>
                      <a:lnTo>
                        <a:pt x="1532" y="700"/>
                      </a:lnTo>
                      <a:lnTo>
                        <a:pt x="1526" y="726"/>
                      </a:lnTo>
                      <a:lnTo>
                        <a:pt x="1516" y="750"/>
                      </a:lnTo>
                      <a:lnTo>
                        <a:pt x="1504" y="770"/>
                      </a:lnTo>
                      <a:lnTo>
                        <a:pt x="1490" y="788"/>
                      </a:lnTo>
                      <a:lnTo>
                        <a:pt x="1478" y="802"/>
                      </a:lnTo>
                      <a:lnTo>
                        <a:pt x="1456" y="822"/>
                      </a:lnTo>
                      <a:lnTo>
                        <a:pt x="1456" y="888"/>
                      </a:lnTo>
                      <a:lnTo>
                        <a:pt x="2228" y="888"/>
                      </a:lnTo>
                      <a:lnTo>
                        <a:pt x="2228" y="888"/>
                      </a:lnTo>
                      <a:lnTo>
                        <a:pt x="2200" y="820"/>
                      </a:lnTo>
                      <a:lnTo>
                        <a:pt x="2168" y="754"/>
                      </a:lnTo>
                      <a:lnTo>
                        <a:pt x="2132" y="688"/>
                      </a:lnTo>
                      <a:lnTo>
                        <a:pt x="2094" y="624"/>
                      </a:lnTo>
                      <a:lnTo>
                        <a:pt x="2052" y="564"/>
                      </a:lnTo>
                      <a:lnTo>
                        <a:pt x="2030" y="534"/>
                      </a:lnTo>
                      <a:lnTo>
                        <a:pt x="2006" y="506"/>
                      </a:lnTo>
                      <a:lnTo>
                        <a:pt x="1982" y="478"/>
                      </a:lnTo>
                      <a:lnTo>
                        <a:pt x="1956" y="452"/>
                      </a:lnTo>
                      <a:lnTo>
                        <a:pt x="1930" y="428"/>
                      </a:lnTo>
                      <a:lnTo>
                        <a:pt x="1904" y="404"/>
                      </a:lnTo>
                      <a:lnTo>
                        <a:pt x="1904" y="404"/>
                      </a:lnTo>
                      <a:lnTo>
                        <a:pt x="1850" y="360"/>
                      </a:lnTo>
                      <a:lnTo>
                        <a:pt x="1798" y="318"/>
                      </a:lnTo>
                      <a:lnTo>
                        <a:pt x="1744" y="278"/>
                      </a:lnTo>
                      <a:lnTo>
                        <a:pt x="1690" y="240"/>
                      </a:lnTo>
                      <a:lnTo>
                        <a:pt x="1636" y="204"/>
                      </a:lnTo>
                      <a:lnTo>
                        <a:pt x="1582" y="172"/>
                      </a:lnTo>
                      <a:lnTo>
                        <a:pt x="1524" y="142"/>
                      </a:lnTo>
                      <a:lnTo>
                        <a:pt x="1468" y="114"/>
                      </a:lnTo>
                      <a:lnTo>
                        <a:pt x="1408" y="88"/>
                      </a:lnTo>
                      <a:lnTo>
                        <a:pt x="1346" y="66"/>
                      </a:lnTo>
                      <a:lnTo>
                        <a:pt x="1282" y="48"/>
                      </a:lnTo>
                      <a:lnTo>
                        <a:pt x="1216" y="32"/>
                      </a:lnTo>
                      <a:lnTo>
                        <a:pt x="1148" y="18"/>
                      </a:lnTo>
                      <a:lnTo>
                        <a:pt x="1076" y="10"/>
                      </a:lnTo>
                      <a:lnTo>
                        <a:pt x="1000" y="2"/>
                      </a:lnTo>
                      <a:lnTo>
                        <a:pt x="920" y="0"/>
                      </a:lnTo>
                      <a:lnTo>
                        <a:pt x="920" y="0"/>
                      </a:lnTo>
                      <a:lnTo>
                        <a:pt x="870" y="0"/>
                      </a:lnTo>
                      <a:lnTo>
                        <a:pt x="816" y="2"/>
                      </a:lnTo>
                      <a:lnTo>
                        <a:pt x="762" y="6"/>
                      </a:lnTo>
                      <a:lnTo>
                        <a:pt x="706" y="12"/>
                      </a:lnTo>
                      <a:lnTo>
                        <a:pt x="648" y="22"/>
                      </a:lnTo>
                      <a:lnTo>
                        <a:pt x="590" y="32"/>
                      </a:lnTo>
                      <a:lnTo>
                        <a:pt x="530" y="46"/>
                      </a:lnTo>
                      <a:lnTo>
                        <a:pt x="472" y="60"/>
                      </a:lnTo>
                      <a:lnTo>
                        <a:pt x="412" y="80"/>
                      </a:lnTo>
                      <a:lnTo>
                        <a:pt x="352" y="100"/>
                      </a:lnTo>
                      <a:lnTo>
                        <a:pt x="292" y="124"/>
                      </a:lnTo>
                      <a:lnTo>
                        <a:pt x="232" y="152"/>
                      </a:lnTo>
                      <a:lnTo>
                        <a:pt x="172" y="182"/>
                      </a:lnTo>
                      <a:lnTo>
                        <a:pt x="114" y="216"/>
                      </a:lnTo>
                      <a:lnTo>
                        <a:pt x="56" y="252"/>
                      </a:lnTo>
                      <a:lnTo>
                        <a:pt x="0" y="292"/>
                      </a:lnTo>
                      <a:lnTo>
                        <a:pt x="0" y="886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80" name="Freeform 152"/>
                <p:cNvSpPr>
                  <a:spLocks/>
                </p:cNvSpPr>
                <p:nvPr/>
              </p:nvSpPr>
              <p:spPr bwMode="auto">
                <a:xfrm>
                  <a:off x="11941223" y="5284795"/>
                  <a:ext cx="1895586" cy="2004400"/>
                </a:xfrm>
                <a:custGeom>
                  <a:avLst/>
                  <a:gdLst>
                    <a:gd name="T0" fmla="*/ 2147483647 w 1194"/>
                    <a:gd name="T1" fmla="*/ 2147483647 h 1262"/>
                    <a:gd name="T2" fmla="*/ 2147483647 w 1194"/>
                    <a:gd name="T3" fmla="*/ 2147483647 h 1262"/>
                    <a:gd name="T4" fmla="*/ 2147483647 w 1194"/>
                    <a:gd name="T5" fmla="*/ 2147483647 h 1262"/>
                    <a:gd name="T6" fmla="*/ 2147483647 w 1194"/>
                    <a:gd name="T7" fmla="*/ 2147483647 h 1262"/>
                    <a:gd name="T8" fmla="*/ 2147483647 w 1194"/>
                    <a:gd name="T9" fmla="*/ 2147483647 h 1262"/>
                    <a:gd name="T10" fmla="*/ 2147483647 w 1194"/>
                    <a:gd name="T11" fmla="*/ 2147483647 h 1262"/>
                    <a:gd name="T12" fmla="*/ 2147483647 w 1194"/>
                    <a:gd name="T13" fmla="*/ 2147483647 h 1262"/>
                    <a:gd name="T14" fmla="*/ 2147483647 w 1194"/>
                    <a:gd name="T15" fmla="*/ 2147483647 h 1262"/>
                    <a:gd name="T16" fmla="*/ 2147483647 w 1194"/>
                    <a:gd name="T17" fmla="*/ 2147483647 h 1262"/>
                    <a:gd name="T18" fmla="*/ 2147483647 w 1194"/>
                    <a:gd name="T19" fmla="*/ 2147483647 h 1262"/>
                    <a:gd name="T20" fmla="*/ 2147483647 w 1194"/>
                    <a:gd name="T21" fmla="*/ 2147483647 h 1262"/>
                    <a:gd name="T22" fmla="*/ 2147483647 w 1194"/>
                    <a:gd name="T23" fmla="*/ 2147483647 h 1262"/>
                    <a:gd name="T24" fmla="*/ 2147483647 w 1194"/>
                    <a:gd name="T25" fmla="*/ 2147483647 h 1262"/>
                    <a:gd name="T26" fmla="*/ 2147483647 w 1194"/>
                    <a:gd name="T27" fmla="*/ 2147483647 h 1262"/>
                    <a:gd name="T28" fmla="*/ 2147483647 w 1194"/>
                    <a:gd name="T29" fmla="*/ 2147483647 h 1262"/>
                    <a:gd name="T30" fmla="*/ 2147483647 w 1194"/>
                    <a:gd name="T31" fmla="*/ 2147483647 h 1262"/>
                    <a:gd name="T32" fmla="*/ 2147483647 w 1194"/>
                    <a:gd name="T33" fmla="*/ 2147483647 h 1262"/>
                    <a:gd name="T34" fmla="*/ 2147483647 w 1194"/>
                    <a:gd name="T35" fmla="*/ 2147483647 h 1262"/>
                    <a:gd name="T36" fmla="*/ 2147483647 w 1194"/>
                    <a:gd name="T37" fmla="*/ 2147483647 h 1262"/>
                    <a:gd name="T38" fmla="*/ 2147483647 w 1194"/>
                    <a:gd name="T39" fmla="*/ 2147483647 h 1262"/>
                    <a:gd name="T40" fmla="*/ 2147483647 w 1194"/>
                    <a:gd name="T41" fmla="*/ 2147483647 h 1262"/>
                    <a:gd name="T42" fmla="*/ 2147483647 w 1194"/>
                    <a:gd name="T43" fmla="*/ 2147483647 h 1262"/>
                    <a:gd name="T44" fmla="*/ 2147483647 w 1194"/>
                    <a:gd name="T45" fmla="*/ 2147483647 h 1262"/>
                    <a:gd name="T46" fmla="*/ 2147483647 w 1194"/>
                    <a:gd name="T47" fmla="*/ 2147483647 h 1262"/>
                    <a:gd name="T48" fmla="*/ 2147483647 w 1194"/>
                    <a:gd name="T49" fmla="*/ 2147483647 h 1262"/>
                    <a:gd name="T50" fmla="*/ 2147483647 w 1194"/>
                    <a:gd name="T51" fmla="*/ 2147483647 h 1262"/>
                    <a:gd name="T52" fmla="*/ 2147483647 w 1194"/>
                    <a:gd name="T53" fmla="*/ 2147483647 h 1262"/>
                    <a:gd name="T54" fmla="*/ 2147483647 w 1194"/>
                    <a:gd name="T55" fmla="*/ 2147483647 h 1262"/>
                    <a:gd name="T56" fmla="*/ 2147483647 w 1194"/>
                    <a:gd name="T57" fmla="*/ 2147483647 h 1262"/>
                    <a:gd name="T58" fmla="*/ 2147483647 w 1194"/>
                    <a:gd name="T59" fmla="*/ 2147483647 h 1262"/>
                    <a:gd name="T60" fmla="*/ 2147483647 w 1194"/>
                    <a:gd name="T61" fmla="*/ 2147483647 h 1262"/>
                    <a:gd name="T62" fmla="*/ 2147483647 w 1194"/>
                    <a:gd name="T63" fmla="*/ 2147483647 h 1262"/>
                    <a:gd name="T64" fmla="*/ 2147483647 w 1194"/>
                    <a:gd name="T65" fmla="*/ 2147483647 h 1262"/>
                    <a:gd name="T66" fmla="*/ 2147483647 w 1194"/>
                    <a:gd name="T67" fmla="*/ 2147483647 h 1262"/>
                    <a:gd name="T68" fmla="*/ 2147483647 w 1194"/>
                    <a:gd name="T69" fmla="*/ 2147483647 h 1262"/>
                    <a:gd name="T70" fmla="*/ 2147483647 w 1194"/>
                    <a:gd name="T71" fmla="*/ 2147483647 h 1262"/>
                    <a:gd name="T72" fmla="*/ 2147483647 w 1194"/>
                    <a:gd name="T73" fmla="*/ 2147483647 h 1262"/>
                    <a:gd name="T74" fmla="*/ 2147483647 w 1194"/>
                    <a:gd name="T75" fmla="*/ 2147483647 h 1262"/>
                    <a:gd name="T76" fmla="*/ 2147483647 w 1194"/>
                    <a:gd name="T77" fmla="*/ 2147483647 h 1262"/>
                    <a:gd name="T78" fmla="*/ 2147483647 w 1194"/>
                    <a:gd name="T79" fmla="*/ 2147483647 h 1262"/>
                    <a:gd name="T80" fmla="*/ 2147483647 w 1194"/>
                    <a:gd name="T81" fmla="*/ 2147483647 h 1262"/>
                    <a:gd name="T82" fmla="*/ 2147483647 w 1194"/>
                    <a:gd name="T83" fmla="*/ 2147483647 h 1262"/>
                    <a:gd name="T84" fmla="*/ 2147483647 w 1194"/>
                    <a:gd name="T85" fmla="*/ 2147483647 h 1262"/>
                    <a:gd name="T86" fmla="*/ 2147483647 w 1194"/>
                    <a:gd name="T87" fmla="*/ 2147483647 h 1262"/>
                    <a:gd name="T88" fmla="*/ 2147483647 w 1194"/>
                    <a:gd name="T89" fmla="*/ 0 h 1262"/>
                    <a:gd name="T90" fmla="*/ 2147483647 w 1194"/>
                    <a:gd name="T91" fmla="*/ 0 h 1262"/>
                    <a:gd name="T92" fmla="*/ 2147483647 w 1194"/>
                    <a:gd name="T93" fmla="*/ 2147483647 h 1262"/>
                    <a:gd name="T94" fmla="*/ 2147483647 w 1194"/>
                    <a:gd name="T95" fmla="*/ 2147483647 h 1262"/>
                    <a:gd name="T96" fmla="*/ 2147483647 w 1194"/>
                    <a:gd name="T97" fmla="*/ 2147483647 h 1262"/>
                    <a:gd name="T98" fmla="*/ 2147483647 w 1194"/>
                    <a:gd name="T99" fmla="*/ 2147483647 h 1262"/>
                    <a:gd name="T100" fmla="*/ 2147483647 w 1194"/>
                    <a:gd name="T101" fmla="*/ 2147483647 h 1262"/>
                    <a:gd name="T102" fmla="*/ 2147483647 w 1194"/>
                    <a:gd name="T103" fmla="*/ 2147483647 h 1262"/>
                    <a:gd name="T104" fmla="*/ 2147483647 w 1194"/>
                    <a:gd name="T105" fmla="*/ 2147483647 h 1262"/>
                    <a:gd name="T106" fmla="*/ 2147483647 w 1194"/>
                    <a:gd name="T107" fmla="*/ 2147483647 h 1262"/>
                    <a:gd name="T108" fmla="*/ 2147483647 w 1194"/>
                    <a:gd name="T109" fmla="*/ 2147483647 h 1262"/>
                    <a:gd name="T110" fmla="*/ 2147483647 w 1194"/>
                    <a:gd name="T111" fmla="*/ 2147483647 h 1262"/>
                    <a:gd name="T112" fmla="*/ 2147483647 w 1194"/>
                    <a:gd name="T113" fmla="*/ 2147483647 h 1262"/>
                    <a:gd name="T114" fmla="*/ 2147483647 w 1194"/>
                    <a:gd name="T115" fmla="*/ 2147483647 h 1262"/>
                    <a:gd name="T116" fmla="*/ 2147483647 w 1194"/>
                    <a:gd name="T117" fmla="*/ 2147483647 h 1262"/>
                    <a:gd name="T118" fmla="*/ 2147483647 w 1194"/>
                    <a:gd name="T119" fmla="*/ 2147483647 h 1262"/>
                    <a:gd name="T120" fmla="*/ 2147483647 w 1194"/>
                    <a:gd name="T121" fmla="*/ 2147483647 h 1262"/>
                    <a:gd name="T122" fmla="*/ 0 w 1194"/>
                    <a:gd name="T123" fmla="*/ 2147483647 h 1262"/>
                    <a:gd name="T124" fmla="*/ 2147483647 w 1194"/>
                    <a:gd name="T125" fmla="*/ 2147483647 h 1262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1194"/>
                    <a:gd name="T190" fmla="*/ 0 h 1262"/>
                    <a:gd name="T191" fmla="*/ 1194 w 1194"/>
                    <a:gd name="T192" fmla="*/ 1262 h 1262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1194" h="1262">
                      <a:moveTo>
                        <a:pt x="866" y="844"/>
                      </a:moveTo>
                      <a:lnTo>
                        <a:pt x="866" y="844"/>
                      </a:lnTo>
                      <a:lnTo>
                        <a:pt x="868" y="836"/>
                      </a:lnTo>
                      <a:lnTo>
                        <a:pt x="874" y="828"/>
                      </a:lnTo>
                      <a:lnTo>
                        <a:pt x="880" y="824"/>
                      </a:lnTo>
                      <a:lnTo>
                        <a:pt x="890" y="822"/>
                      </a:lnTo>
                      <a:lnTo>
                        <a:pt x="984" y="822"/>
                      </a:lnTo>
                      <a:lnTo>
                        <a:pt x="994" y="824"/>
                      </a:lnTo>
                      <a:lnTo>
                        <a:pt x="1002" y="830"/>
                      </a:lnTo>
                      <a:lnTo>
                        <a:pt x="1020" y="850"/>
                      </a:lnTo>
                      <a:lnTo>
                        <a:pt x="1032" y="862"/>
                      </a:lnTo>
                      <a:lnTo>
                        <a:pt x="1046" y="874"/>
                      </a:lnTo>
                      <a:lnTo>
                        <a:pt x="1062" y="884"/>
                      </a:lnTo>
                      <a:lnTo>
                        <a:pt x="1078" y="894"/>
                      </a:lnTo>
                      <a:lnTo>
                        <a:pt x="1094" y="900"/>
                      </a:lnTo>
                      <a:lnTo>
                        <a:pt x="1112" y="902"/>
                      </a:lnTo>
                      <a:lnTo>
                        <a:pt x="1122" y="900"/>
                      </a:lnTo>
                      <a:lnTo>
                        <a:pt x="1134" y="898"/>
                      </a:lnTo>
                      <a:lnTo>
                        <a:pt x="1142" y="896"/>
                      </a:lnTo>
                      <a:lnTo>
                        <a:pt x="1150" y="890"/>
                      </a:lnTo>
                      <a:lnTo>
                        <a:pt x="1158" y="884"/>
                      </a:lnTo>
                      <a:lnTo>
                        <a:pt x="1166" y="878"/>
                      </a:lnTo>
                      <a:lnTo>
                        <a:pt x="1176" y="862"/>
                      </a:lnTo>
                      <a:lnTo>
                        <a:pt x="1184" y="842"/>
                      </a:lnTo>
                      <a:lnTo>
                        <a:pt x="1190" y="822"/>
                      </a:lnTo>
                      <a:lnTo>
                        <a:pt x="1194" y="800"/>
                      </a:lnTo>
                      <a:lnTo>
                        <a:pt x="1194" y="778"/>
                      </a:lnTo>
                      <a:lnTo>
                        <a:pt x="1194" y="754"/>
                      </a:lnTo>
                      <a:lnTo>
                        <a:pt x="1190" y="732"/>
                      </a:lnTo>
                      <a:lnTo>
                        <a:pt x="1182" y="714"/>
                      </a:lnTo>
                      <a:lnTo>
                        <a:pt x="1174" y="700"/>
                      </a:lnTo>
                      <a:lnTo>
                        <a:pt x="1162" y="686"/>
                      </a:lnTo>
                      <a:lnTo>
                        <a:pt x="1148" y="678"/>
                      </a:lnTo>
                      <a:lnTo>
                        <a:pt x="1132" y="672"/>
                      </a:lnTo>
                      <a:lnTo>
                        <a:pt x="1114" y="668"/>
                      </a:lnTo>
                      <a:lnTo>
                        <a:pt x="1100" y="670"/>
                      </a:lnTo>
                      <a:lnTo>
                        <a:pt x="1086" y="676"/>
                      </a:lnTo>
                      <a:lnTo>
                        <a:pt x="1070" y="684"/>
                      </a:lnTo>
                      <a:lnTo>
                        <a:pt x="1054" y="696"/>
                      </a:lnTo>
                      <a:lnTo>
                        <a:pt x="1038" y="708"/>
                      </a:lnTo>
                      <a:lnTo>
                        <a:pt x="1022" y="722"/>
                      </a:lnTo>
                      <a:lnTo>
                        <a:pt x="998" y="748"/>
                      </a:lnTo>
                      <a:lnTo>
                        <a:pt x="990" y="752"/>
                      </a:lnTo>
                      <a:lnTo>
                        <a:pt x="982" y="754"/>
                      </a:lnTo>
                      <a:lnTo>
                        <a:pt x="882" y="754"/>
                      </a:lnTo>
                      <a:lnTo>
                        <a:pt x="874" y="752"/>
                      </a:lnTo>
                      <a:lnTo>
                        <a:pt x="868" y="748"/>
                      </a:lnTo>
                      <a:lnTo>
                        <a:pt x="862" y="742"/>
                      </a:lnTo>
                      <a:lnTo>
                        <a:pt x="860" y="732"/>
                      </a:lnTo>
                      <a:lnTo>
                        <a:pt x="860" y="334"/>
                      </a:lnTo>
                      <a:lnTo>
                        <a:pt x="522" y="334"/>
                      </a:lnTo>
                      <a:lnTo>
                        <a:pt x="514" y="332"/>
                      </a:lnTo>
                      <a:lnTo>
                        <a:pt x="508" y="328"/>
                      </a:lnTo>
                      <a:lnTo>
                        <a:pt x="502" y="320"/>
                      </a:lnTo>
                      <a:lnTo>
                        <a:pt x="500" y="312"/>
                      </a:lnTo>
                      <a:lnTo>
                        <a:pt x="500" y="214"/>
                      </a:lnTo>
                      <a:lnTo>
                        <a:pt x="502" y="208"/>
                      </a:lnTo>
                      <a:lnTo>
                        <a:pt x="504" y="204"/>
                      </a:lnTo>
                      <a:lnTo>
                        <a:pt x="506" y="198"/>
                      </a:lnTo>
                      <a:lnTo>
                        <a:pt x="512" y="196"/>
                      </a:lnTo>
                      <a:lnTo>
                        <a:pt x="522" y="186"/>
                      </a:lnTo>
                      <a:lnTo>
                        <a:pt x="534" y="176"/>
                      </a:lnTo>
                      <a:lnTo>
                        <a:pt x="546" y="162"/>
                      </a:lnTo>
                      <a:lnTo>
                        <a:pt x="558" y="146"/>
                      </a:lnTo>
                      <a:lnTo>
                        <a:pt x="570" y="124"/>
                      </a:lnTo>
                      <a:lnTo>
                        <a:pt x="574" y="112"/>
                      </a:lnTo>
                      <a:lnTo>
                        <a:pt x="578" y="100"/>
                      </a:lnTo>
                      <a:lnTo>
                        <a:pt x="580" y="88"/>
                      </a:lnTo>
                      <a:lnTo>
                        <a:pt x="580" y="74"/>
                      </a:lnTo>
                      <a:lnTo>
                        <a:pt x="580" y="62"/>
                      </a:lnTo>
                      <a:lnTo>
                        <a:pt x="576" y="50"/>
                      </a:lnTo>
                      <a:lnTo>
                        <a:pt x="570" y="40"/>
                      </a:lnTo>
                      <a:lnTo>
                        <a:pt x="564" y="32"/>
                      </a:lnTo>
                      <a:lnTo>
                        <a:pt x="556" y="26"/>
                      </a:lnTo>
                      <a:lnTo>
                        <a:pt x="546" y="20"/>
                      </a:lnTo>
                      <a:lnTo>
                        <a:pt x="526" y="10"/>
                      </a:lnTo>
                      <a:lnTo>
                        <a:pt x="504" y="4"/>
                      </a:lnTo>
                      <a:lnTo>
                        <a:pt x="484" y="2"/>
                      </a:lnTo>
                      <a:lnTo>
                        <a:pt x="456" y="0"/>
                      </a:lnTo>
                      <a:lnTo>
                        <a:pt x="440" y="0"/>
                      </a:lnTo>
                      <a:lnTo>
                        <a:pt x="422" y="4"/>
                      </a:lnTo>
                      <a:lnTo>
                        <a:pt x="402" y="8"/>
                      </a:lnTo>
                      <a:lnTo>
                        <a:pt x="384" y="16"/>
                      </a:lnTo>
                      <a:lnTo>
                        <a:pt x="368" y="26"/>
                      </a:lnTo>
                      <a:lnTo>
                        <a:pt x="362" y="32"/>
                      </a:lnTo>
                      <a:lnTo>
                        <a:pt x="356" y="40"/>
                      </a:lnTo>
                      <a:lnTo>
                        <a:pt x="352" y="48"/>
                      </a:lnTo>
                      <a:lnTo>
                        <a:pt x="348" y="56"/>
                      </a:lnTo>
                      <a:lnTo>
                        <a:pt x="346" y="66"/>
                      </a:lnTo>
                      <a:lnTo>
                        <a:pt x="344" y="76"/>
                      </a:lnTo>
                      <a:lnTo>
                        <a:pt x="346" y="90"/>
                      </a:lnTo>
                      <a:lnTo>
                        <a:pt x="348" y="102"/>
                      </a:lnTo>
                      <a:lnTo>
                        <a:pt x="350" y="114"/>
                      </a:lnTo>
                      <a:lnTo>
                        <a:pt x="356" y="126"/>
                      </a:lnTo>
                      <a:lnTo>
                        <a:pt x="366" y="146"/>
                      </a:lnTo>
                      <a:lnTo>
                        <a:pt x="380" y="162"/>
                      </a:lnTo>
                      <a:lnTo>
                        <a:pt x="392" y="174"/>
                      </a:lnTo>
                      <a:lnTo>
                        <a:pt x="404" y="182"/>
                      </a:lnTo>
                      <a:lnTo>
                        <a:pt x="416" y="192"/>
                      </a:lnTo>
                      <a:lnTo>
                        <a:pt x="420" y="194"/>
                      </a:lnTo>
                      <a:lnTo>
                        <a:pt x="424" y="200"/>
                      </a:lnTo>
                      <a:lnTo>
                        <a:pt x="426" y="204"/>
                      </a:lnTo>
                      <a:lnTo>
                        <a:pt x="428" y="210"/>
                      </a:lnTo>
                      <a:lnTo>
                        <a:pt x="428" y="316"/>
                      </a:lnTo>
                      <a:lnTo>
                        <a:pt x="426" y="324"/>
                      </a:lnTo>
                      <a:lnTo>
                        <a:pt x="420" y="332"/>
                      </a:lnTo>
                      <a:lnTo>
                        <a:pt x="414" y="336"/>
                      </a:lnTo>
                      <a:lnTo>
                        <a:pt x="406" y="338"/>
                      </a:lnTo>
                      <a:lnTo>
                        <a:pt x="0" y="338"/>
                      </a:lnTo>
                      <a:lnTo>
                        <a:pt x="0" y="1262"/>
                      </a:lnTo>
                      <a:lnTo>
                        <a:pt x="866" y="1262"/>
                      </a:lnTo>
                      <a:lnTo>
                        <a:pt x="866" y="844"/>
                      </a:lnTo>
                      <a:close/>
                    </a:path>
                  </a:pathLst>
                </a:custGeom>
                <a:solidFill>
                  <a:srgbClr val="16A98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81" name="Freeform 153"/>
                <p:cNvSpPr>
                  <a:spLocks/>
                </p:cNvSpPr>
                <p:nvPr/>
              </p:nvSpPr>
              <p:spPr bwMode="auto">
                <a:xfrm>
                  <a:off x="12867196" y="5820512"/>
                  <a:ext cx="1328950" cy="2876349"/>
                </a:xfrm>
                <a:custGeom>
                  <a:avLst/>
                  <a:gdLst>
                    <a:gd name="T0" fmla="*/ 388 w 836"/>
                    <a:gd name="T1" fmla="*/ 372 h 1812"/>
                    <a:gd name="T2" fmla="*/ 428 w 836"/>
                    <a:gd name="T3" fmla="*/ 334 h 1812"/>
                    <a:gd name="T4" fmla="*/ 488 w 836"/>
                    <a:gd name="T5" fmla="*/ 296 h 1812"/>
                    <a:gd name="T6" fmla="*/ 532 w 836"/>
                    <a:gd name="T7" fmla="*/ 286 h 1812"/>
                    <a:gd name="T8" fmla="*/ 576 w 836"/>
                    <a:gd name="T9" fmla="*/ 296 h 1812"/>
                    <a:gd name="T10" fmla="*/ 616 w 836"/>
                    <a:gd name="T11" fmla="*/ 324 h 1812"/>
                    <a:gd name="T12" fmla="*/ 638 w 836"/>
                    <a:gd name="T13" fmla="*/ 356 h 1812"/>
                    <a:gd name="T14" fmla="*/ 652 w 836"/>
                    <a:gd name="T15" fmla="*/ 402 h 1812"/>
                    <a:gd name="T16" fmla="*/ 656 w 836"/>
                    <a:gd name="T17" fmla="*/ 440 h 1812"/>
                    <a:gd name="T18" fmla="*/ 650 w 836"/>
                    <a:gd name="T19" fmla="*/ 492 h 1812"/>
                    <a:gd name="T20" fmla="*/ 636 w 836"/>
                    <a:gd name="T21" fmla="*/ 538 h 1812"/>
                    <a:gd name="T22" fmla="*/ 612 w 836"/>
                    <a:gd name="T23" fmla="*/ 572 h 1812"/>
                    <a:gd name="T24" fmla="*/ 580 w 836"/>
                    <a:gd name="T25" fmla="*/ 596 h 1812"/>
                    <a:gd name="T26" fmla="*/ 542 w 836"/>
                    <a:gd name="T27" fmla="*/ 606 h 1812"/>
                    <a:gd name="T28" fmla="*/ 516 w 836"/>
                    <a:gd name="T29" fmla="*/ 608 h 1812"/>
                    <a:gd name="T30" fmla="*/ 462 w 836"/>
                    <a:gd name="T31" fmla="*/ 588 h 1812"/>
                    <a:gd name="T32" fmla="*/ 410 w 836"/>
                    <a:gd name="T33" fmla="*/ 550 h 1812"/>
                    <a:gd name="T34" fmla="*/ 328 w 836"/>
                    <a:gd name="T35" fmla="*/ 1226 h 1812"/>
                    <a:gd name="T36" fmla="*/ 320 w 836"/>
                    <a:gd name="T37" fmla="*/ 1242 h 1812"/>
                    <a:gd name="T38" fmla="*/ 210 w 836"/>
                    <a:gd name="T39" fmla="*/ 1248 h 1812"/>
                    <a:gd name="T40" fmla="*/ 194 w 836"/>
                    <a:gd name="T41" fmla="*/ 1242 h 1812"/>
                    <a:gd name="T42" fmla="*/ 144 w 836"/>
                    <a:gd name="T43" fmla="*/ 1200 h 1812"/>
                    <a:gd name="T44" fmla="*/ 96 w 836"/>
                    <a:gd name="T45" fmla="*/ 1174 h 1812"/>
                    <a:gd name="T46" fmla="*/ 66 w 836"/>
                    <a:gd name="T47" fmla="*/ 1172 h 1812"/>
                    <a:gd name="T48" fmla="*/ 32 w 836"/>
                    <a:gd name="T49" fmla="*/ 1188 h 1812"/>
                    <a:gd name="T50" fmla="*/ 18 w 836"/>
                    <a:gd name="T51" fmla="*/ 1206 h 1812"/>
                    <a:gd name="T52" fmla="*/ 4 w 836"/>
                    <a:gd name="T53" fmla="*/ 1242 h 1812"/>
                    <a:gd name="T54" fmla="*/ 0 w 836"/>
                    <a:gd name="T55" fmla="*/ 1290 h 1812"/>
                    <a:gd name="T56" fmla="*/ 14 w 836"/>
                    <a:gd name="T57" fmla="*/ 1362 h 1812"/>
                    <a:gd name="T58" fmla="*/ 52 w 836"/>
                    <a:gd name="T59" fmla="*/ 1402 h 1812"/>
                    <a:gd name="T60" fmla="*/ 92 w 836"/>
                    <a:gd name="T61" fmla="*/ 1410 h 1812"/>
                    <a:gd name="T62" fmla="*/ 124 w 836"/>
                    <a:gd name="T63" fmla="*/ 1400 h 1812"/>
                    <a:gd name="T64" fmla="*/ 174 w 836"/>
                    <a:gd name="T65" fmla="*/ 1364 h 1812"/>
                    <a:gd name="T66" fmla="*/ 208 w 836"/>
                    <a:gd name="T67" fmla="*/ 1330 h 1812"/>
                    <a:gd name="T68" fmla="*/ 306 w 836"/>
                    <a:gd name="T69" fmla="*/ 1322 h 1812"/>
                    <a:gd name="T70" fmla="*/ 320 w 836"/>
                    <a:gd name="T71" fmla="*/ 1328 h 1812"/>
                    <a:gd name="T72" fmla="*/ 328 w 836"/>
                    <a:gd name="T73" fmla="*/ 1812 h 1812"/>
                    <a:gd name="T74" fmla="*/ 478 w 836"/>
                    <a:gd name="T75" fmla="*/ 1478 h 1812"/>
                    <a:gd name="T76" fmla="*/ 636 w 836"/>
                    <a:gd name="T77" fmla="*/ 1146 h 1812"/>
                    <a:gd name="T78" fmla="*/ 750 w 836"/>
                    <a:gd name="T79" fmla="*/ 892 h 1812"/>
                    <a:gd name="T80" fmla="*/ 792 w 836"/>
                    <a:gd name="T81" fmla="*/ 760 h 1812"/>
                    <a:gd name="T82" fmla="*/ 820 w 836"/>
                    <a:gd name="T83" fmla="*/ 634 h 1812"/>
                    <a:gd name="T84" fmla="*/ 834 w 836"/>
                    <a:gd name="T85" fmla="*/ 508 h 1812"/>
                    <a:gd name="T86" fmla="*/ 836 w 836"/>
                    <a:gd name="T87" fmla="*/ 420 h 1812"/>
                    <a:gd name="T88" fmla="*/ 824 w 836"/>
                    <a:gd name="T89" fmla="*/ 282 h 1812"/>
                    <a:gd name="T90" fmla="*/ 788 w 836"/>
                    <a:gd name="T91" fmla="*/ 118 h 1812"/>
                    <a:gd name="T92" fmla="*/ 320 w 836"/>
                    <a:gd name="T93" fmla="*/ 0 h 1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836" h="1812">
                      <a:moveTo>
                        <a:pt x="320" y="0"/>
                      </a:moveTo>
                      <a:lnTo>
                        <a:pt x="320" y="372"/>
                      </a:lnTo>
                      <a:lnTo>
                        <a:pt x="388" y="372"/>
                      </a:lnTo>
                      <a:lnTo>
                        <a:pt x="388" y="372"/>
                      </a:lnTo>
                      <a:lnTo>
                        <a:pt x="412" y="348"/>
                      </a:lnTo>
                      <a:lnTo>
                        <a:pt x="428" y="334"/>
                      </a:lnTo>
                      <a:lnTo>
                        <a:pt x="446" y="320"/>
                      </a:lnTo>
                      <a:lnTo>
                        <a:pt x="468" y="306"/>
                      </a:lnTo>
                      <a:lnTo>
                        <a:pt x="488" y="296"/>
                      </a:lnTo>
                      <a:lnTo>
                        <a:pt x="510" y="288"/>
                      </a:lnTo>
                      <a:lnTo>
                        <a:pt x="522" y="286"/>
                      </a:lnTo>
                      <a:lnTo>
                        <a:pt x="532" y="286"/>
                      </a:lnTo>
                      <a:lnTo>
                        <a:pt x="532" y="286"/>
                      </a:lnTo>
                      <a:lnTo>
                        <a:pt x="554" y="290"/>
                      </a:lnTo>
                      <a:lnTo>
                        <a:pt x="576" y="296"/>
                      </a:lnTo>
                      <a:lnTo>
                        <a:pt x="598" y="308"/>
                      </a:lnTo>
                      <a:lnTo>
                        <a:pt x="606" y="316"/>
                      </a:lnTo>
                      <a:lnTo>
                        <a:pt x="616" y="324"/>
                      </a:lnTo>
                      <a:lnTo>
                        <a:pt x="624" y="334"/>
                      </a:lnTo>
                      <a:lnTo>
                        <a:pt x="632" y="344"/>
                      </a:lnTo>
                      <a:lnTo>
                        <a:pt x="638" y="356"/>
                      </a:lnTo>
                      <a:lnTo>
                        <a:pt x="644" y="370"/>
                      </a:lnTo>
                      <a:lnTo>
                        <a:pt x="648" y="386"/>
                      </a:lnTo>
                      <a:lnTo>
                        <a:pt x="652" y="402"/>
                      </a:lnTo>
                      <a:lnTo>
                        <a:pt x="654" y="420"/>
                      </a:lnTo>
                      <a:lnTo>
                        <a:pt x="656" y="440"/>
                      </a:lnTo>
                      <a:lnTo>
                        <a:pt x="656" y="440"/>
                      </a:lnTo>
                      <a:lnTo>
                        <a:pt x="654" y="458"/>
                      </a:lnTo>
                      <a:lnTo>
                        <a:pt x="652" y="476"/>
                      </a:lnTo>
                      <a:lnTo>
                        <a:pt x="650" y="492"/>
                      </a:lnTo>
                      <a:lnTo>
                        <a:pt x="646" y="508"/>
                      </a:lnTo>
                      <a:lnTo>
                        <a:pt x="642" y="524"/>
                      </a:lnTo>
                      <a:lnTo>
                        <a:pt x="636" y="538"/>
                      </a:lnTo>
                      <a:lnTo>
                        <a:pt x="628" y="550"/>
                      </a:lnTo>
                      <a:lnTo>
                        <a:pt x="620" y="562"/>
                      </a:lnTo>
                      <a:lnTo>
                        <a:pt x="612" y="572"/>
                      </a:lnTo>
                      <a:lnTo>
                        <a:pt x="602" y="582"/>
                      </a:lnTo>
                      <a:lnTo>
                        <a:pt x="592" y="590"/>
                      </a:lnTo>
                      <a:lnTo>
                        <a:pt x="580" y="596"/>
                      </a:lnTo>
                      <a:lnTo>
                        <a:pt x="568" y="600"/>
                      </a:lnTo>
                      <a:lnTo>
                        <a:pt x="556" y="604"/>
                      </a:lnTo>
                      <a:lnTo>
                        <a:pt x="542" y="606"/>
                      </a:lnTo>
                      <a:lnTo>
                        <a:pt x="528" y="608"/>
                      </a:lnTo>
                      <a:lnTo>
                        <a:pt x="528" y="608"/>
                      </a:lnTo>
                      <a:lnTo>
                        <a:pt x="516" y="608"/>
                      </a:lnTo>
                      <a:lnTo>
                        <a:pt x="504" y="606"/>
                      </a:lnTo>
                      <a:lnTo>
                        <a:pt x="482" y="598"/>
                      </a:lnTo>
                      <a:lnTo>
                        <a:pt x="462" y="588"/>
                      </a:lnTo>
                      <a:lnTo>
                        <a:pt x="442" y="576"/>
                      </a:lnTo>
                      <a:lnTo>
                        <a:pt x="426" y="564"/>
                      </a:lnTo>
                      <a:lnTo>
                        <a:pt x="410" y="550"/>
                      </a:lnTo>
                      <a:lnTo>
                        <a:pt x="390" y="528"/>
                      </a:lnTo>
                      <a:lnTo>
                        <a:pt x="328" y="528"/>
                      </a:lnTo>
                      <a:lnTo>
                        <a:pt x="328" y="1226"/>
                      </a:lnTo>
                      <a:lnTo>
                        <a:pt x="328" y="1226"/>
                      </a:lnTo>
                      <a:lnTo>
                        <a:pt x="326" y="1234"/>
                      </a:lnTo>
                      <a:lnTo>
                        <a:pt x="320" y="1242"/>
                      </a:lnTo>
                      <a:lnTo>
                        <a:pt x="314" y="1246"/>
                      </a:lnTo>
                      <a:lnTo>
                        <a:pt x="306" y="1248"/>
                      </a:lnTo>
                      <a:lnTo>
                        <a:pt x="210" y="1248"/>
                      </a:lnTo>
                      <a:lnTo>
                        <a:pt x="210" y="1248"/>
                      </a:lnTo>
                      <a:lnTo>
                        <a:pt x="202" y="1246"/>
                      </a:lnTo>
                      <a:lnTo>
                        <a:pt x="194" y="1242"/>
                      </a:lnTo>
                      <a:lnTo>
                        <a:pt x="194" y="1242"/>
                      </a:lnTo>
                      <a:lnTo>
                        <a:pt x="174" y="1222"/>
                      </a:lnTo>
                      <a:lnTo>
                        <a:pt x="144" y="1200"/>
                      </a:lnTo>
                      <a:lnTo>
                        <a:pt x="128" y="1190"/>
                      </a:lnTo>
                      <a:lnTo>
                        <a:pt x="112" y="1180"/>
                      </a:lnTo>
                      <a:lnTo>
                        <a:pt x="96" y="1174"/>
                      </a:lnTo>
                      <a:lnTo>
                        <a:pt x="80" y="1172"/>
                      </a:lnTo>
                      <a:lnTo>
                        <a:pt x="80" y="1172"/>
                      </a:lnTo>
                      <a:lnTo>
                        <a:pt x="66" y="1172"/>
                      </a:lnTo>
                      <a:lnTo>
                        <a:pt x="54" y="1174"/>
                      </a:lnTo>
                      <a:lnTo>
                        <a:pt x="42" y="1180"/>
                      </a:lnTo>
                      <a:lnTo>
                        <a:pt x="32" y="1188"/>
                      </a:lnTo>
                      <a:lnTo>
                        <a:pt x="32" y="1188"/>
                      </a:lnTo>
                      <a:lnTo>
                        <a:pt x="24" y="1196"/>
                      </a:lnTo>
                      <a:lnTo>
                        <a:pt x="18" y="1206"/>
                      </a:lnTo>
                      <a:lnTo>
                        <a:pt x="12" y="1218"/>
                      </a:lnTo>
                      <a:lnTo>
                        <a:pt x="8" y="1230"/>
                      </a:lnTo>
                      <a:lnTo>
                        <a:pt x="4" y="1242"/>
                      </a:lnTo>
                      <a:lnTo>
                        <a:pt x="2" y="1256"/>
                      </a:lnTo>
                      <a:lnTo>
                        <a:pt x="0" y="1290"/>
                      </a:lnTo>
                      <a:lnTo>
                        <a:pt x="0" y="1290"/>
                      </a:lnTo>
                      <a:lnTo>
                        <a:pt x="0" y="1316"/>
                      </a:lnTo>
                      <a:lnTo>
                        <a:pt x="6" y="1340"/>
                      </a:lnTo>
                      <a:lnTo>
                        <a:pt x="14" y="1362"/>
                      </a:lnTo>
                      <a:lnTo>
                        <a:pt x="24" y="1378"/>
                      </a:lnTo>
                      <a:lnTo>
                        <a:pt x="36" y="1392"/>
                      </a:lnTo>
                      <a:lnTo>
                        <a:pt x="52" y="1402"/>
                      </a:lnTo>
                      <a:lnTo>
                        <a:pt x="70" y="1408"/>
                      </a:lnTo>
                      <a:lnTo>
                        <a:pt x="92" y="1410"/>
                      </a:lnTo>
                      <a:lnTo>
                        <a:pt x="92" y="1410"/>
                      </a:lnTo>
                      <a:lnTo>
                        <a:pt x="100" y="1410"/>
                      </a:lnTo>
                      <a:lnTo>
                        <a:pt x="108" y="1408"/>
                      </a:lnTo>
                      <a:lnTo>
                        <a:pt x="124" y="1400"/>
                      </a:lnTo>
                      <a:lnTo>
                        <a:pt x="142" y="1390"/>
                      </a:lnTo>
                      <a:lnTo>
                        <a:pt x="158" y="1378"/>
                      </a:lnTo>
                      <a:lnTo>
                        <a:pt x="174" y="1364"/>
                      </a:lnTo>
                      <a:lnTo>
                        <a:pt x="188" y="1350"/>
                      </a:lnTo>
                      <a:lnTo>
                        <a:pt x="208" y="1330"/>
                      </a:lnTo>
                      <a:lnTo>
                        <a:pt x="208" y="1330"/>
                      </a:lnTo>
                      <a:lnTo>
                        <a:pt x="216" y="1324"/>
                      </a:lnTo>
                      <a:lnTo>
                        <a:pt x="226" y="1322"/>
                      </a:lnTo>
                      <a:lnTo>
                        <a:pt x="306" y="1322"/>
                      </a:lnTo>
                      <a:lnTo>
                        <a:pt x="306" y="1322"/>
                      </a:lnTo>
                      <a:lnTo>
                        <a:pt x="314" y="1324"/>
                      </a:lnTo>
                      <a:lnTo>
                        <a:pt x="320" y="1328"/>
                      </a:lnTo>
                      <a:lnTo>
                        <a:pt x="326" y="1334"/>
                      </a:lnTo>
                      <a:lnTo>
                        <a:pt x="328" y="1344"/>
                      </a:lnTo>
                      <a:lnTo>
                        <a:pt x="328" y="1812"/>
                      </a:lnTo>
                      <a:lnTo>
                        <a:pt x="328" y="1812"/>
                      </a:lnTo>
                      <a:lnTo>
                        <a:pt x="398" y="1652"/>
                      </a:lnTo>
                      <a:lnTo>
                        <a:pt x="478" y="1478"/>
                      </a:lnTo>
                      <a:lnTo>
                        <a:pt x="560" y="1304"/>
                      </a:lnTo>
                      <a:lnTo>
                        <a:pt x="636" y="1146"/>
                      </a:lnTo>
                      <a:lnTo>
                        <a:pt x="636" y="1146"/>
                      </a:lnTo>
                      <a:lnTo>
                        <a:pt x="688" y="1038"/>
                      </a:lnTo>
                      <a:lnTo>
                        <a:pt x="730" y="938"/>
                      </a:lnTo>
                      <a:lnTo>
                        <a:pt x="750" y="892"/>
                      </a:lnTo>
                      <a:lnTo>
                        <a:pt x="766" y="846"/>
                      </a:lnTo>
                      <a:lnTo>
                        <a:pt x="780" y="802"/>
                      </a:lnTo>
                      <a:lnTo>
                        <a:pt x="792" y="760"/>
                      </a:lnTo>
                      <a:lnTo>
                        <a:pt x="804" y="716"/>
                      </a:lnTo>
                      <a:lnTo>
                        <a:pt x="812" y="674"/>
                      </a:lnTo>
                      <a:lnTo>
                        <a:pt x="820" y="634"/>
                      </a:lnTo>
                      <a:lnTo>
                        <a:pt x="826" y="592"/>
                      </a:lnTo>
                      <a:lnTo>
                        <a:pt x="832" y="550"/>
                      </a:lnTo>
                      <a:lnTo>
                        <a:pt x="834" y="508"/>
                      </a:lnTo>
                      <a:lnTo>
                        <a:pt x="836" y="464"/>
                      </a:lnTo>
                      <a:lnTo>
                        <a:pt x="836" y="420"/>
                      </a:lnTo>
                      <a:lnTo>
                        <a:pt x="836" y="420"/>
                      </a:lnTo>
                      <a:lnTo>
                        <a:pt x="836" y="378"/>
                      </a:lnTo>
                      <a:lnTo>
                        <a:pt x="832" y="332"/>
                      </a:lnTo>
                      <a:lnTo>
                        <a:pt x="824" y="282"/>
                      </a:lnTo>
                      <a:lnTo>
                        <a:pt x="816" y="230"/>
                      </a:lnTo>
                      <a:lnTo>
                        <a:pt x="804" y="174"/>
                      </a:lnTo>
                      <a:lnTo>
                        <a:pt x="788" y="118"/>
                      </a:lnTo>
                      <a:lnTo>
                        <a:pt x="772" y="60"/>
                      </a:lnTo>
                      <a:lnTo>
                        <a:pt x="752" y="0"/>
                      </a:lnTo>
                      <a:lnTo>
                        <a:pt x="320" y="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82" name="Freeform 154"/>
                <p:cNvSpPr>
                  <a:spLocks/>
                </p:cNvSpPr>
                <p:nvPr/>
              </p:nvSpPr>
              <p:spPr bwMode="auto">
                <a:xfrm>
                  <a:off x="10548072" y="8891588"/>
                  <a:ext cx="2755900" cy="1136650"/>
                </a:xfrm>
                <a:custGeom>
                  <a:avLst/>
                  <a:gdLst>
                    <a:gd name="T0" fmla="*/ 2147483647 w 1736"/>
                    <a:gd name="T1" fmla="*/ 2147483647 h 716"/>
                    <a:gd name="T2" fmla="*/ 2147483647 w 1736"/>
                    <a:gd name="T3" fmla="*/ 2147483647 h 716"/>
                    <a:gd name="T4" fmla="*/ 2147483647 w 1736"/>
                    <a:gd name="T5" fmla="*/ 2147483647 h 716"/>
                    <a:gd name="T6" fmla="*/ 2147483647 w 1736"/>
                    <a:gd name="T7" fmla="*/ 2147483647 h 716"/>
                    <a:gd name="T8" fmla="*/ 2147483647 w 1736"/>
                    <a:gd name="T9" fmla="*/ 2147483647 h 716"/>
                    <a:gd name="T10" fmla="*/ 2147483647 w 1736"/>
                    <a:gd name="T11" fmla="*/ 2147483647 h 716"/>
                    <a:gd name="T12" fmla="*/ 2147483647 w 1736"/>
                    <a:gd name="T13" fmla="*/ 2147483647 h 716"/>
                    <a:gd name="T14" fmla="*/ 2147483647 w 1736"/>
                    <a:gd name="T15" fmla="*/ 2147483647 h 716"/>
                    <a:gd name="T16" fmla="*/ 2147483647 w 1736"/>
                    <a:gd name="T17" fmla="*/ 2147483647 h 716"/>
                    <a:gd name="T18" fmla="*/ 2147483647 w 1736"/>
                    <a:gd name="T19" fmla="*/ 2147483647 h 716"/>
                    <a:gd name="T20" fmla="*/ 2147483647 w 1736"/>
                    <a:gd name="T21" fmla="*/ 2147483647 h 716"/>
                    <a:gd name="T22" fmla="*/ 2147483647 w 1736"/>
                    <a:gd name="T23" fmla="*/ 2147483647 h 716"/>
                    <a:gd name="T24" fmla="*/ 2147483647 w 1736"/>
                    <a:gd name="T25" fmla="*/ 2147483647 h 716"/>
                    <a:gd name="T26" fmla="*/ 2147483647 w 1736"/>
                    <a:gd name="T27" fmla="*/ 2147483647 h 716"/>
                    <a:gd name="T28" fmla="*/ 2147483647 w 1736"/>
                    <a:gd name="T29" fmla="*/ 2147483647 h 716"/>
                    <a:gd name="T30" fmla="*/ 2147483647 w 1736"/>
                    <a:gd name="T31" fmla="*/ 2147483647 h 716"/>
                    <a:gd name="T32" fmla="*/ 2147483647 w 1736"/>
                    <a:gd name="T33" fmla="*/ 2147483647 h 716"/>
                    <a:gd name="T34" fmla="*/ 2147483647 w 1736"/>
                    <a:gd name="T35" fmla="*/ 2147483647 h 716"/>
                    <a:gd name="T36" fmla="*/ 2147483647 w 1736"/>
                    <a:gd name="T37" fmla="*/ 2147483647 h 716"/>
                    <a:gd name="T38" fmla="*/ 2147483647 w 1736"/>
                    <a:gd name="T39" fmla="*/ 2147483647 h 716"/>
                    <a:gd name="T40" fmla="*/ 2147483647 w 1736"/>
                    <a:gd name="T41" fmla="*/ 2147483647 h 716"/>
                    <a:gd name="T42" fmla="*/ 2147483647 w 1736"/>
                    <a:gd name="T43" fmla="*/ 2147483647 h 716"/>
                    <a:gd name="T44" fmla="*/ 2147483647 w 1736"/>
                    <a:gd name="T45" fmla="*/ 2147483647 h 716"/>
                    <a:gd name="T46" fmla="*/ 2147483647 w 1736"/>
                    <a:gd name="T47" fmla="*/ 2147483647 h 716"/>
                    <a:gd name="T48" fmla="*/ 2147483647 w 1736"/>
                    <a:gd name="T49" fmla="*/ 2147483647 h 716"/>
                    <a:gd name="T50" fmla="*/ 2147483647 w 1736"/>
                    <a:gd name="T51" fmla="*/ 2147483647 h 716"/>
                    <a:gd name="T52" fmla="*/ 2147483647 w 1736"/>
                    <a:gd name="T53" fmla="*/ 2147483647 h 716"/>
                    <a:gd name="T54" fmla="*/ 0 w 1736"/>
                    <a:gd name="T55" fmla="*/ 2147483647 h 716"/>
                    <a:gd name="T56" fmla="*/ 2147483647 w 1736"/>
                    <a:gd name="T57" fmla="*/ 2147483647 h 716"/>
                    <a:gd name="T58" fmla="*/ 2147483647 w 1736"/>
                    <a:gd name="T59" fmla="*/ 2147483647 h 716"/>
                    <a:gd name="T60" fmla="*/ 2147483647 w 1736"/>
                    <a:gd name="T61" fmla="*/ 2147483647 h 716"/>
                    <a:gd name="T62" fmla="*/ 2147483647 w 1736"/>
                    <a:gd name="T63" fmla="*/ 2147483647 h 716"/>
                    <a:gd name="T64" fmla="*/ 2147483647 w 1736"/>
                    <a:gd name="T65" fmla="*/ 2147483647 h 716"/>
                    <a:gd name="T66" fmla="*/ 2147483647 w 1736"/>
                    <a:gd name="T67" fmla="*/ 2147483647 h 716"/>
                    <a:gd name="T68" fmla="*/ 2147483647 w 1736"/>
                    <a:gd name="T69" fmla="*/ 2147483647 h 716"/>
                    <a:gd name="T70" fmla="*/ 2147483647 w 1736"/>
                    <a:gd name="T71" fmla="*/ 2147483647 h 716"/>
                    <a:gd name="T72" fmla="*/ 2147483647 w 1736"/>
                    <a:gd name="T73" fmla="*/ 2147483647 h 716"/>
                    <a:gd name="T74" fmla="*/ 2147483647 w 1736"/>
                    <a:gd name="T75" fmla="*/ 2147483647 h 716"/>
                    <a:gd name="T76" fmla="*/ 2147483647 w 1736"/>
                    <a:gd name="T77" fmla="*/ 2147483647 h 716"/>
                    <a:gd name="T78" fmla="*/ 2147483647 w 1736"/>
                    <a:gd name="T79" fmla="*/ 2147483647 h 716"/>
                    <a:gd name="T80" fmla="*/ 2147483647 w 1736"/>
                    <a:gd name="T81" fmla="*/ 2147483647 h 716"/>
                    <a:gd name="T82" fmla="*/ 2147483647 w 1736"/>
                    <a:gd name="T83" fmla="*/ 2147483647 h 716"/>
                    <a:gd name="T84" fmla="*/ 2147483647 w 1736"/>
                    <a:gd name="T85" fmla="*/ 2147483647 h 716"/>
                    <a:gd name="T86" fmla="*/ 2147483647 w 1736"/>
                    <a:gd name="T87" fmla="*/ 2147483647 h 716"/>
                    <a:gd name="T88" fmla="*/ 2147483647 w 1736"/>
                    <a:gd name="T89" fmla="*/ 2147483647 h 716"/>
                    <a:gd name="T90" fmla="*/ 2147483647 w 1736"/>
                    <a:gd name="T91" fmla="*/ 2147483647 h 716"/>
                    <a:gd name="T92" fmla="*/ 2147483647 w 1736"/>
                    <a:gd name="T93" fmla="*/ 2147483647 h 716"/>
                    <a:gd name="T94" fmla="*/ 2147483647 w 1736"/>
                    <a:gd name="T95" fmla="*/ 2147483647 h 716"/>
                    <a:gd name="T96" fmla="*/ 2147483647 w 1736"/>
                    <a:gd name="T97" fmla="*/ 2147483647 h 716"/>
                    <a:gd name="T98" fmla="*/ 2147483647 w 1736"/>
                    <a:gd name="T99" fmla="*/ 2147483647 h 716"/>
                    <a:gd name="T100" fmla="*/ 2147483647 w 1736"/>
                    <a:gd name="T101" fmla="*/ 2147483647 h 716"/>
                    <a:gd name="T102" fmla="*/ 2147483647 w 1736"/>
                    <a:gd name="T103" fmla="*/ 2147483647 h 716"/>
                    <a:gd name="T104" fmla="*/ 2147483647 w 1736"/>
                    <a:gd name="T105" fmla="*/ 2147483647 h 716"/>
                    <a:gd name="T106" fmla="*/ 2147483647 w 1736"/>
                    <a:gd name="T107" fmla="*/ 2147483647 h 716"/>
                    <a:gd name="T108" fmla="*/ 2147483647 w 1736"/>
                    <a:gd name="T109" fmla="*/ 2147483647 h 716"/>
                    <a:gd name="T110" fmla="*/ 2147483647 w 1736"/>
                    <a:gd name="T111" fmla="*/ 0 h 71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736"/>
                    <a:gd name="T169" fmla="*/ 0 h 716"/>
                    <a:gd name="T170" fmla="*/ 1736 w 1736"/>
                    <a:gd name="T171" fmla="*/ 716 h 71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736" h="716">
                      <a:moveTo>
                        <a:pt x="1330" y="0"/>
                      </a:moveTo>
                      <a:lnTo>
                        <a:pt x="1330" y="72"/>
                      </a:lnTo>
                      <a:lnTo>
                        <a:pt x="1342" y="80"/>
                      </a:lnTo>
                      <a:lnTo>
                        <a:pt x="1358" y="94"/>
                      </a:lnTo>
                      <a:lnTo>
                        <a:pt x="1374" y="108"/>
                      </a:lnTo>
                      <a:lnTo>
                        <a:pt x="1390" y="128"/>
                      </a:lnTo>
                      <a:lnTo>
                        <a:pt x="1404" y="150"/>
                      </a:lnTo>
                      <a:lnTo>
                        <a:pt x="1416" y="174"/>
                      </a:lnTo>
                      <a:lnTo>
                        <a:pt x="1420" y="186"/>
                      </a:lnTo>
                      <a:lnTo>
                        <a:pt x="1422" y="200"/>
                      </a:lnTo>
                      <a:lnTo>
                        <a:pt x="1424" y="214"/>
                      </a:lnTo>
                      <a:lnTo>
                        <a:pt x="1424" y="228"/>
                      </a:lnTo>
                      <a:lnTo>
                        <a:pt x="1422" y="242"/>
                      </a:lnTo>
                      <a:lnTo>
                        <a:pt x="1418" y="256"/>
                      </a:lnTo>
                      <a:lnTo>
                        <a:pt x="1414" y="268"/>
                      </a:lnTo>
                      <a:lnTo>
                        <a:pt x="1408" y="280"/>
                      </a:lnTo>
                      <a:lnTo>
                        <a:pt x="1400" y="290"/>
                      </a:lnTo>
                      <a:lnTo>
                        <a:pt x="1392" y="300"/>
                      </a:lnTo>
                      <a:lnTo>
                        <a:pt x="1382" y="310"/>
                      </a:lnTo>
                      <a:lnTo>
                        <a:pt x="1372" y="318"/>
                      </a:lnTo>
                      <a:lnTo>
                        <a:pt x="1360" y="326"/>
                      </a:lnTo>
                      <a:lnTo>
                        <a:pt x="1346" y="332"/>
                      </a:lnTo>
                      <a:lnTo>
                        <a:pt x="1332" y="338"/>
                      </a:lnTo>
                      <a:lnTo>
                        <a:pt x="1316" y="342"/>
                      </a:lnTo>
                      <a:lnTo>
                        <a:pt x="1282" y="348"/>
                      </a:lnTo>
                      <a:lnTo>
                        <a:pt x="1244" y="350"/>
                      </a:lnTo>
                      <a:lnTo>
                        <a:pt x="1224" y="350"/>
                      </a:lnTo>
                      <a:lnTo>
                        <a:pt x="1204" y="346"/>
                      </a:lnTo>
                      <a:lnTo>
                        <a:pt x="1186" y="342"/>
                      </a:lnTo>
                      <a:lnTo>
                        <a:pt x="1172" y="336"/>
                      </a:lnTo>
                      <a:lnTo>
                        <a:pt x="1158" y="328"/>
                      </a:lnTo>
                      <a:lnTo>
                        <a:pt x="1146" y="320"/>
                      </a:lnTo>
                      <a:lnTo>
                        <a:pt x="1128" y="306"/>
                      </a:lnTo>
                      <a:lnTo>
                        <a:pt x="1120" y="294"/>
                      </a:lnTo>
                      <a:lnTo>
                        <a:pt x="1112" y="284"/>
                      </a:lnTo>
                      <a:lnTo>
                        <a:pt x="1106" y="272"/>
                      </a:lnTo>
                      <a:lnTo>
                        <a:pt x="1100" y="260"/>
                      </a:lnTo>
                      <a:lnTo>
                        <a:pt x="1096" y="246"/>
                      </a:lnTo>
                      <a:lnTo>
                        <a:pt x="1094" y="234"/>
                      </a:lnTo>
                      <a:lnTo>
                        <a:pt x="1092" y="220"/>
                      </a:lnTo>
                      <a:lnTo>
                        <a:pt x="1092" y="206"/>
                      </a:lnTo>
                      <a:lnTo>
                        <a:pt x="1096" y="186"/>
                      </a:lnTo>
                      <a:lnTo>
                        <a:pt x="1102" y="168"/>
                      </a:lnTo>
                      <a:lnTo>
                        <a:pt x="1114" y="148"/>
                      </a:lnTo>
                      <a:lnTo>
                        <a:pt x="1126" y="132"/>
                      </a:lnTo>
                      <a:lnTo>
                        <a:pt x="1138" y="116"/>
                      </a:lnTo>
                      <a:lnTo>
                        <a:pt x="1150" y="102"/>
                      </a:lnTo>
                      <a:lnTo>
                        <a:pt x="1172" y="82"/>
                      </a:lnTo>
                      <a:lnTo>
                        <a:pt x="1172" y="6"/>
                      </a:lnTo>
                      <a:lnTo>
                        <a:pt x="0" y="6"/>
                      </a:lnTo>
                      <a:lnTo>
                        <a:pt x="22" y="66"/>
                      </a:lnTo>
                      <a:lnTo>
                        <a:pt x="38" y="122"/>
                      </a:lnTo>
                      <a:lnTo>
                        <a:pt x="44" y="146"/>
                      </a:lnTo>
                      <a:lnTo>
                        <a:pt x="48" y="168"/>
                      </a:lnTo>
                      <a:lnTo>
                        <a:pt x="50" y="190"/>
                      </a:lnTo>
                      <a:lnTo>
                        <a:pt x="52" y="208"/>
                      </a:lnTo>
                      <a:lnTo>
                        <a:pt x="50" y="244"/>
                      </a:lnTo>
                      <a:lnTo>
                        <a:pt x="50" y="278"/>
                      </a:lnTo>
                      <a:lnTo>
                        <a:pt x="52" y="312"/>
                      </a:lnTo>
                      <a:lnTo>
                        <a:pt x="56" y="344"/>
                      </a:lnTo>
                      <a:lnTo>
                        <a:pt x="60" y="374"/>
                      </a:lnTo>
                      <a:lnTo>
                        <a:pt x="64" y="402"/>
                      </a:lnTo>
                      <a:lnTo>
                        <a:pt x="70" y="430"/>
                      </a:lnTo>
                      <a:lnTo>
                        <a:pt x="76" y="454"/>
                      </a:lnTo>
                      <a:lnTo>
                        <a:pt x="94" y="502"/>
                      </a:lnTo>
                      <a:lnTo>
                        <a:pt x="112" y="544"/>
                      </a:lnTo>
                      <a:lnTo>
                        <a:pt x="132" y="580"/>
                      </a:lnTo>
                      <a:lnTo>
                        <a:pt x="156" y="612"/>
                      </a:lnTo>
                      <a:lnTo>
                        <a:pt x="180" y="638"/>
                      </a:lnTo>
                      <a:lnTo>
                        <a:pt x="204" y="660"/>
                      </a:lnTo>
                      <a:lnTo>
                        <a:pt x="228" y="678"/>
                      </a:lnTo>
                      <a:lnTo>
                        <a:pt x="252" y="694"/>
                      </a:lnTo>
                      <a:lnTo>
                        <a:pt x="276" y="704"/>
                      </a:lnTo>
                      <a:lnTo>
                        <a:pt x="298" y="712"/>
                      </a:lnTo>
                      <a:lnTo>
                        <a:pt x="318" y="716"/>
                      </a:lnTo>
                      <a:lnTo>
                        <a:pt x="334" y="716"/>
                      </a:lnTo>
                      <a:lnTo>
                        <a:pt x="1400" y="716"/>
                      </a:lnTo>
                      <a:lnTo>
                        <a:pt x="1420" y="716"/>
                      </a:lnTo>
                      <a:lnTo>
                        <a:pt x="1438" y="710"/>
                      </a:lnTo>
                      <a:lnTo>
                        <a:pt x="1456" y="704"/>
                      </a:lnTo>
                      <a:lnTo>
                        <a:pt x="1474" y="694"/>
                      </a:lnTo>
                      <a:lnTo>
                        <a:pt x="1492" y="682"/>
                      </a:lnTo>
                      <a:lnTo>
                        <a:pt x="1510" y="668"/>
                      </a:lnTo>
                      <a:lnTo>
                        <a:pt x="1526" y="654"/>
                      </a:lnTo>
                      <a:lnTo>
                        <a:pt x="1542" y="636"/>
                      </a:lnTo>
                      <a:lnTo>
                        <a:pt x="1574" y="600"/>
                      </a:lnTo>
                      <a:lnTo>
                        <a:pt x="1600" y="560"/>
                      </a:lnTo>
                      <a:lnTo>
                        <a:pt x="1624" y="520"/>
                      </a:lnTo>
                      <a:lnTo>
                        <a:pt x="1642" y="482"/>
                      </a:lnTo>
                      <a:lnTo>
                        <a:pt x="1650" y="460"/>
                      </a:lnTo>
                      <a:lnTo>
                        <a:pt x="1656" y="438"/>
                      </a:lnTo>
                      <a:lnTo>
                        <a:pt x="1662" y="414"/>
                      </a:lnTo>
                      <a:lnTo>
                        <a:pt x="1664" y="390"/>
                      </a:lnTo>
                      <a:lnTo>
                        <a:pt x="1670" y="336"/>
                      </a:lnTo>
                      <a:lnTo>
                        <a:pt x="1672" y="280"/>
                      </a:lnTo>
                      <a:lnTo>
                        <a:pt x="1674" y="228"/>
                      </a:lnTo>
                      <a:lnTo>
                        <a:pt x="1676" y="178"/>
                      </a:lnTo>
                      <a:lnTo>
                        <a:pt x="1682" y="136"/>
                      </a:lnTo>
                      <a:lnTo>
                        <a:pt x="1686" y="118"/>
                      </a:lnTo>
                      <a:lnTo>
                        <a:pt x="1690" y="102"/>
                      </a:lnTo>
                      <a:lnTo>
                        <a:pt x="1736" y="0"/>
                      </a:lnTo>
                      <a:lnTo>
                        <a:pt x="1330" y="0"/>
                      </a:ln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83" name="Freeform 155"/>
                <p:cNvSpPr>
                  <a:spLocks/>
                </p:cNvSpPr>
                <p:nvPr/>
              </p:nvSpPr>
              <p:spPr bwMode="auto">
                <a:xfrm>
                  <a:off x="9633551" y="4852925"/>
                  <a:ext cx="1312076" cy="3751657"/>
                </a:xfrm>
                <a:custGeom>
                  <a:avLst/>
                  <a:gdLst>
                    <a:gd name="T0" fmla="*/ 2147483647 w 826"/>
                    <a:gd name="T1" fmla="*/ 2147483647 h 2364"/>
                    <a:gd name="T2" fmla="*/ 2147483647 w 826"/>
                    <a:gd name="T3" fmla="*/ 2147483647 h 2364"/>
                    <a:gd name="T4" fmla="*/ 2147483647 w 826"/>
                    <a:gd name="T5" fmla="*/ 2147483647 h 2364"/>
                    <a:gd name="T6" fmla="*/ 2147483647 w 826"/>
                    <a:gd name="T7" fmla="*/ 2147483647 h 2364"/>
                    <a:gd name="T8" fmla="*/ 2147483647 w 826"/>
                    <a:gd name="T9" fmla="*/ 2147483647 h 2364"/>
                    <a:gd name="T10" fmla="*/ 2147483647 w 826"/>
                    <a:gd name="T11" fmla="*/ 2147483647 h 2364"/>
                    <a:gd name="T12" fmla="*/ 2147483647 w 826"/>
                    <a:gd name="T13" fmla="*/ 2147483647 h 2364"/>
                    <a:gd name="T14" fmla="*/ 2147483647 w 826"/>
                    <a:gd name="T15" fmla="*/ 2147483647 h 2364"/>
                    <a:gd name="T16" fmla="*/ 2147483647 w 826"/>
                    <a:gd name="T17" fmla="*/ 2147483647 h 2364"/>
                    <a:gd name="T18" fmla="*/ 2147483647 w 826"/>
                    <a:gd name="T19" fmla="*/ 2147483647 h 2364"/>
                    <a:gd name="T20" fmla="*/ 2147483647 w 826"/>
                    <a:gd name="T21" fmla="*/ 2147483647 h 2364"/>
                    <a:gd name="T22" fmla="*/ 2147483647 w 826"/>
                    <a:gd name="T23" fmla="*/ 2147483647 h 2364"/>
                    <a:gd name="T24" fmla="*/ 2147483647 w 826"/>
                    <a:gd name="T25" fmla="*/ 2147483647 h 2364"/>
                    <a:gd name="T26" fmla="*/ 2147483647 w 826"/>
                    <a:gd name="T27" fmla="*/ 2147483647 h 2364"/>
                    <a:gd name="T28" fmla="*/ 2147483647 w 826"/>
                    <a:gd name="T29" fmla="*/ 2147483647 h 2364"/>
                    <a:gd name="T30" fmla="*/ 2147483647 w 826"/>
                    <a:gd name="T31" fmla="*/ 2147483647 h 2364"/>
                    <a:gd name="T32" fmla="*/ 2147483647 w 826"/>
                    <a:gd name="T33" fmla="*/ 2147483647 h 2364"/>
                    <a:gd name="T34" fmla="*/ 2147483647 w 826"/>
                    <a:gd name="T35" fmla="*/ 2147483647 h 2364"/>
                    <a:gd name="T36" fmla="*/ 2147483647 w 826"/>
                    <a:gd name="T37" fmla="*/ 2147483647 h 2364"/>
                    <a:gd name="T38" fmla="*/ 2147483647 w 826"/>
                    <a:gd name="T39" fmla="*/ 2147483647 h 2364"/>
                    <a:gd name="T40" fmla="*/ 2147483647 w 826"/>
                    <a:gd name="T41" fmla="*/ 2147483647 h 2364"/>
                    <a:gd name="T42" fmla="*/ 2147483647 w 826"/>
                    <a:gd name="T43" fmla="*/ 2147483647 h 2364"/>
                    <a:gd name="T44" fmla="*/ 2147483647 w 826"/>
                    <a:gd name="T45" fmla="*/ 2147483647 h 2364"/>
                    <a:gd name="T46" fmla="*/ 2147483647 w 826"/>
                    <a:gd name="T47" fmla="*/ 2147483647 h 2364"/>
                    <a:gd name="T48" fmla="*/ 2147483647 w 826"/>
                    <a:gd name="T49" fmla="*/ 2147483647 h 2364"/>
                    <a:gd name="T50" fmla="*/ 2147483647 w 826"/>
                    <a:gd name="T51" fmla="*/ 2147483647 h 2364"/>
                    <a:gd name="T52" fmla="*/ 2147483647 w 826"/>
                    <a:gd name="T53" fmla="*/ 2147483647 h 2364"/>
                    <a:gd name="T54" fmla="*/ 2147483647 w 826"/>
                    <a:gd name="T55" fmla="*/ 2147483647 h 2364"/>
                    <a:gd name="T56" fmla="*/ 2147483647 w 826"/>
                    <a:gd name="T57" fmla="*/ 2147483647 h 2364"/>
                    <a:gd name="T58" fmla="*/ 2147483647 w 826"/>
                    <a:gd name="T59" fmla="*/ 2147483647 h 2364"/>
                    <a:gd name="T60" fmla="*/ 2147483647 w 826"/>
                    <a:gd name="T61" fmla="*/ 2147483647 h 2364"/>
                    <a:gd name="T62" fmla="*/ 2147483647 w 826"/>
                    <a:gd name="T63" fmla="*/ 2147483647 h 2364"/>
                    <a:gd name="T64" fmla="*/ 2147483647 w 826"/>
                    <a:gd name="T65" fmla="*/ 2147483647 h 2364"/>
                    <a:gd name="T66" fmla="*/ 2147483647 w 826"/>
                    <a:gd name="T67" fmla="*/ 2147483647 h 2364"/>
                    <a:gd name="T68" fmla="*/ 2147483647 w 826"/>
                    <a:gd name="T69" fmla="*/ 2147483647 h 2364"/>
                    <a:gd name="T70" fmla="*/ 2147483647 w 826"/>
                    <a:gd name="T71" fmla="*/ 2147483647 h 2364"/>
                    <a:gd name="T72" fmla="*/ 2147483647 w 826"/>
                    <a:gd name="T73" fmla="*/ 2147483647 h 2364"/>
                    <a:gd name="T74" fmla="*/ 2147483647 w 826"/>
                    <a:gd name="T75" fmla="*/ 0 h 2364"/>
                    <a:gd name="T76" fmla="*/ 2147483647 w 826"/>
                    <a:gd name="T77" fmla="*/ 2147483647 h 2364"/>
                    <a:gd name="T78" fmla="*/ 2147483647 w 826"/>
                    <a:gd name="T79" fmla="*/ 2147483647 h 2364"/>
                    <a:gd name="T80" fmla="*/ 2147483647 w 826"/>
                    <a:gd name="T81" fmla="*/ 2147483647 h 2364"/>
                    <a:gd name="T82" fmla="*/ 2147483647 w 826"/>
                    <a:gd name="T83" fmla="*/ 2147483647 h 2364"/>
                    <a:gd name="T84" fmla="*/ 2147483647 w 826"/>
                    <a:gd name="T85" fmla="*/ 2147483647 h 2364"/>
                    <a:gd name="T86" fmla="*/ 2147483647 w 826"/>
                    <a:gd name="T87" fmla="*/ 2147483647 h 2364"/>
                    <a:gd name="T88" fmla="*/ 2147483647 w 826"/>
                    <a:gd name="T89" fmla="*/ 2147483647 h 2364"/>
                    <a:gd name="T90" fmla="*/ 2147483647 w 826"/>
                    <a:gd name="T91" fmla="*/ 2147483647 h 2364"/>
                    <a:gd name="T92" fmla="*/ 2147483647 w 826"/>
                    <a:gd name="T93" fmla="*/ 2147483647 h 2364"/>
                    <a:gd name="T94" fmla="*/ 2147483647 w 826"/>
                    <a:gd name="T95" fmla="*/ 2147483647 h 2364"/>
                    <a:gd name="T96" fmla="*/ 2147483647 w 826"/>
                    <a:gd name="T97" fmla="*/ 2147483647 h 2364"/>
                    <a:gd name="T98" fmla="*/ 2147483647 w 826"/>
                    <a:gd name="T99" fmla="*/ 2147483647 h 2364"/>
                    <a:gd name="T100" fmla="*/ 0 w 826"/>
                    <a:gd name="T101" fmla="*/ 2147483647 h 2364"/>
                    <a:gd name="T102" fmla="*/ 2147483647 w 826"/>
                    <a:gd name="T103" fmla="*/ 2147483647 h 2364"/>
                    <a:gd name="T104" fmla="*/ 2147483647 w 826"/>
                    <a:gd name="T105" fmla="*/ 2147483647 h 2364"/>
                    <a:gd name="T106" fmla="*/ 2147483647 w 826"/>
                    <a:gd name="T107" fmla="*/ 2147483647 h 2364"/>
                    <a:gd name="T108" fmla="*/ 2147483647 w 826"/>
                    <a:gd name="T109" fmla="*/ 2147483647 h 2364"/>
                    <a:gd name="T110" fmla="*/ 2147483647 w 826"/>
                    <a:gd name="T111" fmla="*/ 2147483647 h 2364"/>
                    <a:gd name="T112" fmla="*/ 2147483647 w 826"/>
                    <a:gd name="T113" fmla="*/ 2147483647 h 2364"/>
                    <a:gd name="T114" fmla="*/ 2147483647 w 826"/>
                    <a:gd name="T115" fmla="*/ 2147483647 h 2364"/>
                    <a:gd name="T116" fmla="*/ 2147483647 w 826"/>
                    <a:gd name="T117" fmla="*/ 2147483647 h 2364"/>
                    <a:gd name="T118" fmla="*/ 2147483647 w 826"/>
                    <a:gd name="T119" fmla="*/ 2147483647 h 2364"/>
                    <a:gd name="T120" fmla="*/ 2147483647 w 826"/>
                    <a:gd name="T121" fmla="*/ 2147483647 h 2364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26"/>
                    <a:gd name="T184" fmla="*/ 0 h 2364"/>
                    <a:gd name="T185" fmla="*/ 826 w 826"/>
                    <a:gd name="T186" fmla="*/ 2364 h 2364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26" h="2364">
                      <a:moveTo>
                        <a:pt x="494" y="1940"/>
                      </a:moveTo>
                      <a:lnTo>
                        <a:pt x="494" y="1940"/>
                      </a:lnTo>
                      <a:lnTo>
                        <a:pt x="496" y="1932"/>
                      </a:lnTo>
                      <a:lnTo>
                        <a:pt x="502" y="1926"/>
                      </a:lnTo>
                      <a:lnTo>
                        <a:pt x="508" y="1920"/>
                      </a:lnTo>
                      <a:lnTo>
                        <a:pt x="516" y="1918"/>
                      </a:lnTo>
                      <a:lnTo>
                        <a:pt x="622" y="1918"/>
                      </a:lnTo>
                      <a:lnTo>
                        <a:pt x="628" y="1920"/>
                      </a:lnTo>
                      <a:lnTo>
                        <a:pt x="636" y="1924"/>
                      </a:lnTo>
                      <a:lnTo>
                        <a:pt x="640" y="1928"/>
                      </a:lnTo>
                      <a:lnTo>
                        <a:pt x="644" y="1934"/>
                      </a:lnTo>
                      <a:lnTo>
                        <a:pt x="648" y="1946"/>
                      </a:lnTo>
                      <a:lnTo>
                        <a:pt x="654" y="1956"/>
                      </a:lnTo>
                      <a:lnTo>
                        <a:pt x="664" y="1968"/>
                      </a:lnTo>
                      <a:lnTo>
                        <a:pt x="676" y="1980"/>
                      </a:lnTo>
                      <a:lnTo>
                        <a:pt x="692" y="1990"/>
                      </a:lnTo>
                      <a:lnTo>
                        <a:pt x="702" y="1994"/>
                      </a:lnTo>
                      <a:lnTo>
                        <a:pt x="714" y="1998"/>
                      </a:lnTo>
                      <a:lnTo>
                        <a:pt x="726" y="2000"/>
                      </a:lnTo>
                      <a:lnTo>
                        <a:pt x="740" y="2002"/>
                      </a:lnTo>
                      <a:lnTo>
                        <a:pt x="758" y="2000"/>
                      </a:lnTo>
                      <a:lnTo>
                        <a:pt x="774" y="1998"/>
                      </a:lnTo>
                      <a:lnTo>
                        <a:pt x="786" y="1992"/>
                      </a:lnTo>
                      <a:lnTo>
                        <a:pt x="798" y="1984"/>
                      </a:lnTo>
                      <a:lnTo>
                        <a:pt x="804" y="1976"/>
                      </a:lnTo>
                      <a:lnTo>
                        <a:pt x="810" y="1968"/>
                      </a:lnTo>
                      <a:lnTo>
                        <a:pt x="814" y="1958"/>
                      </a:lnTo>
                      <a:lnTo>
                        <a:pt x="818" y="1946"/>
                      </a:lnTo>
                      <a:lnTo>
                        <a:pt x="824" y="1918"/>
                      </a:lnTo>
                      <a:lnTo>
                        <a:pt x="826" y="1886"/>
                      </a:lnTo>
                      <a:lnTo>
                        <a:pt x="826" y="1860"/>
                      </a:lnTo>
                      <a:lnTo>
                        <a:pt x="822" y="1836"/>
                      </a:lnTo>
                      <a:lnTo>
                        <a:pt x="818" y="1816"/>
                      </a:lnTo>
                      <a:lnTo>
                        <a:pt x="810" y="1798"/>
                      </a:lnTo>
                      <a:lnTo>
                        <a:pt x="806" y="1790"/>
                      </a:lnTo>
                      <a:lnTo>
                        <a:pt x="800" y="1784"/>
                      </a:lnTo>
                      <a:lnTo>
                        <a:pt x="794" y="1778"/>
                      </a:lnTo>
                      <a:lnTo>
                        <a:pt x="786" y="1772"/>
                      </a:lnTo>
                      <a:lnTo>
                        <a:pt x="778" y="1768"/>
                      </a:lnTo>
                      <a:lnTo>
                        <a:pt x="768" y="1766"/>
                      </a:lnTo>
                      <a:lnTo>
                        <a:pt x="758" y="1764"/>
                      </a:lnTo>
                      <a:lnTo>
                        <a:pt x="746" y="1762"/>
                      </a:lnTo>
                      <a:lnTo>
                        <a:pt x="732" y="1762"/>
                      </a:lnTo>
                      <a:lnTo>
                        <a:pt x="718" y="1764"/>
                      </a:lnTo>
                      <a:lnTo>
                        <a:pt x="706" y="1768"/>
                      </a:lnTo>
                      <a:lnTo>
                        <a:pt x="696" y="1772"/>
                      </a:lnTo>
                      <a:lnTo>
                        <a:pt x="676" y="1782"/>
                      </a:lnTo>
                      <a:lnTo>
                        <a:pt x="662" y="1796"/>
                      </a:lnTo>
                      <a:lnTo>
                        <a:pt x="650" y="1810"/>
                      </a:lnTo>
                      <a:lnTo>
                        <a:pt x="642" y="1822"/>
                      </a:lnTo>
                      <a:lnTo>
                        <a:pt x="636" y="1834"/>
                      </a:lnTo>
                      <a:lnTo>
                        <a:pt x="632" y="1840"/>
                      </a:lnTo>
                      <a:lnTo>
                        <a:pt x="628" y="1844"/>
                      </a:lnTo>
                      <a:lnTo>
                        <a:pt x="622" y="1848"/>
                      </a:lnTo>
                      <a:lnTo>
                        <a:pt x="616" y="1848"/>
                      </a:lnTo>
                      <a:lnTo>
                        <a:pt x="520" y="1848"/>
                      </a:lnTo>
                      <a:lnTo>
                        <a:pt x="512" y="1846"/>
                      </a:lnTo>
                      <a:lnTo>
                        <a:pt x="504" y="1842"/>
                      </a:lnTo>
                      <a:lnTo>
                        <a:pt x="500" y="1834"/>
                      </a:lnTo>
                      <a:lnTo>
                        <a:pt x="498" y="1826"/>
                      </a:lnTo>
                      <a:lnTo>
                        <a:pt x="498" y="1566"/>
                      </a:lnTo>
                      <a:lnTo>
                        <a:pt x="496" y="1562"/>
                      </a:lnTo>
                      <a:lnTo>
                        <a:pt x="494" y="1556"/>
                      </a:lnTo>
                      <a:lnTo>
                        <a:pt x="496" y="1550"/>
                      </a:lnTo>
                      <a:lnTo>
                        <a:pt x="498" y="1544"/>
                      </a:lnTo>
                      <a:lnTo>
                        <a:pt x="498" y="0"/>
                      </a:lnTo>
                      <a:lnTo>
                        <a:pt x="468" y="26"/>
                      </a:lnTo>
                      <a:lnTo>
                        <a:pt x="438" y="54"/>
                      </a:lnTo>
                      <a:lnTo>
                        <a:pt x="408" y="82"/>
                      </a:lnTo>
                      <a:lnTo>
                        <a:pt x="380" y="110"/>
                      </a:lnTo>
                      <a:lnTo>
                        <a:pt x="350" y="142"/>
                      </a:lnTo>
                      <a:lnTo>
                        <a:pt x="324" y="172"/>
                      </a:lnTo>
                      <a:lnTo>
                        <a:pt x="296" y="206"/>
                      </a:lnTo>
                      <a:lnTo>
                        <a:pt x="270" y="240"/>
                      </a:lnTo>
                      <a:lnTo>
                        <a:pt x="246" y="276"/>
                      </a:lnTo>
                      <a:lnTo>
                        <a:pt x="220" y="312"/>
                      </a:lnTo>
                      <a:lnTo>
                        <a:pt x="198" y="350"/>
                      </a:lnTo>
                      <a:lnTo>
                        <a:pt x="174" y="390"/>
                      </a:lnTo>
                      <a:lnTo>
                        <a:pt x="152" y="432"/>
                      </a:lnTo>
                      <a:lnTo>
                        <a:pt x="132" y="474"/>
                      </a:lnTo>
                      <a:lnTo>
                        <a:pt x="112" y="516"/>
                      </a:lnTo>
                      <a:lnTo>
                        <a:pt x="94" y="562"/>
                      </a:lnTo>
                      <a:lnTo>
                        <a:pt x="70" y="626"/>
                      </a:lnTo>
                      <a:lnTo>
                        <a:pt x="50" y="688"/>
                      </a:lnTo>
                      <a:lnTo>
                        <a:pt x="34" y="748"/>
                      </a:lnTo>
                      <a:lnTo>
                        <a:pt x="22" y="810"/>
                      </a:lnTo>
                      <a:lnTo>
                        <a:pt x="12" y="868"/>
                      </a:lnTo>
                      <a:lnTo>
                        <a:pt x="6" y="928"/>
                      </a:lnTo>
                      <a:lnTo>
                        <a:pt x="0" y="986"/>
                      </a:lnTo>
                      <a:lnTo>
                        <a:pt x="0" y="1042"/>
                      </a:lnTo>
                      <a:lnTo>
                        <a:pt x="0" y="1098"/>
                      </a:lnTo>
                      <a:lnTo>
                        <a:pt x="4" y="1152"/>
                      </a:lnTo>
                      <a:lnTo>
                        <a:pt x="8" y="1204"/>
                      </a:lnTo>
                      <a:lnTo>
                        <a:pt x="16" y="1256"/>
                      </a:lnTo>
                      <a:lnTo>
                        <a:pt x="24" y="1306"/>
                      </a:lnTo>
                      <a:lnTo>
                        <a:pt x="34" y="1354"/>
                      </a:lnTo>
                      <a:lnTo>
                        <a:pt x="46" y="1402"/>
                      </a:lnTo>
                      <a:lnTo>
                        <a:pt x="58" y="1448"/>
                      </a:lnTo>
                      <a:lnTo>
                        <a:pt x="72" y="1492"/>
                      </a:lnTo>
                      <a:lnTo>
                        <a:pt x="86" y="1534"/>
                      </a:lnTo>
                      <a:lnTo>
                        <a:pt x="116" y="1614"/>
                      </a:lnTo>
                      <a:lnTo>
                        <a:pt x="148" y="1686"/>
                      </a:lnTo>
                      <a:lnTo>
                        <a:pt x="178" y="1750"/>
                      </a:lnTo>
                      <a:lnTo>
                        <a:pt x="206" y="1806"/>
                      </a:lnTo>
                      <a:lnTo>
                        <a:pt x="232" y="1854"/>
                      </a:lnTo>
                      <a:lnTo>
                        <a:pt x="268" y="1918"/>
                      </a:lnTo>
                      <a:lnTo>
                        <a:pt x="362" y="2096"/>
                      </a:lnTo>
                      <a:lnTo>
                        <a:pt x="426" y="2224"/>
                      </a:lnTo>
                      <a:lnTo>
                        <a:pt x="494" y="2364"/>
                      </a:lnTo>
                      <a:lnTo>
                        <a:pt x="494" y="194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84" name="Freeform 156"/>
                <p:cNvSpPr>
                  <a:spLocks/>
                </p:cNvSpPr>
                <p:nvPr/>
              </p:nvSpPr>
              <p:spPr bwMode="auto">
                <a:xfrm>
                  <a:off x="10497280" y="5812269"/>
                  <a:ext cx="1374712" cy="1476927"/>
                </a:xfrm>
                <a:custGeom>
                  <a:avLst/>
                  <a:gdLst>
                    <a:gd name="T0" fmla="*/ 2147483647 w 866"/>
                    <a:gd name="T1" fmla="*/ 2147483647 h 930"/>
                    <a:gd name="T2" fmla="*/ 2147483647 w 866"/>
                    <a:gd name="T3" fmla="*/ 2147483647 h 930"/>
                    <a:gd name="T4" fmla="*/ 2147483647 w 866"/>
                    <a:gd name="T5" fmla="*/ 2147483647 h 930"/>
                    <a:gd name="T6" fmla="*/ 2147483647 w 866"/>
                    <a:gd name="T7" fmla="*/ 2147483647 h 930"/>
                    <a:gd name="T8" fmla="*/ 2147483647 w 866"/>
                    <a:gd name="T9" fmla="*/ 2147483647 h 930"/>
                    <a:gd name="T10" fmla="*/ 2147483647 w 866"/>
                    <a:gd name="T11" fmla="*/ 2147483647 h 930"/>
                    <a:gd name="T12" fmla="*/ 2147483647 w 866"/>
                    <a:gd name="T13" fmla="*/ 2147483647 h 930"/>
                    <a:gd name="T14" fmla="*/ 2147483647 w 866"/>
                    <a:gd name="T15" fmla="*/ 2147483647 h 930"/>
                    <a:gd name="T16" fmla="*/ 2147483647 w 866"/>
                    <a:gd name="T17" fmla="*/ 2147483647 h 930"/>
                    <a:gd name="T18" fmla="*/ 2147483647 w 866"/>
                    <a:gd name="T19" fmla="*/ 2147483647 h 930"/>
                    <a:gd name="T20" fmla="*/ 2147483647 w 866"/>
                    <a:gd name="T21" fmla="*/ 2147483647 h 930"/>
                    <a:gd name="T22" fmla="*/ 2147483647 w 866"/>
                    <a:gd name="T23" fmla="*/ 2147483647 h 930"/>
                    <a:gd name="T24" fmla="*/ 2147483647 w 866"/>
                    <a:gd name="T25" fmla="*/ 2147483647 h 930"/>
                    <a:gd name="T26" fmla="*/ 2147483647 w 866"/>
                    <a:gd name="T27" fmla="*/ 2147483647 h 930"/>
                    <a:gd name="T28" fmla="*/ 2147483647 w 866"/>
                    <a:gd name="T29" fmla="*/ 2147483647 h 930"/>
                    <a:gd name="T30" fmla="*/ 2147483647 w 866"/>
                    <a:gd name="T31" fmla="*/ 2147483647 h 930"/>
                    <a:gd name="T32" fmla="*/ 2147483647 w 866"/>
                    <a:gd name="T33" fmla="*/ 2147483647 h 930"/>
                    <a:gd name="T34" fmla="*/ 2147483647 w 866"/>
                    <a:gd name="T35" fmla="*/ 2147483647 h 930"/>
                    <a:gd name="T36" fmla="*/ 2147483647 w 866"/>
                    <a:gd name="T37" fmla="*/ 2147483647 h 930"/>
                    <a:gd name="T38" fmla="*/ 2147483647 w 866"/>
                    <a:gd name="T39" fmla="*/ 2147483647 h 930"/>
                    <a:gd name="T40" fmla="*/ 2147483647 w 866"/>
                    <a:gd name="T41" fmla="*/ 2147483647 h 930"/>
                    <a:gd name="T42" fmla="*/ 2147483647 w 866"/>
                    <a:gd name="T43" fmla="*/ 2147483647 h 930"/>
                    <a:gd name="T44" fmla="*/ 2147483647 w 866"/>
                    <a:gd name="T45" fmla="*/ 2147483647 h 930"/>
                    <a:gd name="T46" fmla="*/ 2147483647 w 866"/>
                    <a:gd name="T47" fmla="*/ 2147483647 h 930"/>
                    <a:gd name="T48" fmla="*/ 2147483647 w 866"/>
                    <a:gd name="T49" fmla="*/ 2147483647 h 930"/>
                    <a:gd name="T50" fmla="*/ 2147483647 w 866"/>
                    <a:gd name="T51" fmla="*/ 2147483647 h 930"/>
                    <a:gd name="T52" fmla="*/ 2147483647 w 866"/>
                    <a:gd name="T53" fmla="*/ 2147483647 h 930"/>
                    <a:gd name="T54" fmla="*/ 2147483647 w 866"/>
                    <a:gd name="T55" fmla="*/ 2147483647 h 930"/>
                    <a:gd name="T56" fmla="*/ 2147483647 w 866"/>
                    <a:gd name="T57" fmla="*/ 2147483647 h 930"/>
                    <a:gd name="T58" fmla="*/ 2147483647 w 866"/>
                    <a:gd name="T59" fmla="*/ 2147483647 h 930"/>
                    <a:gd name="T60" fmla="*/ 2147483647 w 866"/>
                    <a:gd name="T61" fmla="*/ 2147483647 h 930"/>
                    <a:gd name="T62" fmla="*/ 2147483647 w 866"/>
                    <a:gd name="T63" fmla="*/ 2147483647 h 930"/>
                    <a:gd name="T64" fmla="*/ 2147483647 w 866"/>
                    <a:gd name="T65" fmla="*/ 2147483647 h 930"/>
                    <a:gd name="T66" fmla="*/ 2147483647 w 866"/>
                    <a:gd name="T67" fmla="*/ 2147483647 h 930"/>
                    <a:gd name="T68" fmla="*/ 2147483647 w 866"/>
                    <a:gd name="T69" fmla="*/ 2147483647 h 930"/>
                    <a:gd name="T70" fmla="*/ 2147483647 w 866"/>
                    <a:gd name="T71" fmla="*/ 2147483647 h 930"/>
                    <a:gd name="T72" fmla="*/ 2147483647 w 866"/>
                    <a:gd name="T73" fmla="*/ 2147483647 h 930"/>
                    <a:gd name="T74" fmla="*/ 2147483647 w 866"/>
                    <a:gd name="T75" fmla="*/ 2147483647 h 930"/>
                    <a:gd name="T76" fmla="*/ 2147483647 w 866"/>
                    <a:gd name="T77" fmla="*/ 2147483647 h 930"/>
                    <a:gd name="T78" fmla="*/ 2147483647 w 866"/>
                    <a:gd name="T79" fmla="*/ 2147483647 h 930"/>
                    <a:gd name="T80" fmla="*/ 2147483647 w 866"/>
                    <a:gd name="T81" fmla="*/ 2147483647 h 930"/>
                    <a:gd name="T82" fmla="*/ 2147483647 w 866"/>
                    <a:gd name="T83" fmla="*/ 2147483647 h 930"/>
                    <a:gd name="T84" fmla="*/ 2147483647 w 866"/>
                    <a:gd name="T85" fmla="*/ 2147483647 h 930"/>
                    <a:gd name="T86" fmla="*/ 2147483647 w 866"/>
                    <a:gd name="T87" fmla="*/ 2147483647 h 930"/>
                    <a:gd name="T88" fmla="*/ 2147483647 w 866"/>
                    <a:gd name="T89" fmla="*/ 2147483647 h 930"/>
                    <a:gd name="T90" fmla="*/ 2147483647 w 866"/>
                    <a:gd name="T91" fmla="*/ 2147483647 h 930"/>
                    <a:gd name="T92" fmla="*/ 2147483647 w 866"/>
                    <a:gd name="T93" fmla="*/ 2147483647 h 930"/>
                    <a:gd name="T94" fmla="*/ 2147483647 w 866"/>
                    <a:gd name="T95" fmla="*/ 2147483647 h 930"/>
                    <a:gd name="T96" fmla="*/ 2147483647 w 866"/>
                    <a:gd name="T97" fmla="*/ 2147483647 h 930"/>
                    <a:gd name="T98" fmla="*/ 2147483647 w 866"/>
                    <a:gd name="T99" fmla="*/ 2147483647 h 930"/>
                    <a:gd name="T100" fmla="*/ 2147483647 w 866"/>
                    <a:gd name="T101" fmla="*/ 2147483647 h 930"/>
                    <a:gd name="T102" fmla="*/ 2147483647 w 866"/>
                    <a:gd name="T103" fmla="*/ 2147483647 h 930"/>
                    <a:gd name="T104" fmla="*/ 2147483647 w 866"/>
                    <a:gd name="T105" fmla="*/ 2147483647 h 930"/>
                    <a:gd name="T106" fmla="*/ 2147483647 w 866"/>
                    <a:gd name="T107" fmla="*/ 2147483647 h 930"/>
                    <a:gd name="T108" fmla="*/ 2147483647 w 866"/>
                    <a:gd name="T109" fmla="*/ 2147483647 h 930"/>
                    <a:gd name="T110" fmla="*/ 2147483647 w 866"/>
                    <a:gd name="T111" fmla="*/ 2147483647 h 930"/>
                    <a:gd name="T112" fmla="*/ 2147483647 w 866"/>
                    <a:gd name="T113" fmla="*/ 0 h 930"/>
                    <a:gd name="T114" fmla="*/ 0 w 866"/>
                    <a:gd name="T115" fmla="*/ 0 h 930"/>
                    <a:gd name="T116" fmla="*/ 0 w 866"/>
                    <a:gd name="T117" fmla="*/ 2147483647 h 930"/>
                    <a:gd name="T118" fmla="*/ 2147483647 w 866"/>
                    <a:gd name="T119" fmla="*/ 2147483647 h 930"/>
                    <a:gd name="T120" fmla="*/ 2147483647 w 866"/>
                    <a:gd name="T121" fmla="*/ 2147483647 h 930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866"/>
                    <a:gd name="T184" fmla="*/ 0 h 930"/>
                    <a:gd name="T185" fmla="*/ 866 w 866"/>
                    <a:gd name="T186" fmla="*/ 930 h 930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866" h="930">
                      <a:moveTo>
                        <a:pt x="866" y="6"/>
                      </a:moveTo>
                      <a:lnTo>
                        <a:pt x="512" y="6"/>
                      </a:lnTo>
                      <a:lnTo>
                        <a:pt x="510" y="68"/>
                      </a:lnTo>
                      <a:lnTo>
                        <a:pt x="522" y="76"/>
                      </a:lnTo>
                      <a:lnTo>
                        <a:pt x="538" y="86"/>
                      </a:lnTo>
                      <a:lnTo>
                        <a:pt x="554" y="98"/>
                      </a:lnTo>
                      <a:lnTo>
                        <a:pt x="568" y="114"/>
                      </a:lnTo>
                      <a:lnTo>
                        <a:pt x="582" y="132"/>
                      </a:lnTo>
                      <a:lnTo>
                        <a:pt x="592" y="154"/>
                      </a:lnTo>
                      <a:lnTo>
                        <a:pt x="596" y="168"/>
                      </a:lnTo>
                      <a:lnTo>
                        <a:pt x="600" y="180"/>
                      </a:lnTo>
                      <a:lnTo>
                        <a:pt x="602" y="196"/>
                      </a:lnTo>
                      <a:lnTo>
                        <a:pt x="602" y="210"/>
                      </a:lnTo>
                      <a:lnTo>
                        <a:pt x="600" y="224"/>
                      </a:lnTo>
                      <a:lnTo>
                        <a:pt x="598" y="238"/>
                      </a:lnTo>
                      <a:lnTo>
                        <a:pt x="592" y="250"/>
                      </a:lnTo>
                      <a:lnTo>
                        <a:pt x="586" y="262"/>
                      </a:lnTo>
                      <a:lnTo>
                        <a:pt x="580" y="274"/>
                      </a:lnTo>
                      <a:lnTo>
                        <a:pt x="570" y="286"/>
                      </a:lnTo>
                      <a:lnTo>
                        <a:pt x="560" y="296"/>
                      </a:lnTo>
                      <a:lnTo>
                        <a:pt x="550" y="304"/>
                      </a:lnTo>
                      <a:lnTo>
                        <a:pt x="536" y="314"/>
                      </a:lnTo>
                      <a:lnTo>
                        <a:pt x="524" y="320"/>
                      </a:lnTo>
                      <a:lnTo>
                        <a:pt x="510" y="328"/>
                      </a:lnTo>
                      <a:lnTo>
                        <a:pt x="494" y="332"/>
                      </a:lnTo>
                      <a:lnTo>
                        <a:pt x="478" y="338"/>
                      </a:lnTo>
                      <a:lnTo>
                        <a:pt x="462" y="340"/>
                      </a:lnTo>
                      <a:lnTo>
                        <a:pt x="444" y="342"/>
                      </a:lnTo>
                      <a:lnTo>
                        <a:pt x="426" y="344"/>
                      </a:lnTo>
                      <a:lnTo>
                        <a:pt x="410" y="342"/>
                      </a:lnTo>
                      <a:lnTo>
                        <a:pt x="392" y="340"/>
                      </a:lnTo>
                      <a:lnTo>
                        <a:pt x="378" y="336"/>
                      </a:lnTo>
                      <a:lnTo>
                        <a:pt x="362" y="330"/>
                      </a:lnTo>
                      <a:lnTo>
                        <a:pt x="350" y="324"/>
                      </a:lnTo>
                      <a:lnTo>
                        <a:pt x="336" y="316"/>
                      </a:lnTo>
                      <a:lnTo>
                        <a:pt x="326" y="306"/>
                      </a:lnTo>
                      <a:lnTo>
                        <a:pt x="316" y="296"/>
                      </a:lnTo>
                      <a:lnTo>
                        <a:pt x="306" y="286"/>
                      </a:lnTo>
                      <a:lnTo>
                        <a:pt x="300" y="274"/>
                      </a:lnTo>
                      <a:lnTo>
                        <a:pt x="292" y="262"/>
                      </a:lnTo>
                      <a:lnTo>
                        <a:pt x="288" y="250"/>
                      </a:lnTo>
                      <a:lnTo>
                        <a:pt x="282" y="236"/>
                      </a:lnTo>
                      <a:lnTo>
                        <a:pt x="280" y="224"/>
                      </a:lnTo>
                      <a:lnTo>
                        <a:pt x="278" y="210"/>
                      </a:lnTo>
                      <a:lnTo>
                        <a:pt x="278" y="196"/>
                      </a:lnTo>
                      <a:lnTo>
                        <a:pt x="280" y="176"/>
                      </a:lnTo>
                      <a:lnTo>
                        <a:pt x="286" y="156"/>
                      </a:lnTo>
                      <a:lnTo>
                        <a:pt x="294" y="138"/>
                      </a:lnTo>
                      <a:lnTo>
                        <a:pt x="306" y="122"/>
                      </a:lnTo>
                      <a:lnTo>
                        <a:pt x="318" y="108"/>
                      </a:lnTo>
                      <a:lnTo>
                        <a:pt x="330" y="96"/>
                      </a:lnTo>
                      <a:lnTo>
                        <a:pt x="350" y="78"/>
                      </a:lnTo>
                      <a:lnTo>
                        <a:pt x="350" y="0"/>
                      </a:lnTo>
                      <a:lnTo>
                        <a:pt x="0" y="0"/>
                      </a:lnTo>
                      <a:lnTo>
                        <a:pt x="0" y="930"/>
                      </a:lnTo>
                      <a:lnTo>
                        <a:pt x="866" y="930"/>
                      </a:lnTo>
                      <a:lnTo>
                        <a:pt x="866" y="6"/>
                      </a:lnTo>
                      <a:close/>
                    </a:path>
                  </a:pathLst>
                </a:custGeom>
                <a:solidFill>
                  <a:srgbClr val="F6AA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AU" altLang="es-ES" sz="2160"/>
                </a:p>
              </p:txBody>
            </p:sp>
            <p:sp>
              <p:nvSpPr>
                <p:cNvPr id="185" name="Freeform 168"/>
                <p:cNvSpPr>
                  <a:spLocks/>
                </p:cNvSpPr>
                <p:nvPr/>
              </p:nvSpPr>
              <p:spPr bwMode="auto">
                <a:xfrm>
                  <a:off x="10883632" y="10043661"/>
                  <a:ext cx="2034830" cy="1871214"/>
                </a:xfrm>
                <a:custGeom>
                  <a:avLst/>
                  <a:gdLst>
                    <a:gd name="T0" fmla="*/ 1250 w 1280"/>
                    <a:gd name="T1" fmla="*/ 102 h 1178"/>
                    <a:gd name="T2" fmla="*/ 1266 w 1280"/>
                    <a:gd name="T3" fmla="*/ 118 h 1178"/>
                    <a:gd name="T4" fmla="*/ 1278 w 1280"/>
                    <a:gd name="T5" fmla="*/ 150 h 1178"/>
                    <a:gd name="T6" fmla="*/ 1278 w 1280"/>
                    <a:gd name="T7" fmla="*/ 170 h 1178"/>
                    <a:gd name="T8" fmla="*/ 1260 w 1280"/>
                    <a:gd name="T9" fmla="*/ 202 h 1178"/>
                    <a:gd name="T10" fmla="*/ 1222 w 1280"/>
                    <a:gd name="T11" fmla="*/ 248 h 1178"/>
                    <a:gd name="T12" fmla="*/ 1220 w 1280"/>
                    <a:gd name="T13" fmla="*/ 258 h 1178"/>
                    <a:gd name="T14" fmla="*/ 1236 w 1280"/>
                    <a:gd name="T15" fmla="*/ 288 h 1178"/>
                    <a:gd name="T16" fmla="*/ 1262 w 1280"/>
                    <a:gd name="T17" fmla="*/ 316 h 1178"/>
                    <a:gd name="T18" fmla="*/ 1270 w 1280"/>
                    <a:gd name="T19" fmla="*/ 342 h 1178"/>
                    <a:gd name="T20" fmla="*/ 1254 w 1280"/>
                    <a:gd name="T21" fmla="*/ 382 h 1178"/>
                    <a:gd name="T22" fmla="*/ 1226 w 1280"/>
                    <a:gd name="T23" fmla="*/ 422 h 1178"/>
                    <a:gd name="T24" fmla="*/ 1220 w 1280"/>
                    <a:gd name="T25" fmla="*/ 450 h 1178"/>
                    <a:gd name="T26" fmla="*/ 1228 w 1280"/>
                    <a:gd name="T27" fmla="*/ 472 h 1178"/>
                    <a:gd name="T28" fmla="*/ 1254 w 1280"/>
                    <a:gd name="T29" fmla="*/ 496 h 1178"/>
                    <a:gd name="T30" fmla="*/ 1266 w 1280"/>
                    <a:gd name="T31" fmla="*/ 522 h 1178"/>
                    <a:gd name="T32" fmla="*/ 1258 w 1280"/>
                    <a:gd name="T33" fmla="*/ 546 h 1178"/>
                    <a:gd name="T34" fmla="*/ 1222 w 1280"/>
                    <a:gd name="T35" fmla="*/ 602 h 1178"/>
                    <a:gd name="T36" fmla="*/ 1222 w 1280"/>
                    <a:gd name="T37" fmla="*/ 622 h 1178"/>
                    <a:gd name="T38" fmla="*/ 1244 w 1280"/>
                    <a:gd name="T39" fmla="*/ 652 h 1178"/>
                    <a:gd name="T40" fmla="*/ 1264 w 1280"/>
                    <a:gd name="T41" fmla="*/ 684 h 1178"/>
                    <a:gd name="T42" fmla="*/ 1264 w 1280"/>
                    <a:gd name="T43" fmla="*/ 706 h 1178"/>
                    <a:gd name="T44" fmla="*/ 1242 w 1280"/>
                    <a:gd name="T45" fmla="*/ 740 h 1178"/>
                    <a:gd name="T46" fmla="*/ 1216 w 1280"/>
                    <a:gd name="T47" fmla="*/ 788 h 1178"/>
                    <a:gd name="T48" fmla="*/ 1220 w 1280"/>
                    <a:gd name="T49" fmla="*/ 806 h 1178"/>
                    <a:gd name="T50" fmla="*/ 1242 w 1280"/>
                    <a:gd name="T51" fmla="*/ 834 h 1178"/>
                    <a:gd name="T52" fmla="*/ 1248 w 1280"/>
                    <a:gd name="T53" fmla="*/ 848 h 1178"/>
                    <a:gd name="T54" fmla="*/ 1238 w 1280"/>
                    <a:gd name="T55" fmla="*/ 884 h 1178"/>
                    <a:gd name="T56" fmla="*/ 1198 w 1280"/>
                    <a:gd name="T57" fmla="*/ 940 h 1178"/>
                    <a:gd name="T58" fmla="*/ 1146 w 1280"/>
                    <a:gd name="T59" fmla="*/ 990 h 1178"/>
                    <a:gd name="T60" fmla="*/ 344 w 1280"/>
                    <a:gd name="T61" fmla="*/ 1178 h 1178"/>
                    <a:gd name="T62" fmla="*/ 70 w 1280"/>
                    <a:gd name="T63" fmla="*/ 928 h 1178"/>
                    <a:gd name="T64" fmla="*/ 60 w 1280"/>
                    <a:gd name="T65" fmla="*/ 858 h 1178"/>
                    <a:gd name="T66" fmla="*/ 48 w 1280"/>
                    <a:gd name="T67" fmla="*/ 842 h 1178"/>
                    <a:gd name="T68" fmla="*/ 8 w 1280"/>
                    <a:gd name="T69" fmla="*/ 800 h 1178"/>
                    <a:gd name="T70" fmla="*/ 0 w 1280"/>
                    <a:gd name="T71" fmla="*/ 778 h 1178"/>
                    <a:gd name="T72" fmla="*/ 14 w 1280"/>
                    <a:gd name="T73" fmla="*/ 748 h 1178"/>
                    <a:gd name="T74" fmla="*/ 46 w 1280"/>
                    <a:gd name="T75" fmla="*/ 718 h 1178"/>
                    <a:gd name="T76" fmla="*/ 46 w 1280"/>
                    <a:gd name="T77" fmla="*/ 700 h 1178"/>
                    <a:gd name="T78" fmla="*/ 14 w 1280"/>
                    <a:gd name="T79" fmla="*/ 640 h 1178"/>
                    <a:gd name="T80" fmla="*/ 0 w 1280"/>
                    <a:gd name="T81" fmla="*/ 590 h 1178"/>
                    <a:gd name="T82" fmla="*/ 8 w 1280"/>
                    <a:gd name="T83" fmla="*/ 564 h 1178"/>
                    <a:gd name="T84" fmla="*/ 34 w 1280"/>
                    <a:gd name="T85" fmla="*/ 532 h 1178"/>
                    <a:gd name="T86" fmla="*/ 42 w 1280"/>
                    <a:gd name="T87" fmla="*/ 516 h 1178"/>
                    <a:gd name="T88" fmla="*/ 24 w 1280"/>
                    <a:gd name="T89" fmla="*/ 476 h 1178"/>
                    <a:gd name="T90" fmla="*/ 6 w 1280"/>
                    <a:gd name="T91" fmla="*/ 428 h 1178"/>
                    <a:gd name="T92" fmla="*/ 12 w 1280"/>
                    <a:gd name="T93" fmla="*/ 404 h 1178"/>
                    <a:gd name="T94" fmla="*/ 42 w 1280"/>
                    <a:gd name="T95" fmla="*/ 346 h 1178"/>
                    <a:gd name="T96" fmla="*/ 42 w 1280"/>
                    <a:gd name="T97" fmla="*/ 324 h 1178"/>
                    <a:gd name="T98" fmla="*/ 16 w 1280"/>
                    <a:gd name="T99" fmla="*/ 284 h 1178"/>
                    <a:gd name="T100" fmla="*/ 0 w 1280"/>
                    <a:gd name="T101" fmla="*/ 240 h 1178"/>
                    <a:gd name="T102" fmla="*/ 0 w 1280"/>
                    <a:gd name="T103" fmla="*/ 182 h 1178"/>
                    <a:gd name="T104" fmla="*/ 10 w 1280"/>
                    <a:gd name="T105" fmla="*/ 0 h 1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280" h="1178">
                      <a:moveTo>
                        <a:pt x="10" y="0"/>
                      </a:moveTo>
                      <a:lnTo>
                        <a:pt x="1250" y="0"/>
                      </a:lnTo>
                      <a:lnTo>
                        <a:pt x="1250" y="102"/>
                      </a:lnTo>
                      <a:lnTo>
                        <a:pt x="1250" y="102"/>
                      </a:lnTo>
                      <a:lnTo>
                        <a:pt x="1256" y="106"/>
                      </a:lnTo>
                      <a:lnTo>
                        <a:pt x="1266" y="118"/>
                      </a:lnTo>
                      <a:lnTo>
                        <a:pt x="1270" y="128"/>
                      </a:lnTo>
                      <a:lnTo>
                        <a:pt x="1276" y="138"/>
                      </a:lnTo>
                      <a:lnTo>
                        <a:pt x="1278" y="150"/>
                      </a:lnTo>
                      <a:lnTo>
                        <a:pt x="1280" y="164"/>
                      </a:lnTo>
                      <a:lnTo>
                        <a:pt x="1280" y="164"/>
                      </a:lnTo>
                      <a:lnTo>
                        <a:pt x="1278" y="170"/>
                      </a:lnTo>
                      <a:lnTo>
                        <a:pt x="1278" y="176"/>
                      </a:lnTo>
                      <a:lnTo>
                        <a:pt x="1270" y="190"/>
                      </a:lnTo>
                      <a:lnTo>
                        <a:pt x="1260" y="202"/>
                      </a:lnTo>
                      <a:lnTo>
                        <a:pt x="1250" y="214"/>
                      </a:lnTo>
                      <a:lnTo>
                        <a:pt x="1228" y="236"/>
                      </a:lnTo>
                      <a:lnTo>
                        <a:pt x="1222" y="248"/>
                      </a:lnTo>
                      <a:lnTo>
                        <a:pt x="1220" y="254"/>
                      </a:lnTo>
                      <a:lnTo>
                        <a:pt x="1220" y="258"/>
                      </a:lnTo>
                      <a:lnTo>
                        <a:pt x="1220" y="258"/>
                      </a:lnTo>
                      <a:lnTo>
                        <a:pt x="1222" y="268"/>
                      </a:lnTo>
                      <a:lnTo>
                        <a:pt x="1228" y="278"/>
                      </a:lnTo>
                      <a:lnTo>
                        <a:pt x="1236" y="288"/>
                      </a:lnTo>
                      <a:lnTo>
                        <a:pt x="1244" y="296"/>
                      </a:lnTo>
                      <a:lnTo>
                        <a:pt x="1254" y="306"/>
                      </a:lnTo>
                      <a:lnTo>
                        <a:pt x="1262" y="316"/>
                      </a:lnTo>
                      <a:lnTo>
                        <a:pt x="1268" y="328"/>
                      </a:lnTo>
                      <a:lnTo>
                        <a:pt x="1270" y="342"/>
                      </a:lnTo>
                      <a:lnTo>
                        <a:pt x="1270" y="342"/>
                      </a:lnTo>
                      <a:lnTo>
                        <a:pt x="1268" y="356"/>
                      </a:lnTo>
                      <a:lnTo>
                        <a:pt x="1262" y="370"/>
                      </a:lnTo>
                      <a:lnTo>
                        <a:pt x="1254" y="382"/>
                      </a:lnTo>
                      <a:lnTo>
                        <a:pt x="1244" y="396"/>
                      </a:lnTo>
                      <a:lnTo>
                        <a:pt x="1234" y="408"/>
                      </a:lnTo>
                      <a:lnTo>
                        <a:pt x="1226" y="422"/>
                      </a:lnTo>
                      <a:lnTo>
                        <a:pt x="1220" y="436"/>
                      </a:lnTo>
                      <a:lnTo>
                        <a:pt x="1220" y="442"/>
                      </a:lnTo>
                      <a:lnTo>
                        <a:pt x="1220" y="450"/>
                      </a:lnTo>
                      <a:lnTo>
                        <a:pt x="1220" y="450"/>
                      </a:lnTo>
                      <a:lnTo>
                        <a:pt x="1222" y="462"/>
                      </a:lnTo>
                      <a:lnTo>
                        <a:pt x="1228" y="472"/>
                      </a:lnTo>
                      <a:lnTo>
                        <a:pt x="1236" y="482"/>
                      </a:lnTo>
                      <a:lnTo>
                        <a:pt x="1246" y="488"/>
                      </a:lnTo>
                      <a:lnTo>
                        <a:pt x="1254" y="496"/>
                      </a:lnTo>
                      <a:lnTo>
                        <a:pt x="1262" y="504"/>
                      </a:lnTo>
                      <a:lnTo>
                        <a:pt x="1266" y="512"/>
                      </a:lnTo>
                      <a:lnTo>
                        <a:pt x="1266" y="522"/>
                      </a:lnTo>
                      <a:lnTo>
                        <a:pt x="1266" y="522"/>
                      </a:lnTo>
                      <a:lnTo>
                        <a:pt x="1264" y="534"/>
                      </a:lnTo>
                      <a:lnTo>
                        <a:pt x="1258" y="546"/>
                      </a:lnTo>
                      <a:lnTo>
                        <a:pt x="1242" y="568"/>
                      </a:lnTo>
                      <a:lnTo>
                        <a:pt x="1226" y="590"/>
                      </a:lnTo>
                      <a:lnTo>
                        <a:pt x="1222" y="602"/>
                      </a:lnTo>
                      <a:lnTo>
                        <a:pt x="1220" y="612"/>
                      </a:lnTo>
                      <a:lnTo>
                        <a:pt x="1220" y="612"/>
                      </a:lnTo>
                      <a:lnTo>
                        <a:pt x="1222" y="622"/>
                      </a:lnTo>
                      <a:lnTo>
                        <a:pt x="1226" y="632"/>
                      </a:lnTo>
                      <a:lnTo>
                        <a:pt x="1234" y="642"/>
                      </a:lnTo>
                      <a:lnTo>
                        <a:pt x="1244" y="652"/>
                      </a:lnTo>
                      <a:lnTo>
                        <a:pt x="1252" y="662"/>
                      </a:lnTo>
                      <a:lnTo>
                        <a:pt x="1260" y="672"/>
                      </a:lnTo>
                      <a:lnTo>
                        <a:pt x="1264" y="684"/>
                      </a:lnTo>
                      <a:lnTo>
                        <a:pt x="1266" y="694"/>
                      </a:lnTo>
                      <a:lnTo>
                        <a:pt x="1266" y="694"/>
                      </a:lnTo>
                      <a:lnTo>
                        <a:pt x="1264" y="706"/>
                      </a:lnTo>
                      <a:lnTo>
                        <a:pt x="1260" y="718"/>
                      </a:lnTo>
                      <a:lnTo>
                        <a:pt x="1252" y="730"/>
                      </a:lnTo>
                      <a:lnTo>
                        <a:pt x="1242" y="740"/>
                      </a:lnTo>
                      <a:lnTo>
                        <a:pt x="1226" y="764"/>
                      </a:lnTo>
                      <a:lnTo>
                        <a:pt x="1220" y="776"/>
                      </a:lnTo>
                      <a:lnTo>
                        <a:pt x="1216" y="788"/>
                      </a:lnTo>
                      <a:lnTo>
                        <a:pt x="1216" y="788"/>
                      </a:lnTo>
                      <a:lnTo>
                        <a:pt x="1216" y="798"/>
                      </a:lnTo>
                      <a:lnTo>
                        <a:pt x="1220" y="806"/>
                      </a:lnTo>
                      <a:lnTo>
                        <a:pt x="1224" y="814"/>
                      </a:lnTo>
                      <a:lnTo>
                        <a:pt x="1230" y="820"/>
                      </a:lnTo>
                      <a:lnTo>
                        <a:pt x="1242" y="834"/>
                      </a:lnTo>
                      <a:lnTo>
                        <a:pt x="1246" y="840"/>
                      </a:lnTo>
                      <a:lnTo>
                        <a:pt x="1248" y="848"/>
                      </a:lnTo>
                      <a:lnTo>
                        <a:pt x="1248" y="848"/>
                      </a:lnTo>
                      <a:lnTo>
                        <a:pt x="1246" y="858"/>
                      </a:lnTo>
                      <a:lnTo>
                        <a:pt x="1244" y="870"/>
                      </a:lnTo>
                      <a:lnTo>
                        <a:pt x="1238" y="884"/>
                      </a:lnTo>
                      <a:lnTo>
                        <a:pt x="1230" y="900"/>
                      </a:lnTo>
                      <a:lnTo>
                        <a:pt x="1216" y="920"/>
                      </a:lnTo>
                      <a:lnTo>
                        <a:pt x="1198" y="940"/>
                      </a:lnTo>
                      <a:lnTo>
                        <a:pt x="1174" y="964"/>
                      </a:lnTo>
                      <a:lnTo>
                        <a:pt x="1146" y="990"/>
                      </a:lnTo>
                      <a:lnTo>
                        <a:pt x="1146" y="990"/>
                      </a:lnTo>
                      <a:lnTo>
                        <a:pt x="1006" y="1112"/>
                      </a:lnTo>
                      <a:lnTo>
                        <a:pt x="930" y="1178"/>
                      </a:lnTo>
                      <a:lnTo>
                        <a:pt x="344" y="1178"/>
                      </a:lnTo>
                      <a:lnTo>
                        <a:pt x="74" y="952"/>
                      </a:lnTo>
                      <a:lnTo>
                        <a:pt x="74" y="952"/>
                      </a:lnTo>
                      <a:lnTo>
                        <a:pt x="70" y="928"/>
                      </a:lnTo>
                      <a:lnTo>
                        <a:pt x="66" y="902"/>
                      </a:lnTo>
                      <a:lnTo>
                        <a:pt x="64" y="876"/>
                      </a:lnTo>
                      <a:lnTo>
                        <a:pt x="60" y="858"/>
                      </a:lnTo>
                      <a:lnTo>
                        <a:pt x="60" y="858"/>
                      </a:lnTo>
                      <a:lnTo>
                        <a:pt x="56" y="850"/>
                      </a:lnTo>
                      <a:lnTo>
                        <a:pt x="48" y="842"/>
                      </a:lnTo>
                      <a:lnTo>
                        <a:pt x="28" y="822"/>
                      </a:lnTo>
                      <a:lnTo>
                        <a:pt x="18" y="812"/>
                      </a:lnTo>
                      <a:lnTo>
                        <a:pt x="8" y="800"/>
                      </a:lnTo>
                      <a:lnTo>
                        <a:pt x="2" y="790"/>
                      </a:lnTo>
                      <a:lnTo>
                        <a:pt x="0" y="778"/>
                      </a:lnTo>
                      <a:lnTo>
                        <a:pt x="0" y="778"/>
                      </a:lnTo>
                      <a:lnTo>
                        <a:pt x="2" y="766"/>
                      </a:lnTo>
                      <a:lnTo>
                        <a:pt x="8" y="756"/>
                      </a:lnTo>
                      <a:lnTo>
                        <a:pt x="14" y="748"/>
                      </a:lnTo>
                      <a:lnTo>
                        <a:pt x="24" y="740"/>
                      </a:lnTo>
                      <a:lnTo>
                        <a:pt x="40" y="726"/>
                      </a:lnTo>
                      <a:lnTo>
                        <a:pt x="46" y="718"/>
                      </a:lnTo>
                      <a:lnTo>
                        <a:pt x="48" y="710"/>
                      </a:lnTo>
                      <a:lnTo>
                        <a:pt x="48" y="710"/>
                      </a:lnTo>
                      <a:lnTo>
                        <a:pt x="46" y="700"/>
                      </a:lnTo>
                      <a:lnTo>
                        <a:pt x="40" y="688"/>
                      </a:lnTo>
                      <a:lnTo>
                        <a:pt x="22" y="658"/>
                      </a:lnTo>
                      <a:lnTo>
                        <a:pt x="14" y="640"/>
                      </a:lnTo>
                      <a:lnTo>
                        <a:pt x="6" y="622"/>
                      </a:lnTo>
                      <a:lnTo>
                        <a:pt x="0" y="606"/>
                      </a:lnTo>
                      <a:lnTo>
                        <a:pt x="0" y="590"/>
                      </a:lnTo>
                      <a:lnTo>
                        <a:pt x="0" y="590"/>
                      </a:lnTo>
                      <a:lnTo>
                        <a:pt x="2" y="576"/>
                      </a:lnTo>
                      <a:lnTo>
                        <a:pt x="8" y="564"/>
                      </a:lnTo>
                      <a:lnTo>
                        <a:pt x="14" y="554"/>
                      </a:lnTo>
                      <a:lnTo>
                        <a:pt x="20" y="546"/>
                      </a:lnTo>
                      <a:lnTo>
                        <a:pt x="34" y="532"/>
                      </a:lnTo>
                      <a:lnTo>
                        <a:pt x="38" y="524"/>
                      </a:lnTo>
                      <a:lnTo>
                        <a:pt x="42" y="516"/>
                      </a:lnTo>
                      <a:lnTo>
                        <a:pt x="42" y="516"/>
                      </a:lnTo>
                      <a:lnTo>
                        <a:pt x="40" y="508"/>
                      </a:lnTo>
                      <a:lnTo>
                        <a:pt x="38" y="498"/>
                      </a:lnTo>
                      <a:lnTo>
                        <a:pt x="24" y="476"/>
                      </a:lnTo>
                      <a:lnTo>
                        <a:pt x="12" y="452"/>
                      </a:lnTo>
                      <a:lnTo>
                        <a:pt x="8" y="440"/>
                      </a:lnTo>
                      <a:lnTo>
                        <a:pt x="6" y="428"/>
                      </a:lnTo>
                      <a:lnTo>
                        <a:pt x="6" y="428"/>
                      </a:lnTo>
                      <a:lnTo>
                        <a:pt x="8" y="416"/>
                      </a:lnTo>
                      <a:lnTo>
                        <a:pt x="12" y="404"/>
                      </a:lnTo>
                      <a:lnTo>
                        <a:pt x="26" y="380"/>
                      </a:lnTo>
                      <a:lnTo>
                        <a:pt x="38" y="358"/>
                      </a:lnTo>
                      <a:lnTo>
                        <a:pt x="42" y="346"/>
                      </a:lnTo>
                      <a:lnTo>
                        <a:pt x="44" y="336"/>
                      </a:lnTo>
                      <a:lnTo>
                        <a:pt x="44" y="336"/>
                      </a:lnTo>
                      <a:lnTo>
                        <a:pt x="42" y="324"/>
                      </a:lnTo>
                      <a:lnTo>
                        <a:pt x="38" y="314"/>
                      </a:lnTo>
                      <a:lnTo>
                        <a:pt x="24" y="294"/>
                      </a:lnTo>
                      <a:lnTo>
                        <a:pt x="16" y="284"/>
                      </a:lnTo>
                      <a:lnTo>
                        <a:pt x="8" y="270"/>
                      </a:lnTo>
                      <a:lnTo>
                        <a:pt x="2" y="256"/>
                      </a:lnTo>
                      <a:lnTo>
                        <a:pt x="0" y="240"/>
                      </a:lnTo>
                      <a:lnTo>
                        <a:pt x="0" y="240"/>
                      </a:lnTo>
                      <a:lnTo>
                        <a:pt x="0" y="216"/>
                      </a:lnTo>
                      <a:lnTo>
                        <a:pt x="0" y="182"/>
                      </a:lnTo>
                      <a:lnTo>
                        <a:pt x="4" y="102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  <p:sp>
              <p:nvSpPr>
                <p:cNvPr id="186" name="Freeform 169"/>
                <p:cNvSpPr>
                  <a:spLocks/>
                </p:cNvSpPr>
                <p:nvPr/>
              </p:nvSpPr>
              <p:spPr bwMode="auto">
                <a:xfrm>
                  <a:off x="11463321" y="11970495"/>
                  <a:ext cx="843902" cy="115214"/>
                </a:xfrm>
                <a:custGeom>
                  <a:avLst/>
                  <a:gdLst>
                    <a:gd name="T0" fmla="*/ 0 w 532"/>
                    <a:gd name="T1" fmla="*/ 0 h 72"/>
                    <a:gd name="T2" fmla="*/ 844550 w 532"/>
                    <a:gd name="T3" fmla="*/ 0 h 72"/>
                    <a:gd name="T4" fmla="*/ 844550 w 532"/>
                    <a:gd name="T5" fmla="*/ 0 h 72"/>
                    <a:gd name="T6" fmla="*/ 828675 w 532"/>
                    <a:gd name="T7" fmla="*/ 19050 h 72"/>
                    <a:gd name="T8" fmla="*/ 793750 w 532"/>
                    <a:gd name="T9" fmla="*/ 57150 h 72"/>
                    <a:gd name="T10" fmla="*/ 771525 w 532"/>
                    <a:gd name="T11" fmla="*/ 79375 h 72"/>
                    <a:gd name="T12" fmla="*/ 749300 w 532"/>
                    <a:gd name="T13" fmla="*/ 98425 h 72"/>
                    <a:gd name="T14" fmla="*/ 727075 w 532"/>
                    <a:gd name="T15" fmla="*/ 111125 h 72"/>
                    <a:gd name="T16" fmla="*/ 717550 w 532"/>
                    <a:gd name="T17" fmla="*/ 114300 h 72"/>
                    <a:gd name="T18" fmla="*/ 708025 w 532"/>
                    <a:gd name="T19" fmla="*/ 114300 h 72"/>
                    <a:gd name="T20" fmla="*/ 708025 w 532"/>
                    <a:gd name="T21" fmla="*/ 114300 h 72"/>
                    <a:gd name="T22" fmla="*/ 158750 w 532"/>
                    <a:gd name="T23" fmla="*/ 114300 h 72"/>
                    <a:gd name="T24" fmla="*/ 158750 w 532"/>
                    <a:gd name="T25" fmla="*/ 114300 h 72"/>
                    <a:gd name="T26" fmla="*/ 149225 w 532"/>
                    <a:gd name="T27" fmla="*/ 114300 h 72"/>
                    <a:gd name="T28" fmla="*/ 139700 w 532"/>
                    <a:gd name="T29" fmla="*/ 111125 h 72"/>
                    <a:gd name="T30" fmla="*/ 114300 w 532"/>
                    <a:gd name="T31" fmla="*/ 98425 h 72"/>
                    <a:gd name="T32" fmla="*/ 88900 w 532"/>
                    <a:gd name="T33" fmla="*/ 79375 h 72"/>
                    <a:gd name="T34" fmla="*/ 63500 w 532"/>
                    <a:gd name="T35" fmla="*/ 57150 h 72"/>
                    <a:gd name="T36" fmla="*/ 19050 w 532"/>
                    <a:gd name="T37" fmla="*/ 19050 h 72"/>
                    <a:gd name="T38" fmla="*/ 0 w 532"/>
                    <a:gd name="T39" fmla="*/ 0 h 72"/>
                    <a:gd name="T40" fmla="*/ 0 w 532"/>
                    <a:gd name="T41" fmla="*/ 0 h 7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532"/>
                    <a:gd name="T64" fmla="*/ 0 h 72"/>
                    <a:gd name="T65" fmla="*/ 532 w 532"/>
                    <a:gd name="T66" fmla="*/ 72 h 7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532" h="72">
                      <a:moveTo>
                        <a:pt x="0" y="0"/>
                      </a:moveTo>
                      <a:lnTo>
                        <a:pt x="532" y="0"/>
                      </a:lnTo>
                      <a:lnTo>
                        <a:pt x="522" y="12"/>
                      </a:lnTo>
                      <a:lnTo>
                        <a:pt x="500" y="36"/>
                      </a:lnTo>
                      <a:lnTo>
                        <a:pt x="486" y="50"/>
                      </a:lnTo>
                      <a:lnTo>
                        <a:pt x="472" y="62"/>
                      </a:lnTo>
                      <a:lnTo>
                        <a:pt x="458" y="70"/>
                      </a:lnTo>
                      <a:lnTo>
                        <a:pt x="452" y="72"/>
                      </a:lnTo>
                      <a:lnTo>
                        <a:pt x="446" y="72"/>
                      </a:lnTo>
                      <a:lnTo>
                        <a:pt x="100" y="72"/>
                      </a:lnTo>
                      <a:lnTo>
                        <a:pt x="94" y="72"/>
                      </a:lnTo>
                      <a:lnTo>
                        <a:pt x="88" y="70"/>
                      </a:lnTo>
                      <a:lnTo>
                        <a:pt x="72" y="62"/>
                      </a:lnTo>
                      <a:lnTo>
                        <a:pt x="56" y="50"/>
                      </a:lnTo>
                      <a:lnTo>
                        <a:pt x="40" y="36"/>
                      </a:lnTo>
                      <a:lnTo>
                        <a:pt x="12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AU" sz="2160"/>
                </a:p>
              </p:txBody>
            </p:sp>
          </p:grpSp>
          <p:sp>
            <p:nvSpPr>
              <p:cNvPr id="176" name="Rectangle 54"/>
              <p:cNvSpPr/>
              <p:nvPr/>
            </p:nvSpPr>
            <p:spPr>
              <a:xfrm>
                <a:off x="17636291" y="-201963"/>
                <a:ext cx="579691" cy="202218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AU" sz="2160"/>
              </a:p>
            </p:txBody>
          </p:sp>
        </p:grpSp>
        <p:sp>
          <p:nvSpPr>
            <p:cNvPr id="171" name="Freeform 188"/>
            <p:cNvSpPr>
              <a:spLocks/>
            </p:cNvSpPr>
            <p:nvPr/>
          </p:nvSpPr>
          <p:spPr bwMode="auto">
            <a:xfrm>
              <a:off x="3714839" y="1785008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72" name="Freeform 188"/>
            <p:cNvSpPr>
              <a:spLocks/>
            </p:cNvSpPr>
            <p:nvPr/>
          </p:nvSpPr>
          <p:spPr bwMode="auto">
            <a:xfrm>
              <a:off x="3714839" y="1928489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73" name="Freeform 188"/>
            <p:cNvSpPr>
              <a:spLocks/>
            </p:cNvSpPr>
            <p:nvPr/>
          </p:nvSpPr>
          <p:spPr bwMode="auto">
            <a:xfrm>
              <a:off x="3714839" y="2071971"/>
              <a:ext cx="1044429" cy="70784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  <p:sp>
          <p:nvSpPr>
            <p:cNvPr id="174" name="Freeform 188"/>
            <p:cNvSpPr>
              <a:spLocks/>
            </p:cNvSpPr>
            <p:nvPr/>
          </p:nvSpPr>
          <p:spPr bwMode="auto">
            <a:xfrm>
              <a:off x="3714839" y="2213540"/>
              <a:ext cx="1044429" cy="72697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160"/>
            </a:p>
          </p:txBody>
        </p:sp>
      </p:grpSp>
      <p:sp>
        <p:nvSpPr>
          <p:cNvPr id="114" name="113 Rectángulo"/>
          <p:cNvSpPr/>
          <p:nvPr/>
        </p:nvSpPr>
        <p:spPr>
          <a:xfrm>
            <a:off x="-37363" y="-21356"/>
            <a:ext cx="12312000" cy="171450"/>
          </a:xfrm>
          <a:prstGeom prst="rect">
            <a:avLst/>
          </a:prstGeom>
          <a:solidFill>
            <a:srgbClr val="2C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2160"/>
          </a:p>
        </p:txBody>
      </p:sp>
    </p:spTree>
    <p:extLst>
      <p:ext uri="{BB962C8B-B14F-4D97-AF65-F5344CB8AC3E}">
        <p14:creationId xmlns:p14="http://schemas.microsoft.com/office/powerpoint/2010/main" val="305902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29" y="-4154"/>
            <a:ext cx="12200129" cy="68931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0" y="31014"/>
            <a:ext cx="12192000" cy="6858000"/>
          </a:xfrm>
          <a:prstGeom prst="rect">
            <a:avLst/>
          </a:prstGeom>
          <a:solidFill>
            <a:srgbClr val="2C3F5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/>
          <p:cNvSpPr/>
          <p:nvPr/>
        </p:nvSpPr>
        <p:spPr>
          <a:xfrm>
            <a:off x="909658" y="745067"/>
            <a:ext cx="4407409" cy="5638800"/>
          </a:xfrm>
          <a:prstGeom prst="rect">
            <a:avLst/>
          </a:prstGeom>
          <a:gradFill flip="none" rotWithShape="1">
            <a:gsLst>
              <a:gs pos="49000">
                <a:srgbClr val="2C3F50">
                  <a:alpha val="50000"/>
                </a:srgbClr>
              </a:gs>
              <a:gs pos="93000">
                <a:srgbClr val="16A986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13 CuadroTexto"/>
          <p:cNvSpPr txBox="1">
            <a:spLocks noChangeArrowheads="1"/>
          </p:cNvSpPr>
          <p:nvPr/>
        </p:nvSpPr>
        <p:spPr bwMode="auto">
          <a:xfrm>
            <a:off x="1052334" y="3564467"/>
            <a:ext cx="4122057" cy="137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5000"/>
              </a:lnSpc>
              <a:spcBef>
                <a:spcPct val="0"/>
              </a:spcBef>
              <a:buFontTx/>
              <a:buNone/>
              <a:defRPr/>
            </a:pPr>
            <a:r>
              <a:rPr lang="es-ES" sz="4400" b="1" dirty="0">
                <a:solidFill>
                  <a:schemeClr val="bg1"/>
                </a:solidFill>
                <a:latin typeface="Roboto Thin"/>
              </a:rPr>
              <a:t>MÓDULOS DEL SISTEMA</a:t>
            </a:r>
          </a:p>
        </p:txBody>
      </p:sp>
      <p:sp>
        <p:nvSpPr>
          <p:cNvPr id="11" name="Shape 3692"/>
          <p:cNvSpPr>
            <a:spLocks/>
          </p:cNvSpPr>
          <p:nvPr/>
        </p:nvSpPr>
        <p:spPr bwMode="auto">
          <a:xfrm>
            <a:off x="2390789" y="1760449"/>
            <a:ext cx="1445146" cy="1355505"/>
          </a:xfrm>
          <a:custGeom>
            <a:avLst/>
            <a:gdLst>
              <a:gd name="T0" fmla="*/ 1825011 w 21600"/>
              <a:gd name="T1" fmla="*/ 1826429 h 21583"/>
              <a:gd name="T2" fmla="*/ 1825011 w 21600"/>
              <a:gd name="T3" fmla="*/ 1826429 h 21583"/>
              <a:gd name="T4" fmla="*/ 1825011 w 21600"/>
              <a:gd name="T5" fmla="*/ 1826429 h 21583"/>
              <a:gd name="T6" fmla="*/ 1825011 w 21600"/>
              <a:gd name="T7" fmla="*/ 1826429 h 21583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583" extrusionOk="0">
                <a:moveTo>
                  <a:pt x="12363" y="11941"/>
                </a:moveTo>
                <a:lnTo>
                  <a:pt x="13061" y="14034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4" y="12790"/>
                </a:lnTo>
                <a:lnTo>
                  <a:pt x="8508" y="14034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7"/>
                </a:lnTo>
                <a:lnTo>
                  <a:pt x="7510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7"/>
                </a:lnTo>
                <a:lnTo>
                  <a:pt x="12144" y="11282"/>
                </a:lnTo>
                <a:cubicBezTo>
                  <a:pt x="12144" y="11282"/>
                  <a:pt x="12363" y="11941"/>
                  <a:pt x="12363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8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1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8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20"/>
                  <a:pt x="7232" y="2943"/>
                  <a:pt x="10800" y="2943"/>
                </a:cubicBezTo>
                <a:cubicBezTo>
                  <a:pt x="14368" y="2943"/>
                  <a:pt x="17578" y="1720"/>
                  <a:pt x="18823" y="1179"/>
                </a:cubicBezTo>
                <a:cubicBezTo>
                  <a:pt x="19278" y="2918"/>
                  <a:pt x="20618" y="7465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7" y="357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6"/>
                  <a:pt x="2257" y="42"/>
                </a:cubicBezTo>
                <a:cubicBezTo>
                  <a:pt x="2124" y="101"/>
                  <a:pt x="2023" y="216"/>
                  <a:pt x="1983" y="357"/>
                </a:cubicBezTo>
                <a:cubicBezTo>
                  <a:pt x="1963" y="426"/>
                  <a:pt x="0" y="6377"/>
                  <a:pt x="0" y="12263"/>
                </a:cubicBezTo>
                <a:cubicBezTo>
                  <a:pt x="0" y="18484"/>
                  <a:pt x="10271" y="21491"/>
                  <a:pt x="10708" y="21574"/>
                </a:cubicBezTo>
                <a:cubicBezTo>
                  <a:pt x="10739" y="21580"/>
                  <a:pt x="10769" y="21583"/>
                  <a:pt x="10800" y="21583"/>
                </a:cubicBezTo>
                <a:cubicBezTo>
                  <a:pt x="10831" y="21583"/>
                  <a:pt x="10862" y="21580"/>
                  <a:pt x="10892" y="21574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7"/>
                  <a:pt x="19637" y="426"/>
                  <a:pt x="19617" y="357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598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59"/>
          <p:cNvSpPr/>
          <p:nvPr/>
        </p:nvSpPr>
        <p:spPr>
          <a:xfrm rot="16200000">
            <a:off x="10154038" y="3787580"/>
            <a:ext cx="432000" cy="180000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Rectangle 159"/>
          <p:cNvSpPr/>
          <p:nvPr/>
        </p:nvSpPr>
        <p:spPr>
          <a:xfrm rot="16200000">
            <a:off x="1035869" y="4455638"/>
            <a:ext cx="1008000" cy="72000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 Placeholder 23"/>
          <p:cNvSpPr txBox="1">
            <a:spLocks/>
          </p:cNvSpPr>
          <p:nvPr/>
        </p:nvSpPr>
        <p:spPr>
          <a:xfrm>
            <a:off x="774869" y="5526238"/>
            <a:ext cx="1458000" cy="889688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MÓDULO ACCESO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138" name="Grupo 137"/>
          <p:cNvGrpSpPr/>
          <p:nvPr/>
        </p:nvGrpSpPr>
        <p:grpSpPr>
          <a:xfrm>
            <a:off x="1089869" y="4626238"/>
            <a:ext cx="900000" cy="900000"/>
            <a:chOff x="5418765" y="4605114"/>
            <a:chExt cx="900000" cy="900000"/>
          </a:xfrm>
        </p:grpSpPr>
        <p:sp>
          <p:nvSpPr>
            <p:cNvPr id="139" name="Conector 138"/>
            <p:cNvSpPr/>
            <p:nvPr/>
          </p:nvSpPr>
          <p:spPr>
            <a:xfrm>
              <a:off x="5418765" y="4605114"/>
              <a:ext cx="900000" cy="900000"/>
            </a:xfrm>
            <a:prstGeom prst="flowChartConnector">
              <a:avLst/>
            </a:prstGeom>
            <a:solidFill>
              <a:srgbClr val="16A98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0" name="Shape 3660"/>
            <p:cNvSpPr>
              <a:spLocks/>
            </p:cNvSpPr>
            <p:nvPr/>
          </p:nvSpPr>
          <p:spPr bwMode="auto">
            <a:xfrm>
              <a:off x="5616765" y="4803114"/>
              <a:ext cx="504000" cy="504000"/>
            </a:xfrm>
            <a:custGeom>
              <a:avLst/>
              <a:gdLst>
                <a:gd name="T0" fmla="*/ 308836604 w 21600"/>
                <a:gd name="T1" fmla="*/ 308836604 h 21600"/>
                <a:gd name="T2" fmla="*/ 308836604 w 21600"/>
                <a:gd name="T3" fmla="*/ 308836604 h 21600"/>
                <a:gd name="T4" fmla="*/ 308836604 w 21600"/>
                <a:gd name="T5" fmla="*/ 308836604 h 21600"/>
                <a:gd name="T6" fmla="*/ 308836604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1"/>
                  </a:lnTo>
                  <a:cubicBezTo>
                    <a:pt x="19655" y="2641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1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6"/>
                    <a:pt x="299" y="8876"/>
                    <a:pt x="297" y="8877"/>
                  </a:cubicBezTo>
                  <a:lnTo>
                    <a:pt x="280" y="8884"/>
                  </a:lnTo>
                  <a:lnTo>
                    <a:pt x="281" y="8887"/>
                  </a:lnTo>
                  <a:cubicBezTo>
                    <a:pt x="116" y="8967"/>
                    <a:pt x="0" y="9133"/>
                    <a:pt x="0" y="9327"/>
                  </a:cubicBezTo>
                  <a:cubicBezTo>
                    <a:pt x="0" y="9551"/>
                    <a:pt x="151" y="9732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700"/>
                  </a:lnTo>
                  <a:cubicBezTo>
                    <a:pt x="21578" y="637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6"/>
                    <a:pt x="7507" y="16344"/>
                  </a:cubicBezTo>
                  <a:lnTo>
                    <a:pt x="6035" y="17817"/>
                  </a:lnTo>
                  <a:cubicBezTo>
                    <a:pt x="5946" y="17906"/>
                    <a:pt x="5891" y="18028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1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0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3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2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8"/>
                    <a:pt x="3927" y="14101"/>
                    <a:pt x="3927" y="14237"/>
                  </a:cubicBezTo>
                  <a:cubicBezTo>
                    <a:pt x="3927" y="14508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sp>
        <p:nvSpPr>
          <p:cNvPr id="184" name="Rectangle 159"/>
          <p:cNvSpPr/>
          <p:nvPr/>
        </p:nvSpPr>
        <p:spPr>
          <a:xfrm rot="16200000">
            <a:off x="2000922" y="3500634"/>
            <a:ext cx="1008000" cy="72000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Conector 181"/>
          <p:cNvSpPr/>
          <p:nvPr/>
        </p:nvSpPr>
        <p:spPr>
          <a:xfrm>
            <a:off x="2054922" y="2461605"/>
            <a:ext cx="900000" cy="900000"/>
          </a:xfrm>
          <a:prstGeom prst="flowChartConnector">
            <a:avLst/>
          </a:prstGeom>
          <a:solidFill>
            <a:srgbClr val="F6AA3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5" name="Text Placeholder 23"/>
          <p:cNvSpPr txBox="1">
            <a:spLocks/>
          </p:cNvSpPr>
          <p:nvPr/>
        </p:nvSpPr>
        <p:spPr>
          <a:xfrm>
            <a:off x="1298922" y="1498095"/>
            <a:ext cx="2412000" cy="90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MÓDULO SOLICITAR CRÉDITO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191" name="Rectangle 159"/>
          <p:cNvSpPr/>
          <p:nvPr/>
        </p:nvSpPr>
        <p:spPr>
          <a:xfrm rot="16200000">
            <a:off x="5541103" y="4460823"/>
            <a:ext cx="1008000" cy="72000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Text Placeholder 23"/>
          <p:cNvSpPr txBox="1">
            <a:spLocks/>
          </p:cNvSpPr>
          <p:nvPr/>
        </p:nvSpPr>
        <p:spPr>
          <a:xfrm>
            <a:off x="4839103" y="5591722"/>
            <a:ext cx="2412000" cy="90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MÓDULO DE COBRANZAS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195" name="Conector 194"/>
          <p:cNvSpPr/>
          <p:nvPr/>
        </p:nvSpPr>
        <p:spPr>
          <a:xfrm>
            <a:off x="5595103" y="4631423"/>
            <a:ext cx="900000" cy="900000"/>
          </a:xfrm>
          <a:prstGeom prst="flowChartConnector">
            <a:avLst/>
          </a:prstGeom>
          <a:solidFill>
            <a:srgbClr val="C1392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6" name="Rectangle 159"/>
          <p:cNvSpPr/>
          <p:nvPr/>
        </p:nvSpPr>
        <p:spPr>
          <a:xfrm rot="16200000">
            <a:off x="4299103" y="3497924"/>
            <a:ext cx="1008000" cy="72000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7" name="Grupo 186"/>
          <p:cNvGrpSpPr/>
          <p:nvPr/>
        </p:nvGrpSpPr>
        <p:grpSpPr>
          <a:xfrm>
            <a:off x="4353103" y="2458895"/>
            <a:ext cx="900000" cy="900000"/>
            <a:chOff x="10854001" y="4803114"/>
            <a:chExt cx="900000" cy="900000"/>
          </a:xfrm>
        </p:grpSpPr>
        <p:sp>
          <p:nvSpPr>
            <p:cNvPr id="188" name="Conector 187"/>
            <p:cNvSpPr/>
            <p:nvPr/>
          </p:nvSpPr>
          <p:spPr>
            <a:xfrm>
              <a:off x="10854001" y="4803114"/>
              <a:ext cx="900000" cy="900000"/>
            </a:xfrm>
            <a:prstGeom prst="flowChartConnector">
              <a:avLst/>
            </a:prstGeom>
            <a:solidFill>
              <a:srgbClr val="C1392B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9" name="Shape 3664"/>
            <p:cNvSpPr>
              <a:spLocks/>
            </p:cNvSpPr>
            <p:nvPr/>
          </p:nvSpPr>
          <p:spPr bwMode="auto">
            <a:xfrm>
              <a:off x="11068753" y="5004196"/>
              <a:ext cx="470496" cy="497836"/>
            </a:xfrm>
            <a:custGeom>
              <a:avLst/>
              <a:gdLst>
                <a:gd name="T0" fmla="*/ 308836604 w 21600"/>
                <a:gd name="T1" fmla="*/ 308836604 h 21600"/>
                <a:gd name="T2" fmla="*/ 308836604 w 21600"/>
                <a:gd name="T3" fmla="*/ 308836604 h 21600"/>
                <a:gd name="T4" fmla="*/ 308836604 w 21600"/>
                <a:gd name="T5" fmla="*/ 308836604 h 21600"/>
                <a:gd name="T6" fmla="*/ 308836604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14727"/>
                  </a:moveTo>
                  <a:cubicBezTo>
                    <a:pt x="8631" y="14727"/>
                    <a:pt x="6873" y="12969"/>
                    <a:pt x="6873" y="10800"/>
                  </a:cubicBezTo>
                  <a:cubicBezTo>
                    <a:pt x="6873" y="8631"/>
                    <a:pt x="8631" y="6873"/>
                    <a:pt x="10800" y="6873"/>
                  </a:cubicBezTo>
                  <a:cubicBezTo>
                    <a:pt x="12969" y="6873"/>
                    <a:pt x="14727" y="8631"/>
                    <a:pt x="14727" y="10800"/>
                  </a:cubicBezTo>
                  <a:cubicBezTo>
                    <a:pt x="14727" y="12969"/>
                    <a:pt x="12969" y="14727"/>
                    <a:pt x="10800" y="14727"/>
                  </a:cubicBezTo>
                  <a:moveTo>
                    <a:pt x="10800" y="5891"/>
                  </a:moveTo>
                  <a:cubicBezTo>
                    <a:pt x="8088" y="5891"/>
                    <a:pt x="5891" y="8089"/>
                    <a:pt x="5891" y="10800"/>
                  </a:cubicBezTo>
                  <a:cubicBezTo>
                    <a:pt x="5891" y="13512"/>
                    <a:pt x="8088" y="15709"/>
                    <a:pt x="10800" y="15709"/>
                  </a:cubicBezTo>
                  <a:cubicBezTo>
                    <a:pt x="13512" y="15709"/>
                    <a:pt x="15709" y="13512"/>
                    <a:pt x="15709" y="10800"/>
                  </a:cubicBezTo>
                  <a:cubicBezTo>
                    <a:pt x="15709" y="8089"/>
                    <a:pt x="13512" y="5891"/>
                    <a:pt x="10800" y="5891"/>
                  </a:cubicBezTo>
                  <a:moveTo>
                    <a:pt x="20618" y="12013"/>
                  </a:moveTo>
                  <a:cubicBezTo>
                    <a:pt x="20614" y="12014"/>
                    <a:pt x="20611" y="12016"/>
                    <a:pt x="20607" y="12017"/>
                  </a:cubicBezTo>
                  <a:lnTo>
                    <a:pt x="19602" y="12268"/>
                  </a:lnTo>
                  <a:cubicBezTo>
                    <a:pt x="19256" y="12354"/>
                    <a:pt x="18984" y="12622"/>
                    <a:pt x="18892" y="12966"/>
                  </a:cubicBezTo>
                  <a:cubicBezTo>
                    <a:pt x="18703" y="13673"/>
                    <a:pt x="18421" y="14351"/>
                    <a:pt x="18053" y="14986"/>
                  </a:cubicBezTo>
                  <a:cubicBezTo>
                    <a:pt x="17873" y="15295"/>
                    <a:pt x="17876" y="15677"/>
                    <a:pt x="18060" y="15984"/>
                  </a:cubicBezTo>
                  <a:lnTo>
                    <a:pt x="18601" y="16885"/>
                  </a:lnTo>
                  <a:lnTo>
                    <a:pt x="16886" y="18600"/>
                  </a:lnTo>
                  <a:cubicBezTo>
                    <a:pt x="16882" y="18599"/>
                    <a:pt x="16878" y="18597"/>
                    <a:pt x="16875" y="18595"/>
                  </a:cubicBezTo>
                  <a:lnTo>
                    <a:pt x="15978" y="18057"/>
                  </a:lnTo>
                  <a:cubicBezTo>
                    <a:pt x="15822" y="17964"/>
                    <a:pt x="15648" y="17917"/>
                    <a:pt x="15473" y="17917"/>
                  </a:cubicBezTo>
                  <a:cubicBezTo>
                    <a:pt x="15304" y="17917"/>
                    <a:pt x="15134" y="17961"/>
                    <a:pt x="14982" y="18049"/>
                  </a:cubicBezTo>
                  <a:cubicBezTo>
                    <a:pt x="14348" y="18415"/>
                    <a:pt x="13671" y="18696"/>
                    <a:pt x="12968" y="18884"/>
                  </a:cubicBezTo>
                  <a:cubicBezTo>
                    <a:pt x="12624" y="18976"/>
                    <a:pt x="12356" y="19248"/>
                    <a:pt x="12269" y="19594"/>
                  </a:cubicBezTo>
                  <a:lnTo>
                    <a:pt x="12016" y="20608"/>
                  </a:lnTo>
                  <a:cubicBezTo>
                    <a:pt x="12015" y="20611"/>
                    <a:pt x="12014" y="20614"/>
                    <a:pt x="12012" y="20619"/>
                  </a:cubicBezTo>
                  <a:lnTo>
                    <a:pt x="9587" y="20619"/>
                  </a:lnTo>
                  <a:lnTo>
                    <a:pt x="9331" y="19594"/>
                  </a:lnTo>
                  <a:cubicBezTo>
                    <a:pt x="9244" y="19248"/>
                    <a:pt x="8976" y="18976"/>
                    <a:pt x="8632" y="18884"/>
                  </a:cubicBezTo>
                  <a:cubicBezTo>
                    <a:pt x="7929" y="18696"/>
                    <a:pt x="7251" y="18415"/>
                    <a:pt x="6617" y="18049"/>
                  </a:cubicBezTo>
                  <a:cubicBezTo>
                    <a:pt x="6465" y="17961"/>
                    <a:pt x="6296" y="17917"/>
                    <a:pt x="6127" y="17917"/>
                  </a:cubicBezTo>
                  <a:cubicBezTo>
                    <a:pt x="5951" y="17917"/>
                    <a:pt x="5777" y="17964"/>
                    <a:pt x="5621" y="18057"/>
                  </a:cubicBezTo>
                  <a:lnTo>
                    <a:pt x="4725" y="18595"/>
                  </a:lnTo>
                  <a:cubicBezTo>
                    <a:pt x="4722" y="18597"/>
                    <a:pt x="4718" y="18599"/>
                    <a:pt x="4714" y="18600"/>
                  </a:cubicBezTo>
                  <a:lnTo>
                    <a:pt x="3000" y="16885"/>
                  </a:lnTo>
                  <a:lnTo>
                    <a:pt x="3540" y="15983"/>
                  </a:lnTo>
                  <a:cubicBezTo>
                    <a:pt x="3724" y="15677"/>
                    <a:pt x="3727" y="15295"/>
                    <a:pt x="3548" y="14986"/>
                  </a:cubicBezTo>
                  <a:cubicBezTo>
                    <a:pt x="3179" y="14351"/>
                    <a:pt x="2897" y="13672"/>
                    <a:pt x="2708" y="12966"/>
                  </a:cubicBezTo>
                  <a:cubicBezTo>
                    <a:pt x="2616" y="12622"/>
                    <a:pt x="2343" y="12354"/>
                    <a:pt x="1998" y="12268"/>
                  </a:cubicBezTo>
                  <a:lnTo>
                    <a:pt x="993" y="12017"/>
                  </a:lnTo>
                  <a:cubicBezTo>
                    <a:pt x="989" y="12016"/>
                    <a:pt x="986" y="12014"/>
                    <a:pt x="982" y="12013"/>
                  </a:cubicBezTo>
                  <a:lnTo>
                    <a:pt x="982" y="9587"/>
                  </a:lnTo>
                  <a:lnTo>
                    <a:pt x="1998" y="9333"/>
                  </a:lnTo>
                  <a:cubicBezTo>
                    <a:pt x="2343" y="9247"/>
                    <a:pt x="2616" y="8979"/>
                    <a:pt x="2708" y="8634"/>
                  </a:cubicBezTo>
                  <a:cubicBezTo>
                    <a:pt x="2897" y="7928"/>
                    <a:pt x="3179" y="7250"/>
                    <a:pt x="3548" y="6615"/>
                  </a:cubicBezTo>
                  <a:cubicBezTo>
                    <a:pt x="3727" y="6305"/>
                    <a:pt x="3724" y="5924"/>
                    <a:pt x="3540" y="5617"/>
                  </a:cubicBezTo>
                  <a:lnTo>
                    <a:pt x="3005" y="4725"/>
                  </a:lnTo>
                  <a:cubicBezTo>
                    <a:pt x="3004" y="4722"/>
                    <a:pt x="3002" y="4718"/>
                    <a:pt x="3000" y="4714"/>
                  </a:cubicBezTo>
                  <a:lnTo>
                    <a:pt x="4715" y="3000"/>
                  </a:lnTo>
                  <a:lnTo>
                    <a:pt x="5621" y="3544"/>
                  </a:lnTo>
                  <a:cubicBezTo>
                    <a:pt x="5777" y="3637"/>
                    <a:pt x="5951" y="3683"/>
                    <a:pt x="6127" y="3683"/>
                  </a:cubicBezTo>
                  <a:cubicBezTo>
                    <a:pt x="6296" y="3683"/>
                    <a:pt x="6465" y="3640"/>
                    <a:pt x="6618" y="3551"/>
                  </a:cubicBezTo>
                  <a:cubicBezTo>
                    <a:pt x="7251" y="3185"/>
                    <a:pt x="7929" y="2904"/>
                    <a:pt x="8632" y="2717"/>
                  </a:cubicBezTo>
                  <a:cubicBezTo>
                    <a:pt x="8976" y="2624"/>
                    <a:pt x="9244" y="2353"/>
                    <a:pt x="9331" y="2007"/>
                  </a:cubicBezTo>
                  <a:lnTo>
                    <a:pt x="9587" y="982"/>
                  </a:lnTo>
                  <a:lnTo>
                    <a:pt x="12012" y="982"/>
                  </a:lnTo>
                  <a:cubicBezTo>
                    <a:pt x="12014" y="986"/>
                    <a:pt x="12015" y="989"/>
                    <a:pt x="12016" y="993"/>
                  </a:cubicBezTo>
                  <a:lnTo>
                    <a:pt x="12269" y="2007"/>
                  </a:lnTo>
                  <a:cubicBezTo>
                    <a:pt x="12356" y="2353"/>
                    <a:pt x="12624" y="2624"/>
                    <a:pt x="12968" y="2717"/>
                  </a:cubicBezTo>
                  <a:cubicBezTo>
                    <a:pt x="13671" y="2904"/>
                    <a:pt x="14348" y="3185"/>
                    <a:pt x="14982" y="3551"/>
                  </a:cubicBezTo>
                  <a:cubicBezTo>
                    <a:pt x="15134" y="3640"/>
                    <a:pt x="15304" y="3683"/>
                    <a:pt x="15473" y="3683"/>
                  </a:cubicBezTo>
                  <a:cubicBezTo>
                    <a:pt x="15648" y="3683"/>
                    <a:pt x="15822" y="3637"/>
                    <a:pt x="15978" y="3544"/>
                  </a:cubicBezTo>
                  <a:lnTo>
                    <a:pt x="16884" y="3000"/>
                  </a:lnTo>
                  <a:lnTo>
                    <a:pt x="18600" y="4714"/>
                  </a:lnTo>
                  <a:cubicBezTo>
                    <a:pt x="18598" y="4718"/>
                    <a:pt x="18597" y="4722"/>
                    <a:pt x="18595" y="4726"/>
                  </a:cubicBezTo>
                  <a:lnTo>
                    <a:pt x="18060" y="5617"/>
                  </a:lnTo>
                  <a:cubicBezTo>
                    <a:pt x="17876" y="5924"/>
                    <a:pt x="17873" y="6305"/>
                    <a:pt x="18053" y="6615"/>
                  </a:cubicBezTo>
                  <a:cubicBezTo>
                    <a:pt x="18421" y="7249"/>
                    <a:pt x="18703" y="7928"/>
                    <a:pt x="18892" y="8634"/>
                  </a:cubicBezTo>
                  <a:cubicBezTo>
                    <a:pt x="18984" y="8979"/>
                    <a:pt x="19256" y="9247"/>
                    <a:pt x="19602" y="9333"/>
                  </a:cubicBezTo>
                  <a:lnTo>
                    <a:pt x="20618" y="9587"/>
                  </a:lnTo>
                  <a:cubicBezTo>
                    <a:pt x="20618" y="9587"/>
                    <a:pt x="20618" y="12013"/>
                    <a:pt x="20618" y="12013"/>
                  </a:cubicBezTo>
                  <a:close/>
                  <a:moveTo>
                    <a:pt x="20880" y="8641"/>
                  </a:moveTo>
                  <a:lnTo>
                    <a:pt x="19841" y="8380"/>
                  </a:lnTo>
                  <a:cubicBezTo>
                    <a:pt x="19626" y="7580"/>
                    <a:pt x="19308" y="6822"/>
                    <a:pt x="18902" y="6122"/>
                  </a:cubicBezTo>
                  <a:lnTo>
                    <a:pt x="19455" y="5201"/>
                  </a:lnTo>
                  <a:cubicBezTo>
                    <a:pt x="19625" y="4871"/>
                    <a:pt x="19736" y="4463"/>
                    <a:pt x="19455" y="4182"/>
                  </a:cubicBezTo>
                  <a:lnTo>
                    <a:pt x="17419" y="2146"/>
                  </a:lnTo>
                  <a:cubicBezTo>
                    <a:pt x="17292" y="2018"/>
                    <a:pt x="17136" y="1968"/>
                    <a:pt x="16975" y="1968"/>
                  </a:cubicBezTo>
                  <a:cubicBezTo>
                    <a:pt x="16778" y="1968"/>
                    <a:pt x="16572" y="2043"/>
                    <a:pt x="16400" y="2146"/>
                  </a:cubicBezTo>
                  <a:lnTo>
                    <a:pt x="15473" y="2702"/>
                  </a:lnTo>
                  <a:cubicBezTo>
                    <a:pt x="14775" y="2298"/>
                    <a:pt x="14020" y="1982"/>
                    <a:pt x="13222" y="1768"/>
                  </a:cubicBezTo>
                  <a:lnTo>
                    <a:pt x="12960" y="720"/>
                  </a:lnTo>
                  <a:cubicBezTo>
                    <a:pt x="12848" y="367"/>
                    <a:pt x="12638" y="0"/>
                    <a:pt x="12240" y="0"/>
                  </a:cubicBezTo>
                  <a:lnTo>
                    <a:pt x="9360" y="0"/>
                  </a:lnTo>
                  <a:cubicBezTo>
                    <a:pt x="8962" y="0"/>
                    <a:pt x="8730" y="367"/>
                    <a:pt x="8640" y="720"/>
                  </a:cubicBezTo>
                  <a:lnTo>
                    <a:pt x="8378" y="1768"/>
                  </a:lnTo>
                  <a:cubicBezTo>
                    <a:pt x="7580" y="1982"/>
                    <a:pt x="6825" y="2298"/>
                    <a:pt x="6127" y="2702"/>
                  </a:cubicBezTo>
                  <a:lnTo>
                    <a:pt x="5200" y="2146"/>
                  </a:lnTo>
                  <a:cubicBezTo>
                    <a:pt x="5028" y="2043"/>
                    <a:pt x="4822" y="1968"/>
                    <a:pt x="4625" y="1968"/>
                  </a:cubicBezTo>
                  <a:cubicBezTo>
                    <a:pt x="4464" y="1968"/>
                    <a:pt x="4308" y="2018"/>
                    <a:pt x="4181" y="2146"/>
                  </a:cubicBezTo>
                  <a:lnTo>
                    <a:pt x="2145" y="4182"/>
                  </a:lnTo>
                  <a:cubicBezTo>
                    <a:pt x="1864" y="4463"/>
                    <a:pt x="1975" y="4871"/>
                    <a:pt x="2145" y="5201"/>
                  </a:cubicBezTo>
                  <a:lnTo>
                    <a:pt x="2698" y="6122"/>
                  </a:lnTo>
                  <a:cubicBezTo>
                    <a:pt x="2292" y="6822"/>
                    <a:pt x="1973" y="7580"/>
                    <a:pt x="1759" y="8380"/>
                  </a:cubicBezTo>
                  <a:lnTo>
                    <a:pt x="720" y="8641"/>
                  </a:lnTo>
                  <a:cubicBezTo>
                    <a:pt x="367" y="8730"/>
                    <a:pt x="0" y="8963"/>
                    <a:pt x="0" y="9361"/>
                  </a:cubicBezTo>
                  <a:lnTo>
                    <a:pt x="0" y="12240"/>
                  </a:lnTo>
                  <a:cubicBezTo>
                    <a:pt x="0" y="12638"/>
                    <a:pt x="367" y="12848"/>
                    <a:pt x="720" y="12960"/>
                  </a:cubicBezTo>
                  <a:lnTo>
                    <a:pt x="1759" y="13220"/>
                  </a:lnTo>
                  <a:cubicBezTo>
                    <a:pt x="1973" y="14021"/>
                    <a:pt x="2292" y="14778"/>
                    <a:pt x="2698" y="15479"/>
                  </a:cubicBezTo>
                  <a:lnTo>
                    <a:pt x="2145" y="16400"/>
                  </a:lnTo>
                  <a:cubicBezTo>
                    <a:pt x="1959" y="16714"/>
                    <a:pt x="1864" y="17138"/>
                    <a:pt x="2145" y="17419"/>
                  </a:cubicBezTo>
                  <a:lnTo>
                    <a:pt x="4181" y="19455"/>
                  </a:lnTo>
                  <a:cubicBezTo>
                    <a:pt x="4305" y="19579"/>
                    <a:pt x="4454" y="19627"/>
                    <a:pt x="4610" y="19627"/>
                  </a:cubicBezTo>
                  <a:cubicBezTo>
                    <a:pt x="4807" y="19627"/>
                    <a:pt x="5016" y="19550"/>
                    <a:pt x="5200" y="19455"/>
                  </a:cubicBezTo>
                  <a:lnTo>
                    <a:pt x="6127" y="18899"/>
                  </a:lnTo>
                  <a:cubicBezTo>
                    <a:pt x="6825" y="19303"/>
                    <a:pt x="7580" y="19619"/>
                    <a:pt x="8378" y="19832"/>
                  </a:cubicBezTo>
                  <a:lnTo>
                    <a:pt x="8640" y="20880"/>
                  </a:lnTo>
                  <a:cubicBezTo>
                    <a:pt x="8730" y="21233"/>
                    <a:pt x="8962" y="21600"/>
                    <a:pt x="9360" y="21600"/>
                  </a:cubicBezTo>
                  <a:lnTo>
                    <a:pt x="12240" y="21600"/>
                  </a:lnTo>
                  <a:cubicBezTo>
                    <a:pt x="12638" y="21600"/>
                    <a:pt x="12848" y="21233"/>
                    <a:pt x="12960" y="20880"/>
                  </a:cubicBezTo>
                  <a:lnTo>
                    <a:pt x="13222" y="19832"/>
                  </a:lnTo>
                  <a:cubicBezTo>
                    <a:pt x="14020" y="19619"/>
                    <a:pt x="14775" y="19303"/>
                    <a:pt x="15473" y="18899"/>
                  </a:cubicBezTo>
                  <a:lnTo>
                    <a:pt x="16400" y="19455"/>
                  </a:lnTo>
                  <a:cubicBezTo>
                    <a:pt x="16584" y="19550"/>
                    <a:pt x="16793" y="19627"/>
                    <a:pt x="16990" y="19627"/>
                  </a:cubicBezTo>
                  <a:cubicBezTo>
                    <a:pt x="17146" y="19627"/>
                    <a:pt x="17294" y="19579"/>
                    <a:pt x="17419" y="19455"/>
                  </a:cubicBezTo>
                  <a:lnTo>
                    <a:pt x="19455" y="17419"/>
                  </a:lnTo>
                  <a:cubicBezTo>
                    <a:pt x="19736" y="17138"/>
                    <a:pt x="19641" y="16714"/>
                    <a:pt x="19455" y="16400"/>
                  </a:cubicBezTo>
                  <a:lnTo>
                    <a:pt x="18902" y="15479"/>
                  </a:lnTo>
                  <a:cubicBezTo>
                    <a:pt x="19308" y="14778"/>
                    <a:pt x="19626" y="14021"/>
                    <a:pt x="19841" y="13220"/>
                  </a:cubicBezTo>
                  <a:lnTo>
                    <a:pt x="20880" y="12960"/>
                  </a:lnTo>
                  <a:cubicBezTo>
                    <a:pt x="21233" y="12848"/>
                    <a:pt x="21600" y="12638"/>
                    <a:pt x="21600" y="12240"/>
                  </a:cubicBezTo>
                  <a:lnTo>
                    <a:pt x="21600" y="9361"/>
                  </a:lnTo>
                  <a:cubicBezTo>
                    <a:pt x="21600" y="8963"/>
                    <a:pt x="21233" y="8730"/>
                    <a:pt x="20880" y="864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sp>
        <p:nvSpPr>
          <p:cNvPr id="190" name="Text Placeholder 23"/>
          <p:cNvSpPr txBox="1">
            <a:spLocks/>
          </p:cNvSpPr>
          <p:nvPr/>
        </p:nvSpPr>
        <p:spPr>
          <a:xfrm>
            <a:off x="3597103" y="1494950"/>
            <a:ext cx="2412000" cy="90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MÓDULO GESTIÓN DE CONTRATOS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83" name="Rectangle 159"/>
          <p:cNvSpPr/>
          <p:nvPr/>
        </p:nvSpPr>
        <p:spPr>
          <a:xfrm>
            <a:off x="-46494" y="3913580"/>
            <a:ext cx="10476000" cy="180000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Shape 3623"/>
          <p:cNvSpPr>
            <a:spLocks/>
          </p:cNvSpPr>
          <p:nvPr/>
        </p:nvSpPr>
        <p:spPr bwMode="auto">
          <a:xfrm>
            <a:off x="2288507" y="2689344"/>
            <a:ext cx="468000" cy="468000"/>
          </a:xfrm>
          <a:custGeom>
            <a:avLst/>
            <a:gdLst>
              <a:gd name="T0" fmla="*/ 303629969 w 21600"/>
              <a:gd name="T1" fmla="*/ 303629969 h 21600"/>
              <a:gd name="T2" fmla="*/ 303629969 w 21600"/>
              <a:gd name="T3" fmla="*/ 303629969 h 21600"/>
              <a:gd name="T4" fmla="*/ 303629969 w 21600"/>
              <a:gd name="T5" fmla="*/ 303629969 h 21600"/>
              <a:gd name="T6" fmla="*/ 303629969 w 21600"/>
              <a:gd name="T7" fmla="*/ 303629969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62" name="Rectangle 159">
            <a:extLst>
              <a:ext uri="{FF2B5EF4-FFF2-40B4-BE49-F238E27FC236}">
                <a16:creationId xmlns:a16="http://schemas.microsoft.com/office/drawing/2014/main" id="{06B4E389-7DCD-4911-9210-D3B81A16A98C}"/>
              </a:ext>
            </a:extLst>
          </p:cNvPr>
          <p:cNvSpPr/>
          <p:nvPr/>
        </p:nvSpPr>
        <p:spPr>
          <a:xfrm rot="16200000">
            <a:off x="2999791" y="4455638"/>
            <a:ext cx="1008000" cy="72000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Shape 3661"/>
          <p:cNvSpPr>
            <a:spLocks/>
          </p:cNvSpPr>
          <p:nvPr/>
        </p:nvSpPr>
        <p:spPr bwMode="auto">
          <a:xfrm>
            <a:off x="5811489" y="4892878"/>
            <a:ext cx="467228" cy="452945"/>
          </a:xfrm>
          <a:custGeom>
            <a:avLst/>
            <a:gdLst>
              <a:gd name="T0" fmla="*/ 303629969 w 21600"/>
              <a:gd name="T1" fmla="*/ 211308397 h 21600"/>
              <a:gd name="T2" fmla="*/ 303629969 w 21600"/>
              <a:gd name="T3" fmla="*/ 211308397 h 21600"/>
              <a:gd name="T4" fmla="*/ 303629969 w 21600"/>
              <a:gd name="T5" fmla="*/ 211308397 h 21600"/>
              <a:gd name="T6" fmla="*/ 303629969 w 21600"/>
              <a:gd name="T7" fmla="*/ 211308397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7182" y="12419"/>
                </a:moveTo>
                <a:cubicBezTo>
                  <a:pt x="16368" y="12419"/>
                  <a:pt x="15709" y="11695"/>
                  <a:pt x="15709" y="10799"/>
                </a:cubicBezTo>
                <a:cubicBezTo>
                  <a:pt x="15709" y="9905"/>
                  <a:pt x="16368" y="9180"/>
                  <a:pt x="17182" y="9180"/>
                </a:cubicBezTo>
                <a:cubicBezTo>
                  <a:pt x="17995" y="9180"/>
                  <a:pt x="18655" y="9905"/>
                  <a:pt x="18655" y="10799"/>
                </a:cubicBezTo>
                <a:cubicBezTo>
                  <a:pt x="18655" y="11695"/>
                  <a:pt x="17995" y="12419"/>
                  <a:pt x="17182" y="12419"/>
                </a:cubicBezTo>
                <a:moveTo>
                  <a:pt x="21109" y="10261"/>
                </a:moveTo>
                <a:lnTo>
                  <a:pt x="19587" y="10261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1"/>
                </a:cubicBezTo>
                <a:lnTo>
                  <a:pt x="491" y="10261"/>
                </a:lnTo>
                <a:cubicBezTo>
                  <a:pt x="220" y="10261"/>
                  <a:pt x="0" y="10502"/>
                  <a:pt x="0" y="10799"/>
                </a:cubicBezTo>
                <a:cubicBezTo>
                  <a:pt x="0" y="11098"/>
                  <a:pt x="220" y="11339"/>
                  <a:pt x="491" y="11339"/>
                </a:cubicBezTo>
                <a:lnTo>
                  <a:pt x="14777" y="11339"/>
                </a:lnTo>
                <a:cubicBezTo>
                  <a:pt x="15004" y="12572"/>
                  <a:pt x="15994" y="13499"/>
                  <a:pt x="17182" y="13499"/>
                </a:cubicBezTo>
                <a:cubicBezTo>
                  <a:pt x="18369" y="13499"/>
                  <a:pt x="19360" y="12572"/>
                  <a:pt x="19587" y="11339"/>
                </a:cubicBezTo>
                <a:lnTo>
                  <a:pt x="21109" y="11339"/>
                </a:lnTo>
                <a:cubicBezTo>
                  <a:pt x="21380" y="11339"/>
                  <a:pt x="21600" y="11098"/>
                  <a:pt x="21600" y="10799"/>
                </a:cubicBezTo>
                <a:cubicBezTo>
                  <a:pt x="21600" y="10502"/>
                  <a:pt x="21380" y="10261"/>
                  <a:pt x="21109" y="10261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3"/>
                  <a:pt x="4213" y="5400"/>
                  <a:pt x="5400" y="5400"/>
                </a:cubicBezTo>
                <a:cubicBezTo>
                  <a:pt x="6587" y="5400"/>
                  <a:pt x="7578" y="4473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8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8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2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2"/>
                  <a:pt x="21380" y="18359"/>
                  <a:pt x="21109" y="1835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grpSp>
        <p:nvGrpSpPr>
          <p:cNvPr id="102" name="Grupo 101"/>
          <p:cNvGrpSpPr/>
          <p:nvPr/>
        </p:nvGrpSpPr>
        <p:grpSpPr>
          <a:xfrm>
            <a:off x="3048388" y="4626238"/>
            <a:ext cx="900000" cy="900000"/>
            <a:chOff x="7739864" y="4803114"/>
            <a:chExt cx="900000" cy="900000"/>
          </a:xfrm>
        </p:grpSpPr>
        <p:sp>
          <p:nvSpPr>
            <p:cNvPr id="103" name="Conector 102"/>
            <p:cNvSpPr/>
            <p:nvPr/>
          </p:nvSpPr>
          <p:spPr>
            <a:xfrm>
              <a:off x="7739864" y="4803114"/>
              <a:ext cx="900000" cy="900000"/>
            </a:xfrm>
            <a:prstGeom prst="flowChartConnector">
              <a:avLst/>
            </a:prstGeom>
            <a:solidFill>
              <a:srgbClr val="2C3F5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4" name="Shape 3690"/>
            <p:cNvSpPr>
              <a:spLocks/>
            </p:cNvSpPr>
            <p:nvPr/>
          </p:nvSpPr>
          <p:spPr bwMode="auto">
            <a:xfrm>
              <a:off x="7922346" y="5041266"/>
              <a:ext cx="535037" cy="423696"/>
            </a:xfrm>
            <a:custGeom>
              <a:avLst/>
              <a:gdLst>
                <a:gd name="T0" fmla="*/ 308836604 w 21600"/>
                <a:gd name="T1" fmla="*/ 136078807 h 21600"/>
                <a:gd name="T2" fmla="*/ 308836604 w 21600"/>
                <a:gd name="T3" fmla="*/ 136078807 h 21600"/>
                <a:gd name="T4" fmla="*/ 308836604 w 21600"/>
                <a:gd name="T5" fmla="*/ 136078807 h 21600"/>
                <a:gd name="T6" fmla="*/ 308836604 w 21600"/>
                <a:gd name="T7" fmla="*/ 13607880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4457" y="20400"/>
                  </a:moveTo>
                  <a:cubicBezTo>
                    <a:pt x="4686" y="18710"/>
                    <a:pt x="5897" y="18036"/>
                    <a:pt x="7134" y="17493"/>
                  </a:cubicBezTo>
                  <a:lnTo>
                    <a:pt x="7173" y="17477"/>
                  </a:lnTo>
                  <a:cubicBezTo>
                    <a:pt x="8055" y="17190"/>
                    <a:pt x="9626" y="16039"/>
                    <a:pt x="9626" y="13569"/>
                  </a:cubicBezTo>
                  <a:cubicBezTo>
                    <a:pt x="9626" y="11474"/>
                    <a:pt x="8932" y="10452"/>
                    <a:pt x="8558" y="9902"/>
                  </a:cubicBezTo>
                  <a:cubicBezTo>
                    <a:pt x="8484" y="9791"/>
                    <a:pt x="8394" y="9649"/>
                    <a:pt x="8414" y="9680"/>
                  </a:cubicBezTo>
                  <a:cubicBezTo>
                    <a:pt x="8384" y="9599"/>
                    <a:pt x="8237" y="9129"/>
                    <a:pt x="8449" y="8035"/>
                  </a:cubicBezTo>
                  <a:cubicBezTo>
                    <a:pt x="8549" y="7523"/>
                    <a:pt x="8380" y="7241"/>
                    <a:pt x="8380" y="7241"/>
                  </a:cubicBezTo>
                  <a:cubicBezTo>
                    <a:pt x="8112" y="6504"/>
                    <a:pt x="7614" y="5133"/>
                    <a:pt x="7988" y="4025"/>
                  </a:cubicBezTo>
                  <a:cubicBezTo>
                    <a:pt x="8490" y="2492"/>
                    <a:pt x="8935" y="2190"/>
                    <a:pt x="9741" y="1747"/>
                  </a:cubicBezTo>
                  <a:cubicBezTo>
                    <a:pt x="9788" y="1721"/>
                    <a:pt x="9834" y="1692"/>
                    <a:pt x="9877" y="1657"/>
                  </a:cubicBezTo>
                  <a:cubicBezTo>
                    <a:pt x="10029" y="1535"/>
                    <a:pt x="10674" y="1200"/>
                    <a:pt x="11403" y="1200"/>
                  </a:cubicBezTo>
                  <a:cubicBezTo>
                    <a:pt x="11768" y="1200"/>
                    <a:pt x="12075" y="1285"/>
                    <a:pt x="12318" y="1454"/>
                  </a:cubicBezTo>
                  <a:cubicBezTo>
                    <a:pt x="12610" y="1656"/>
                    <a:pt x="12890" y="2039"/>
                    <a:pt x="13313" y="3272"/>
                  </a:cubicBezTo>
                  <a:cubicBezTo>
                    <a:pt x="14101" y="5469"/>
                    <a:pt x="13602" y="6698"/>
                    <a:pt x="13350" y="7124"/>
                  </a:cubicBezTo>
                  <a:cubicBezTo>
                    <a:pt x="13183" y="7407"/>
                    <a:pt x="13126" y="7764"/>
                    <a:pt x="13191" y="8103"/>
                  </a:cubicBezTo>
                  <a:cubicBezTo>
                    <a:pt x="13386" y="9109"/>
                    <a:pt x="13260" y="9535"/>
                    <a:pt x="13227" y="9619"/>
                  </a:cubicBezTo>
                  <a:cubicBezTo>
                    <a:pt x="13219" y="9631"/>
                    <a:pt x="13101" y="9813"/>
                    <a:pt x="13041" y="9902"/>
                  </a:cubicBezTo>
                  <a:cubicBezTo>
                    <a:pt x="12668" y="10452"/>
                    <a:pt x="11973" y="11474"/>
                    <a:pt x="11973" y="13569"/>
                  </a:cubicBezTo>
                  <a:cubicBezTo>
                    <a:pt x="11973" y="16039"/>
                    <a:pt x="13545" y="17190"/>
                    <a:pt x="14427" y="17477"/>
                  </a:cubicBezTo>
                  <a:lnTo>
                    <a:pt x="14466" y="17493"/>
                  </a:lnTo>
                  <a:cubicBezTo>
                    <a:pt x="15703" y="18036"/>
                    <a:pt x="16914" y="18710"/>
                    <a:pt x="17143" y="20400"/>
                  </a:cubicBezTo>
                  <a:cubicBezTo>
                    <a:pt x="17143" y="20400"/>
                    <a:pt x="4457" y="20400"/>
                    <a:pt x="4457" y="20400"/>
                  </a:cubicBezTo>
                  <a:close/>
                  <a:moveTo>
                    <a:pt x="14715" y="16328"/>
                  </a:moveTo>
                  <a:cubicBezTo>
                    <a:pt x="14715" y="16328"/>
                    <a:pt x="12955" y="15815"/>
                    <a:pt x="12955" y="13569"/>
                  </a:cubicBezTo>
                  <a:cubicBezTo>
                    <a:pt x="12955" y="11596"/>
                    <a:pt x="13678" y="10901"/>
                    <a:pt x="13957" y="10422"/>
                  </a:cubicBezTo>
                  <a:cubicBezTo>
                    <a:pt x="13957" y="10422"/>
                    <a:pt x="14531" y="9808"/>
                    <a:pt x="14146" y="7826"/>
                  </a:cubicBezTo>
                  <a:cubicBezTo>
                    <a:pt x="14787" y="6740"/>
                    <a:pt x="14995" y="4972"/>
                    <a:pt x="14211" y="2789"/>
                  </a:cubicBezTo>
                  <a:cubicBezTo>
                    <a:pt x="13774" y="1514"/>
                    <a:pt x="13389" y="814"/>
                    <a:pt x="12801" y="409"/>
                  </a:cubicBezTo>
                  <a:cubicBezTo>
                    <a:pt x="12370" y="110"/>
                    <a:pt x="11880" y="0"/>
                    <a:pt x="11403" y="0"/>
                  </a:cubicBezTo>
                  <a:cubicBezTo>
                    <a:pt x="10516" y="0"/>
                    <a:pt x="9675" y="384"/>
                    <a:pt x="9339" y="653"/>
                  </a:cubicBezTo>
                  <a:cubicBezTo>
                    <a:pt x="8357" y="1192"/>
                    <a:pt x="7697" y="1688"/>
                    <a:pt x="7077" y="3580"/>
                  </a:cubicBezTo>
                  <a:cubicBezTo>
                    <a:pt x="6540" y="5169"/>
                    <a:pt x="7179" y="6892"/>
                    <a:pt x="7494" y="7758"/>
                  </a:cubicBezTo>
                  <a:cubicBezTo>
                    <a:pt x="7110" y="9740"/>
                    <a:pt x="7642" y="10422"/>
                    <a:pt x="7642" y="10422"/>
                  </a:cubicBezTo>
                  <a:cubicBezTo>
                    <a:pt x="7922" y="10901"/>
                    <a:pt x="8644" y="11596"/>
                    <a:pt x="8644" y="13569"/>
                  </a:cubicBezTo>
                  <a:cubicBezTo>
                    <a:pt x="8644" y="15815"/>
                    <a:pt x="6885" y="16328"/>
                    <a:pt x="6885" y="16328"/>
                  </a:cubicBezTo>
                  <a:cubicBezTo>
                    <a:pt x="5768" y="16819"/>
                    <a:pt x="3436" y="17760"/>
                    <a:pt x="3436" y="21000"/>
                  </a:cubicBezTo>
                  <a:cubicBezTo>
                    <a:pt x="3436" y="21000"/>
                    <a:pt x="3436" y="21600"/>
                    <a:pt x="3927" y="21600"/>
                  </a:cubicBezTo>
                  <a:lnTo>
                    <a:pt x="17673" y="21600"/>
                  </a:lnTo>
                  <a:cubicBezTo>
                    <a:pt x="18164" y="21600"/>
                    <a:pt x="18164" y="21000"/>
                    <a:pt x="18164" y="21000"/>
                  </a:cubicBezTo>
                  <a:cubicBezTo>
                    <a:pt x="18164" y="17760"/>
                    <a:pt x="15832" y="16819"/>
                    <a:pt x="14715" y="16328"/>
                  </a:cubicBezTo>
                  <a:moveTo>
                    <a:pt x="19516" y="15007"/>
                  </a:moveTo>
                  <a:cubicBezTo>
                    <a:pt x="19516" y="15007"/>
                    <a:pt x="18416" y="14701"/>
                    <a:pt x="18416" y="12954"/>
                  </a:cubicBezTo>
                  <a:cubicBezTo>
                    <a:pt x="18416" y="11419"/>
                    <a:pt x="18794" y="10879"/>
                    <a:pt x="19017" y="10506"/>
                  </a:cubicBezTo>
                  <a:cubicBezTo>
                    <a:pt x="19017" y="10506"/>
                    <a:pt x="19443" y="9975"/>
                    <a:pt x="19136" y="8434"/>
                  </a:cubicBezTo>
                  <a:cubicBezTo>
                    <a:pt x="19388" y="7760"/>
                    <a:pt x="19900" y="6420"/>
                    <a:pt x="19470" y="5184"/>
                  </a:cubicBezTo>
                  <a:cubicBezTo>
                    <a:pt x="18974" y="3713"/>
                    <a:pt x="18645" y="3327"/>
                    <a:pt x="17860" y="2908"/>
                  </a:cubicBezTo>
                  <a:cubicBezTo>
                    <a:pt x="17591" y="2699"/>
                    <a:pt x="16918" y="2400"/>
                    <a:pt x="16208" y="2400"/>
                  </a:cubicBezTo>
                  <a:cubicBezTo>
                    <a:pt x="15873" y="2400"/>
                    <a:pt x="15531" y="2474"/>
                    <a:pt x="15218" y="2647"/>
                  </a:cubicBezTo>
                  <a:cubicBezTo>
                    <a:pt x="15343" y="3035"/>
                    <a:pt x="15449" y="3420"/>
                    <a:pt x="15525" y="3799"/>
                  </a:cubicBezTo>
                  <a:cubicBezTo>
                    <a:pt x="15537" y="3791"/>
                    <a:pt x="15550" y="3779"/>
                    <a:pt x="15563" y="3770"/>
                  </a:cubicBezTo>
                  <a:cubicBezTo>
                    <a:pt x="15730" y="3657"/>
                    <a:pt x="15948" y="3600"/>
                    <a:pt x="16208" y="3600"/>
                  </a:cubicBezTo>
                  <a:cubicBezTo>
                    <a:pt x="16716" y="3600"/>
                    <a:pt x="17211" y="3826"/>
                    <a:pt x="17332" y="3919"/>
                  </a:cubicBezTo>
                  <a:cubicBezTo>
                    <a:pt x="17375" y="3953"/>
                    <a:pt x="17421" y="3983"/>
                    <a:pt x="17467" y="4007"/>
                  </a:cubicBezTo>
                  <a:cubicBezTo>
                    <a:pt x="17950" y="4265"/>
                    <a:pt x="18131" y="4361"/>
                    <a:pt x="18562" y="5641"/>
                  </a:cubicBezTo>
                  <a:cubicBezTo>
                    <a:pt x="18822" y="6387"/>
                    <a:pt x="18452" y="7378"/>
                    <a:pt x="18253" y="7910"/>
                  </a:cubicBezTo>
                  <a:cubicBezTo>
                    <a:pt x="18161" y="8155"/>
                    <a:pt x="18130" y="8457"/>
                    <a:pt x="18182" y="8719"/>
                  </a:cubicBezTo>
                  <a:cubicBezTo>
                    <a:pt x="18316" y="9392"/>
                    <a:pt x="18254" y="9707"/>
                    <a:pt x="18232" y="9784"/>
                  </a:cubicBezTo>
                  <a:cubicBezTo>
                    <a:pt x="18230" y="9789"/>
                    <a:pt x="18227" y="9793"/>
                    <a:pt x="18224" y="9798"/>
                  </a:cubicBezTo>
                  <a:lnTo>
                    <a:pt x="18191" y="9853"/>
                  </a:lnTo>
                  <a:cubicBezTo>
                    <a:pt x="17926" y="10290"/>
                    <a:pt x="17434" y="11106"/>
                    <a:pt x="17434" y="12954"/>
                  </a:cubicBezTo>
                  <a:cubicBezTo>
                    <a:pt x="17434" y="15019"/>
                    <a:pt x="18570" y="15932"/>
                    <a:pt x="19229" y="16155"/>
                  </a:cubicBezTo>
                  <a:cubicBezTo>
                    <a:pt x="19856" y="16429"/>
                    <a:pt x="20435" y="16859"/>
                    <a:pt x="20582" y="17999"/>
                  </a:cubicBezTo>
                  <a:lnTo>
                    <a:pt x="18459" y="18000"/>
                  </a:lnTo>
                  <a:cubicBezTo>
                    <a:pt x="18647" y="18353"/>
                    <a:pt x="18802" y="18755"/>
                    <a:pt x="18920" y="19200"/>
                  </a:cubicBezTo>
                  <a:lnTo>
                    <a:pt x="21109" y="19199"/>
                  </a:lnTo>
                  <a:cubicBezTo>
                    <a:pt x="21600" y="19199"/>
                    <a:pt x="21600" y="18599"/>
                    <a:pt x="21600" y="18599"/>
                  </a:cubicBezTo>
                  <a:cubicBezTo>
                    <a:pt x="21600" y="16199"/>
                    <a:pt x="20410" y="15387"/>
                    <a:pt x="19516" y="15007"/>
                  </a:cubicBezTo>
                  <a:moveTo>
                    <a:pt x="2371" y="16155"/>
                  </a:moveTo>
                  <a:cubicBezTo>
                    <a:pt x="3030" y="15932"/>
                    <a:pt x="4166" y="15019"/>
                    <a:pt x="4166" y="12954"/>
                  </a:cubicBezTo>
                  <a:cubicBezTo>
                    <a:pt x="4166" y="11106"/>
                    <a:pt x="3673" y="10290"/>
                    <a:pt x="3409" y="9853"/>
                  </a:cubicBezTo>
                  <a:lnTo>
                    <a:pt x="3376" y="9798"/>
                  </a:lnTo>
                  <a:cubicBezTo>
                    <a:pt x="3373" y="9793"/>
                    <a:pt x="3370" y="9789"/>
                    <a:pt x="3367" y="9784"/>
                  </a:cubicBezTo>
                  <a:cubicBezTo>
                    <a:pt x="3346" y="9707"/>
                    <a:pt x="3283" y="9392"/>
                    <a:pt x="3418" y="8719"/>
                  </a:cubicBezTo>
                  <a:cubicBezTo>
                    <a:pt x="3470" y="8457"/>
                    <a:pt x="3439" y="8155"/>
                    <a:pt x="3347" y="7910"/>
                  </a:cubicBezTo>
                  <a:cubicBezTo>
                    <a:pt x="3148" y="7378"/>
                    <a:pt x="2778" y="6387"/>
                    <a:pt x="3038" y="5641"/>
                  </a:cubicBezTo>
                  <a:cubicBezTo>
                    <a:pt x="3469" y="4361"/>
                    <a:pt x="3649" y="4265"/>
                    <a:pt x="4133" y="4007"/>
                  </a:cubicBezTo>
                  <a:cubicBezTo>
                    <a:pt x="4180" y="3983"/>
                    <a:pt x="4225" y="3953"/>
                    <a:pt x="4268" y="3919"/>
                  </a:cubicBezTo>
                  <a:cubicBezTo>
                    <a:pt x="4389" y="3826"/>
                    <a:pt x="4884" y="3600"/>
                    <a:pt x="5392" y="3600"/>
                  </a:cubicBezTo>
                  <a:cubicBezTo>
                    <a:pt x="5636" y="3600"/>
                    <a:pt x="5839" y="3655"/>
                    <a:pt x="6002" y="3754"/>
                  </a:cubicBezTo>
                  <a:cubicBezTo>
                    <a:pt x="6045" y="3548"/>
                    <a:pt x="6096" y="3341"/>
                    <a:pt x="6165" y="3133"/>
                  </a:cubicBezTo>
                  <a:cubicBezTo>
                    <a:pt x="6225" y="2950"/>
                    <a:pt x="6289" y="2793"/>
                    <a:pt x="6351" y="2631"/>
                  </a:cubicBezTo>
                  <a:cubicBezTo>
                    <a:pt x="6046" y="2469"/>
                    <a:pt x="5716" y="2400"/>
                    <a:pt x="5392" y="2400"/>
                  </a:cubicBezTo>
                  <a:cubicBezTo>
                    <a:pt x="4682" y="2400"/>
                    <a:pt x="4009" y="2699"/>
                    <a:pt x="3740" y="2908"/>
                  </a:cubicBezTo>
                  <a:cubicBezTo>
                    <a:pt x="2955" y="3327"/>
                    <a:pt x="2625" y="3713"/>
                    <a:pt x="2130" y="5184"/>
                  </a:cubicBezTo>
                  <a:cubicBezTo>
                    <a:pt x="1700" y="6420"/>
                    <a:pt x="2212" y="7760"/>
                    <a:pt x="2464" y="8434"/>
                  </a:cubicBezTo>
                  <a:cubicBezTo>
                    <a:pt x="2156" y="9975"/>
                    <a:pt x="2583" y="10506"/>
                    <a:pt x="2583" y="10506"/>
                  </a:cubicBezTo>
                  <a:cubicBezTo>
                    <a:pt x="2806" y="10879"/>
                    <a:pt x="3185" y="11419"/>
                    <a:pt x="3185" y="12954"/>
                  </a:cubicBezTo>
                  <a:cubicBezTo>
                    <a:pt x="3185" y="14701"/>
                    <a:pt x="2084" y="15007"/>
                    <a:pt x="2084" y="15007"/>
                  </a:cubicBezTo>
                  <a:cubicBezTo>
                    <a:pt x="1191" y="15387"/>
                    <a:pt x="0" y="16199"/>
                    <a:pt x="0" y="18599"/>
                  </a:cubicBezTo>
                  <a:cubicBezTo>
                    <a:pt x="0" y="18599"/>
                    <a:pt x="0" y="19199"/>
                    <a:pt x="491" y="19199"/>
                  </a:cubicBezTo>
                  <a:lnTo>
                    <a:pt x="2680" y="19200"/>
                  </a:lnTo>
                  <a:cubicBezTo>
                    <a:pt x="2798" y="18755"/>
                    <a:pt x="2952" y="18353"/>
                    <a:pt x="3141" y="18000"/>
                  </a:cubicBezTo>
                  <a:lnTo>
                    <a:pt x="1018" y="17999"/>
                  </a:lnTo>
                  <a:cubicBezTo>
                    <a:pt x="1165" y="16859"/>
                    <a:pt x="1744" y="16429"/>
                    <a:pt x="2371" y="1615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sp>
        <p:nvSpPr>
          <p:cNvPr id="46" name="13 CuadroTexto"/>
          <p:cNvSpPr txBox="1">
            <a:spLocks noChangeArrowheads="1"/>
          </p:cNvSpPr>
          <p:nvPr/>
        </p:nvSpPr>
        <p:spPr bwMode="auto">
          <a:xfrm>
            <a:off x="332303" y="529939"/>
            <a:ext cx="7419620" cy="4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s-E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</a:rPr>
              <a:t>MÓDULOS DEL SISTEMA</a:t>
            </a:r>
          </a:p>
        </p:txBody>
      </p:sp>
      <p:grpSp>
        <p:nvGrpSpPr>
          <p:cNvPr id="40" name="Group 5"/>
          <p:cNvGrpSpPr/>
          <p:nvPr/>
        </p:nvGrpSpPr>
        <p:grpSpPr>
          <a:xfrm>
            <a:off x="9368487" y="523277"/>
            <a:ext cx="2016000" cy="3185568"/>
            <a:chOff x="10185400" y="3552825"/>
            <a:chExt cx="4006850" cy="6427868"/>
          </a:xfrm>
        </p:grpSpPr>
        <p:sp>
          <p:nvSpPr>
            <p:cNvPr id="41" name="Freeform 5"/>
            <p:cNvSpPr>
              <a:spLocks/>
            </p:cNvSpPr>
            <p:nvPr/>
          </p:nvSpPr>
          <p:spPr bwMode="auto">
            <a:xfrm>
              <a:off x="11633201" y="9698119"/>
              <a:ext cx="1076324" cy="282574"/>
            </a:xfrm>
            <a:custGeom>
              <a:avLst/>
              <a:gdLst>
                <a:gd name="T0" fmla="*/ 678 w 678"/>
                <a:gd name="T1" fmla="*/ 90 h 178"/>
                <a:gd name="T2" fmla="*/ 678 w 678"/>
                <a:gd name="T3" fmla="*/ 90 h 178"/>
                <a:gd name="T4" fmla="*/ 676 w 678"/>
                <a:gd name="T5" fmla="*/ 108 h 178"/>
                <a:gd name="T6" fmla="*/ 670 w 678"/>
                <a:gd name="T7" fmla="*/ 124 h 178"/>
                <a:gd name="T8" fmla="*/ 662 w 678"/>
                <a:gd name="T9" fmla="*/ 140 h 178"/>
                <a:gd name="T10" fmla="*/ 650 w 678"/>
                <a:gd name="T11" fmla="*/ 152 h 178"/>
                <a:gd name="T12" fmla="*/ 636 w 678"/>
                <a:gd name="T13" fmla="*/ 164 h 178"/>
                <a:gd name="T14" fmla="*/ 620 w 678"/>
                <a:gd name="T15" fmla="*/ 172 h 178"/>
                <a:gd name="T16" fmla="*/ 602 w 678"/>
                <a:gd name="T17" fmla="*/ 176 h 178"/>
                <a:gd name="T18" fmla="*/ 582 w 678"/>
                <a:gd name="T19" fmla="*/ 178 h 178"/>
                <a:gd name="T20" fmla="*/ 96 w 678"/>
                <a:gd name="T21" fmla="*/ 178 h 178"/>
                <a:gd name="T22" fmla="*/ 96 w 678"/>
                <a:gd name="T23" fmla="*/ 178 h 178"/>
                <a:gd name="T24" fmla="*/ 76 w 678"/>
                <a:gd name="T25" fmla="*/ 176 h 178"/>
                <a:gd name="T26" fmla="*/ 58 w 678"/>
                <a:gd name="T27" fmla="*/ 172 h 178"/>
                <a:gd name="T28" fmla="*/ 42 w 678"/>
                <a:gd name="T29" fmla="*/ 164 h 178"/>
                <a:gd name="T30" fmla="*/ 28 w 678"/>
                <a:gd name="T31" fmla="*/ 152 h 178"/>
                <a:gd name="T32" fmla="*/ 16 w 678"/>
                <a:gd name="T33" fmla="*/ 140 h 178"/>
                <a:gd name="T34" fmla="*/ 8 w 678"/>
                <a:gd name="T35" fmla="*/ 124 h 178"/>
                <a:gd name="T36" fmla="*/ 2 w 678"/>
                <a:gd name="T37" fmla="*/ 108 h 178"/>
                <a:gd name="T38" fmla="*/ 0 w 678"/>
                <a:gd name="T39" fmla="*/ 90 h 178"/>
                <a:gd name="T40" fmla="*/ 0 w 678"/>
                <a:gd name="T41" fmla="*/ 90 h 178"/>
                <a:gd name="T42" fmla="*/ 0 w 678"/>
                <a:gd name="T43" fmla="*/ 90 h 178"/>
                <a:gd name="T44" fmla="*/ 2 w 678"/>
                <a:gd name="T45" fmla="*/ 72 h 178"/>
                <a:gd name="T46" fmla="*/ 8 w 678"/>
                <a:gd name="T47" fmla="*/ 54 h 178"/>
                <a:gd name="T48" fmla="*/ 16 w 678"/>
                <a:gd name="T49" fmla="*/ 40 h 178"/>
                <a:gd name="T50" fmla="*/ 28 w 678"/>
                <a:gd name="T51" fmla="*/ 26 h 178"/>
                <a:gd name="T52" fmla="*/ 42 w 678"/>
                <a:gd name="T53" fmla="*/ 16 h 178"/>
                <a:gd name="T54" fmla="*/ 58 w 678"/>
                <a:gd name="T55" fmla="*/ 8 h 178"/>
                <a:gd name="T56" fmla="*/ 76 w 678"/>
                <a:gd name="T57" fmla="*/ 2 h 178"/>
                <a:gd name="T58" fmla="*/ 96 w 678"/>
                <a:gd name="T59" fmla="*/ 0 h 178"/>
                <a:gd name="T60" fmla="*/ 582 w 678"/>
                <a:gd name="T61" fmla="*/ 0 h 178"/>
                <a:gd name="T62" fmla="*/ 582 w 678"/>
                <a:gd name="T63" fmla="*/ 0 h 178"/>
                <a:gd name="T64" fmla="*/ 602 w 678"/>
                <a:gd name="T65" fmla="*/ 2 h 178"/>
                <a:gd name="T66" fmla="*/ 620 w 678"/>
                <a:gd name="T67" fmla="*/ 8 h 178"/>
                <a:gd name="T68" fmla="*/ 636 w 678"/>
                <a:gd name="T69" fmla="*/ 16 h 178"/>
                <a:gd name="T70" fmla="*/ 650 w 678"/>
                <a:gd name="T71" fmla="*/ 26 h 178"/>
                <a:gd name="T72" fmla="*/ 662 w 678"/>
                <a:gd name="T73" fmla="*/ 40 h 178"/>
                <a:gd name="T74" fmla="*/ 670 w 678"/>
                <a:gd name="T75" fmla="*/ 54 h 178"/>
                <a:gd name="T76" fmla="*/ 676 w 678"/>
                <a:gd name="T77" fmla="*/ 72 h 178"/>
                <a:gd name="T78" fmla="*/ 678 w 678"/>
                <a:gd name="T79" fmla="*/ 90 h 178"/>
                <a:gd name="T80" fmla="*/ 678 w 678"/>
                <a:gd name="T81" fmla="*/ 9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78" h="178">
                  <a:moveTo>
                    <a:pt x="678" y="90"/>
                  </a:moveTo>
                  <a:lnTo>
                    <a:pt x="678" y="90"/>
                  </a:lnTo>
                  <a:lnTo>
                    <a:pt x="676" y="108"/>
                  </a:lnTo>
                  <a:lnTo>
                    <a:pt x="670" y="124"/>
                  </a:lnTo>
                  <a:lnTo>
                    <a:pt x="662" y="140"/>
                  </a:lnTo>
                  <a:lnTo>
                    <a:pt x="650" y="152"/>
                  </a:lnTo>
                  <a:lnTo>
                    <a:pt x="636" y="164"/>
                  </a:lnTo>
                  <a:lnTo>
                    <a:pt x="620" y="172"/>
                  </a:lnTo>
                  <a:lnTo>
                    <a:pt x="602" y="176"/>
                  </a:lnTo>
                  <a:lnTo>
                    <a:pt x="582" y="178"/>
                  </a:lnTo>
                  <a:lnTo>
                    <a:pt x="96" y="178"/>
                  </a:lnTo>
                  <a:lnTo>
                    <a:pt x="96" y="178"/>
                  </a:lnTo>
                  <a:lnTo>
                    <a:pt x="76" y="176"/>
                  </a:lnTo>
                  <a:lnTo>
                    <a:pt x="58" y="172"/>
                  </a:lnTo>
                  <a:lnTo>
                    <a:pt x="42" y="164"/>
                  </a:lnTo>
                  <a:lnTo>
                    <a:pt x="28" y="152"/>
                  </a:lnTo>
                  <a:lnTo>
                    <a:pt x="16" y="140"/>
                  </a:lnTo>
                  <a:lnTo>
                    <a:pt x="8" y="124"/>
                  </a:lnTo>
                  <a:lnTo>
                    <a:pt x="2" y="108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72"/>
                  </a:lnTo>
                  <a:lnTo>
                    <a:pt x="8" y="54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6" y="2"/>
                  </a:lnTo>
                  <a:lnTo>
                    <a:pt x="96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602" y="2"/>
                  </a:lnTo>
                  <a:lnTo>
                    <a:pt x="620" y="8"/>
                  </a:lnTo>
                  <a:lnTo>
                    <a:pt x="636" y="16"/>
                  </a:lnTo>
                  <a:lnTo>
                    <a:pt x="650" y="26"/>
                  </a:lnTo>
                  <a:lnTo>
                    <a:pt x="662" y="40"/>
                  </a:lnTo>
                  <a:lnTo>
                    <a:pt x="670" y="54"/>
                  </a:lnTo>
                  <a:lnTo>
                    <a:pt x="676" y="72"/>
                  </a:lnTo>
                  <a:lnTo>
                    <a:pt x="678" y="90"/>
                  </a:lnTo>
                  <a:lnTo>
                    <a:pt x="678" y="9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2" name="Freeform 6"/>
            <p:cNvSpPr>
              <a:spLocks/>
            </p:cNvSpPr>
            <p:nvPr/>
          </p:nvSpPr>
          <p:spPr bwMode="auto">
            <a:xfrm>
              <a:off x="11372851" y="9590168"/>
              <a:ext cx="1597026" cy="238126"/>
            </a:xfrm>
            <a:custGeom>
              <a:avLst/>
              <a:gdLst>
                <a:gd name="T0" fmla="*/ 136 w 1006"/>
                <a:gd name="T1" fmla="*/ 150 h 150"/>
                <a:gd name="T2" fmla="*/ 868 w 1006"/>
                <a:gd name="T3" fmla="*/ 150 h 150"/>
                <a:gd name="T4" fmla="*/ 868 w 1006"/>
                <a:gd name="T5" fmla="*/ 150 h 150"/>
                <a:gd name="T6" fmla="*/ 928 w 1006"/>
                <a:gd name="T7" fmla="*/ 90 h 150"/>
                <a:gd name="T8" fmla="*/ 928 w 1006"/>
                <a:gd name="T9" fmla="*/ 90 h 150"/>
                <a:gd name="T10" fmla="*/ 956 w 1006"/>
                <a:gd name="T11" fmla="*/ 60 h 150"/>
                <a:gd name="T12" fmla="*/ 978 w 1006"/>
                <a:gd name="T13" fmla="*/ 36 h 150"/>
                <a:gd name="T14" fmla="*/ 994 w 1006"/>
                <a:gd name="T15" fmla="*/ 16 h 150"/>
                <a:gd name="T16" fmla="*/ 1006 w 1006"/>
                <a:gd name="T17" fmla="*/ 0 h 150"/>
                <a:gd name="T18" fmla="*/ 0 w 1006"/>
                <a:gd name="T19" fmla="*/ 0 h 150"/>
                <a:gd name="T20" fmla="*/ 0 w 1006"/>
                <a:gd name="T21" fmla="*/ 0 h 150"/>
                <a:gd name="T22" fmla="*/ 6 w 1006"/>
                <a:gd name="T23" fmla="*/ 12 h 150"/>
                <a:gd name="T24" fmla="*/ 6 w 1006"/>
                <a:gd name="T25" fmla="*/ 12 h 150"/>
                <a:gd name="T26" fmla="*/ 66 w 1006"/>
                <a:gd name="T27" fmla="*/ 76 h 150"/>
                <a:gd name="T28" fmla="*/ 136 w 1006"/>
                <a:gd name="T29" fmla="*/ 150 h 150"/>
                <a:gd name="T30" fmla="*/ 136 w 1006"/>
                <a:gd name="T31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06" h="150">
                  <a:moveTo>
                    <a:pt x="136" y="150"/>
                  </a:moveTo>
                  <a:lnTo>
                    <a:pt x="868" y="150"/>
                  </a:lnTo>
                  <a:lnTo>
                    <a:pt x="868" y="150"/>
                  </a:lnTo>
                  <a:lnTo>
                    <a:pt x="928" y="90"/>
                  </a:lnTo>
                  <a:lnTo>
                    <a:pt x="928" y="90"/>
                  </a:lnTo>
                  <a:lnTo>
                    <a:pt x="956" y="60"/>
                  </a:lnTo>
                  <a:lnTo>
                    <a:pt x="978" y="36"/>
                  </a:lnTo>
                  <a:lnTo>
                    <a:pt x="994" y="16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6" y="76"/>
                  </a:lnTo>
                  <a:lnTo>
                    <a:pt x="136" y="150"/>
                  </a:lnTo>
                  <a:lnTo>
                    <a:pt x="136" y="15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3" name="Freeform 7"/>
            <p:cNvSpPr>
              <a:spLocks/>
            </p:cNvSpPr>
            <p:nvPr/>
          </p:nvSpPr>
          <p:spPr bwMode="auto">
            <a:xfrm>
              <a:off x="11318875" y="8866770"/>
              <a:ext cx="1714501" cy="161925"/>
            </a:xfrm>
            <a:custGeom>
              <a:avLst/>
              <a:gdLst>
                <a:gd name="T0" fmla="*/ 1080 w 1080"/>
                <a:gd name="T1" fmla="*/ 50 h 102"/>
                <a:gd name="T2" fmla="*/ 1080 w 1080"/>
                <a:gd name="T3" fmla="*/ 50 h 102"/>
                <a:gd name="T4" fmla="*/ 1078 w 1080"/>
                <a:gd name="T5" fmla="*/ 62 h 102"/>
                <a:gd name="T6" fmla="*/ 1076 w 1080"/>
                <a:gd name="T7" fmla="*/ 70 h 102"/>
                <a:gd name="T8" fmla="*/ 1072 w 1080"/>
                <a:gd name="T9" fmla="*/ 80 h 102"/>
                <a:gd name="T10" fmla="*/ 1066 w 1080"/>
                <a:gd name="T11" fmla="*/ 88 h 102"/>
                <a:gd name="T12" fmla="*/ 1058 w 1080"/>
                <a:gd name="T13" fmla="*/ 94 h 102"/>
                <a:gd name="T14" fmla="*/ 1052 w 1080"/>
                <a:gd name="T15" fmla="*/ 98 h 102"/>
                <a:gd name="T16" fmla="*/ 1042 w 1080"/>
                <a:gd name="T17" fmla="*/ 102 h 102"/>
                <a:gd name="T18" fmla="*/ 1034 w 1080"/>
                <a:gd name="T19" fmla="*/ 102 h 102"/>
                <a:gd name="T20" fmla="*/ 46 w 1080"/>
                <a:gd name="T21" fmla="*/ 102 h 102"/>
                <a:gd name="T22" fmla="*/ 46 w 1080"/>
                <a:gd name="T23" fmla="*/ 102 h 102"/>
                <a:gd name="T24" fmla="*/ 36 w 1080"/>
                <a:gd name="T25" fmla="*/ 102 h 102"/>
                <a:gd name="T26" fmla="*/ 28 w 1080"/>
                <a:gd name="T27" fmla="*/ 98 h 102"/>
                <a:gd name="T28" fmla="*/ 20 w 1080"/>
                <a:gd name="T29" fmla="*/ 94 h 102"/>
                <a:gd name="T30" fmla="*/ 14 w 1080"/>
                <a:gd name="T31" fmla="*/ 88 h 102"/>
                <a:gd name="T32" fmla="*/ 8 w 1080"/>
                <a:gd name="T33" fmla="*/ 80 h 102"/>
                <a:gd name="T34" fmla="*/ 4 w 1080"/>
                <a:gd name="T35" fmla="*/ 70 h 102"/>
                <a:gd name="T36" fmla="*/ 0 w 1080"/>
                <a:gd name="T37" fmla="*/ 62 h 102"/>
                <a:gd name="T38" fmla="*/ 0 w 1080"/>
                <a:gd name="T39" fmla="*/ 50 h 102"/>
                <a:gd name="T40" fmla="*/ 0 w 1080"/>
                <a:gd name="T41" fmla="*/ 50 h 102"/>
                <a:gd name="T42" fmla="*/ 0 w 1080"/>
                <a:gd name="T43" fmla="*/ 50 h 102"/>
                <a:gd name="T44" fmla="*/ 0 w 1080"/>
                <a:gd name="T45" fmla="*/ 40 h 102"/>
                <a:gd name="T46" fmla="*/ 4 w 1080"/>
                <a:gd name="T47" fmla="*/ 32 h 102"/>
                <a:gd name="T48" fmla="*/ 8 w 1080"/>
                <a:gd name="T49" fmla="*/ 22 h 102"/>
                <a:gd name="T50" fmla="*/ 14 w 1080"/>
                <a:gd name="T51" fmla="*/ 14 h 102"/>
                <a:gd name="T52" fmla="*/ 20 w 1080"/>
                <a:gd name="T53" fmla="*/ 8 h 102"/>
                <a:gd name="T54" fmla="*/ 28 w 1080"/>
                <a:gd name="T55" fmla="*/ 4 h 102"/>
                <a:gd name="T56" fmla="*/ 36 w 1080"/>
                <a:gd name="T57" fmla="*/ 0 h 102"/>
                <a:gd name="T58" fmla="*/ 46 w 1080"/>
                <a:gd name="T59" fmla="*/ 0 h 102"/>
                <a:gd name="T60" fmla="*/ 1034 w 1080"/>
                <a:gd name="T61" fmla="*/ 0 h 102"/>
                <a:gd name="T62" fmla="*/ 1034 w 1080"/>
                <a:gd name="T63" fmla="*/ 0 h 102"/>
                <a:gd name="T64" fmla="*/ 1042 w 1080"/>
                <a:gd name="T65" fmla="*/ 0 h 102"/>
                <a:gd name="T66" fmla="*/ 1052 w 1080"/>
                <a:gd name="T67" fmla="*/ 4 h 102"/>
                <a:gd name="T68" fmla="*/ 1058 w 1080"/>
                <a:gd name="T69" fmla="*/ 8 h 102"/>
                <a:gd name="T70" fmla="*/ 1066 w 1080"/>
                <a:gd name="T71" fmla="*/ 14 h 102"/>
                <a:gd name="T72" fmla="*/ 1072 w 1080"/>
                <a:gd name="T73" fmla="*/ 22 h 102"/>
                <a:gd name="T74" fmla="*/ 1076 w 1080"/>
                <a:gd name="T75" fmla="*/ 32 h 102"/>
                <a:gd name="T76" fmla="*/ 1078 w 1080"/>
                <a:gd name="T77" fmla="*/ 40 h 102"/>
                <a:gd name="T78" fmla="*/ 1080 w 1080"/>
                <a:gd name="T79" fmla="*/ 50 h 102"/>
                <a:gd name="T80" fmla="*/ 1080 w 1080"/>
                <a:gd name="T81" fmla="*/ 5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0" h="102">
                  <a:moveTo>
                    <a:pt x="1080" y="50"/>
                  </a:moveTo>
                  <a:lnTo>
                    <a:pt x="1080" y="50"/>
                  </a:lnTo>
                  <a:lnTo>
                    <a:pt x="1078" y="62"/>
                  </a:lnTo>
                  <a:lnTo>
                    <a:pt x="1076" y="70"/>
                  </a:lnTo>
                  <a:lnTo>
                    <a:pt x="1072" y="80"/>
                  </a:lnTo>
                  <a:lnTo>
                    <a:pt x="1066" y="88"/>
                  </a:lnTo>
                  <a:lnTo>
                    <a:pt x="1058" y="94"/>
                  </a:lnTo>
                  <a:lnTo>
                    <a:pt x="1052" y="98"/>
                  </a:lnTo>
                  <a:lnTo>
                    <a:pt x="1042" y="102"/>
                  </a:lnTo>
                  <a:lnTo>
                    <a:pt x="1034" y="102"/>
                  </a:lnTo>
                  <a:lnTo>
                    <a:pt x="46" y="102"/>
                  </a:lnTo>
                  <a:lnTo>
                    <a:pt x="46" y="102"/>
                  </a:lnTo>
                  <a:lnTo>
                    <a:pt x="36" y="102"/>
                  </a:lnTo>
                  <a:lnTo>
                    <a:pt x="28" y="98"/>
                  </a:lnTo>
                  <a:lnTo>
                    <a:pt x="20" y="94"/>
                  </a:lnTo>
                  <a:lnTo>
                    <a:pt x="14" y="88"/>
                  </a:lnTo>
                  <a:lnTo>
                    <a:pt x="8" y="80"/>
                  </a:lnTo>
                  <a:lnTo>
                    <a:pt x="4" y="70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0"/>
                  </a:lnTo>
                  <a:lnTo>
                    <a:pt x="4" y="32"/>
                  </a:lnTo>
                  <a:lnTo>
                    <a:pt x="8" y="22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0"/>
                  </a:lnTo>
                  <a:lnTo>
                    <a:pt x="46" y="0"/>
                  </a:lnTo>
                  <a:lnTo>
                    <a:pt x="1034" y="0"/>
                  </a:lnTo>
                  <a:lnTo>
                    <a:pt x="1034" y="0"/>
                  </a:lnTo>
                  <a:lnTo>
                    <a:pt x="1042" y="0"/>
                  </a:lnTo>
                  <a:lnTo>
                    <a:pt x="1052" y="4"/>
                  </a:lnTo>
                  <a:lnTo>
                    <a:pt x="1058" y="8"/>
                  </a:lnTo>
                  <a:lnTo>
                    <a:pt x="1066" y="14"/>
                  </a:lnTo>
                  <a:lnTo>
                    <a:pt x="1072" y="22"/>
                  </a:lnTo>
                  <a:lnTo>
                    <a:pt x="1076" y="32"/>
                  </a:lnTo>
                  <a:lnTo>
                    <a:pt x="1078" y="40"/>
                  </a:lnTo>
                  <a:lnTo>
                    <a:pt x="1080" y="50"/>
                  </a:lnTo>
                  <a:lnTo>
                    <a:pt x="1080" y="5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5" name="Freeform 8"/>
            <p:cNvSpPr>
              <a:spLocks/>
            </p:cNvSpPr>
            <p:nvPr/>
          </p:nvSpPr>
          <p:spPr bwMode="auto">
            <a:xfrm>
              <a:off x="11318875" y="9074481"/>
              <a:ext cx="1714501" cy="165099"/>
            </a:xfrm>
            <a:custGeom>
              <a:avLst/>
              <a:gdLst>
                <a:gd name="T0" fmla="*/ 1080 w 1080"/>
                <a:gd name="T1" fmla="*/ 52 h 104"/>
                <a:gd name="T2" fmla="*/ 1080 w 1080"/>
                <a:gd name="T3" fmla="*/ 52 h 104"/>
                <a:gd name="T4" fmla="*/ 1078 w 1080"/>
                <a:gd name="T5" fmla="*/ 62 h 104"/>
                <a:gd name="T6" fmla="*/ 1076 w 1080"/>
                <a:gd name="T7" fmla="*/ 72 h 104"/>
                <a:gd name="T8" fmla="*/ 1072 w 1080"/>
                <a:gd name="T9" fmla="*/ 82 h 104"/>
                <a:gd name="T10" fmla="*/ 1066 w 1080"/>
                <a:gd name="T11" fmla="*/ 88 h 104"/>
                <a:gd name="T12" fmla="*/ 1058 w 1080"/>
                <a:gd name="T13" fmla="*/ 94 h 104"/>
                <a:gd name="T14" fmla="*/ 1052 w 1080"/>
                <a:gd name="T15" fmla="*/ 100 h 104"/>
                <a:gd name="T16" fmla="*/ 1042 w 1080"/>
                <a:gd name="T17" fmla="*/ 102 h 104"/>
                <a:gd name="T18" fmla="*/ 1034 w 1080"/>
                <a:gd name="T19" fmla="*/ 104 h 104"/>
                <a:gd name="T20" fmla="*/ 46 w 1080"/>
                <a:gd name="T21" fmla="*/ 104 h 104"/>
                <a:gd name="T22" fmla="*/ 46 w 1080"/>
                <a:gd name="T23" fmla="*/ 104 h 104"/>
                <a:gd name="T24" fmla="*/ 36 w 1080"/>
                <a:gd name="T25" fmla="*/ 102 h 104"/>
                <a:gd name="T26" fmla="*/ 28 w 1080"/>
                <a:gd name="T27" fmla="*/ 100 h 104"/>
                <a:gd name="T28" fmla="*/ 20 w 1080"/>
                <a:gd name="T29" fmla="*/ 94 h 104"/>
                <a:gd name="T30" fmla="*/ 14 w 1080"/>
                <a:gd name="T31" fmla="*/ 88 h 104"/>
                <a:gd name="T32" fmla="*/ 8 w 1080"/>
                <a:gd name="T33" fmla="*/ 82 h 104"/>
                <a:gd name="T34" fmla="*/ 4 w 1080"/>
                <a:gd name="T35" fmla="*/ 72 h 104"/>
                <a:gd name="T36" fmla="*/ 0 w 1080"/>
                <a:gd name="T37" fmla="*/ 62 h 104"/>
                <a:gd name="T38" fmla="*/ 0 w 1080"/>
                <a:gd name="T39" fmla="*/ 52 h 104"/>
                <a:gd name="T40" fmla="*/ 0 w 1080"/>
                <a:gd name="T41" fmla="*/ 52 h 104"/>
                <a:gd name="T42" fmla="*/ 0 w 1080"/>
                <a:gd name="T43" fmla="*/ 52 h 104"/>
                <a:gd name="T44" fmla="*/ 0 w 1080"/>
                <a:gd name="T45" fmla="*/ 42 h 104"/>
                <a:gd name="T46" fmla="*/ 4 w 1080"/>
                <a:gd name="T47" fmla="*/ 32 h 104"/>
                <a:gd name="T48" fmla="*/ 8 w 1080"/>
                <a:gd name="T49" fmla="*/ 24 h 104"/>
                <a:gd name="T50" fmla="*/ 14 w 1080"/>
                <a:gd name="T51" fmla="*/ 16 h 104"/>
                <a:gd name="T52" fmla="*/ 20 w 1080"/>
                <a:gd name="T53" fmla="*/ 10 h 104"/>
                <a:gd name="T54" fmla="*/ 28 w 1080"/>
                <a:gd name="T55" fmla="*/ 4 h 104"/>
                <a:gd name="T56" fmla="*/ 36 w 1080"/>
                <a:gd name="T57" fmla="*/ 2 h 104"/>
                <a:gd name="T58" fmla="*/ 46 w 1080"/>
                <a:gd name="T59" fmla="*/ 0 h 104"/>
                <a:gd name="T60" fmla="*/ 1034 w 1080"/>
                <a:gd name="T61" fmla="*/ 0 h 104"/>
                <a:gd name="T62" fmla="*/ 1034 w 1080"/>
                <a:gd name="T63" fmla="*/ 0 h 104"/>
                <a:gd name="T64" fmla="*/ 1042 w 1080"/>
                <a:gd name="T65" fmla="*/ 2 h 104"/>
                <a:gd name="T66" fmla="*/ 1052 w 1080"/>
                <a:gd name="T67" fmla="*/ 4 h 104"/>
                <a:gd name="T68" fmla="*/ 1058 w 1080"/>
                <a:gd name="T69" fmla="*/ 10 h 104"/>
                <a:gd name="T70" fmla="*/ 1066 w 1080"/>
                <a:gd name="T71" fmla="*/ 16 h 104"/>
                <a:gd name="T72" fmla="*/ 1072 w 1080"/>
                <a:gd name="T73" fmla="*/ 24 h 104"/>
                <a:gd name="T74" fmla="*/ 1076 w 1080"/>
                <a:gd name="T75" fmla="*/ 32 h 104"/>
                <a:gd name="T76" fmla="*/ 1078 w 1080"/>
                <a:gd name="T77" fmla="*/ 42 h 104"/>
                <a:gd name="T78" fmla="*/ 1080 w 1080"/>
                <a:gd name="T79" fmla="*/ 52 h 104"/>
                <a:gd name="T80" fmla="*/ 1080 w 1080"/>
                <a:gd name="T8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0" h="104">
                  <a:moveTo>
                    <a:pt x="1080" y="52"/>
                  </a:moveTo>
                  <a:lnTo>
                    <a:pt x="1080" y="52"/>
                  </a:lnTo>
                  <a:lnTo>
                    <a:pt x="1078" y="62"/>
                  </a:lnTo>
                  <a:lnTo>
                    <a:pt x="1076" y="72"/>
                  </a:lnTo>
                  <a:lnTo>
                    <a:pt x="1072" y="82"/>
                  </a:lnTo>
                  <a:lnTo>
                    <a:pt x="1066" y="88"/>
                  </a:lnTo>
                  <a:lnTo>
                    <a:pt x="1058" y="94"/>
                  </a:lnTo>
                  <a:lnTo>
                    <a:pt x="1052" y="100"/>
                  </a:lnTo>
                  <a:lnTo>
                    <a:pt x="1042" y="102"/>
                  </a:lnTo>
                  <a:lnTo>
                    <a:pt x="1034" y="104"/>
                  </a:lnTo>
                  <a:lnTo>
                    <a:pt x="46" y="104"/>
                  </a:lnTo>
                  <a:lnTo>
                    <a:pt x="46" y="104"/>
                  </a:lnTo>
                  <a:lnTo>
                    <a:pt x="36" y="102"/>
                  </a:lnTo>
                  <a:lnTo>
                    <a:pt x="28" y="100"/>
                  </a:lnTo>
                  <a:lnTo>
                    <a:pt x="20" y="94"/>
                  </a:lnTo>
                  <a:lnTo>
                    <a:pt x="14" y="88"/>
                  </a:lnTo>
                  <a:lnTo>
                    <a:pt x="8" y="82"/>
                  </a:lnTo>
                  <a:lnTo>
                    <a:pt x="4" y="72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4" y="32"/>
                  </a:lnTo>
                  <a:lnTo>
                    <a:pt x="8" y="24"/>
                  </a:lnTo>
                  <a:lnTo>
                    <a:pt x="14" y="16"/>
                  </a:lnTo>
                  <a:lnTo>
                    <a:pt x="20" y="10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6" y="0"/>
                  </a:lnTo>
                  <a:lnTo>
                    <a:pt x="1034" y="0"/>
                  </a:lnTo>
                  <a:lnTo>
                    <a:pt x="1034" y="0"/>
                  </a:lnTo>
                  <a:lnTo>
                    <a:pt x="1042" y="2"/>
                  </a:lnTo>
                  <a:lnTo>
                    <a:pt x="1052" y="4"/>
                  </a:lnTo>
                  <a:lnTo>
                    <a:pt x="1058" y="10"/>
                  </a:lnTo>
                  <a:lnTo>
                    <a:pt x="1066" y="16"/>
                  </a:lnTo>
                  <a:lnTo>
                    <a:pt x="1072" y="24"/>
                  </a:lnTo>
                  <a:lnTo>
                    <a:pt x="1076" y="32"/>
                  </a:lnTo>
                  <a:lnTo>
                    <a:pt x="1078" y="42"/>
                  </a:lnTo>
                  <a:lnTo>
                    <a:pt x="1080" y="52"/>
                  </a:lnTo>
                  <a:lnTo>
                    <a:pt x="1080" y="52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7" name="Freeform 9"/>
            <p:cNvSpPr>
              <a:spLocks/>
            </p:cNvSpPr>
            <p:nvPr/>
          </p:nvSpPr>
          <p:spPr bwMode="auto">
            <a:xfrm>
              <a:off x="11318875" y="9285368"/>
              <a:ext cx="1714501" cy="165099"/>
            </a:xfrm>
            <a:custGeom>
              <a:avLst/>
              <a:gdLst>
                <a:gd name="T0" fmla="*/ 1080 w 1080"/>
                <a:gd name="T1" fmla="*/ 52 h 104"/>
                <a:gd name="T2" fmla="*/ 1080 w 1080"/>
                <a:gd name="T3" fmla="*/ 52 h 104"/>
                <a:gd name="T4" fmla="*/ 1078 w 1080"/>
                <a:gd name="T5" fmla="*/ 62 h 104"/>
                <a:gd name="T6" fmla="*/ 1076 w 1080"/>
                <a:gd name="T7" fmla="*/ 72 h 104"/>
                <a:gd name="T8" fmla="*/ 1072 w 1080"/>
                <a:gd name="T9" fmla="*/ 80 h 104"/>
                <a:gd name="T10" fmla="*/ 1066 w 1080"/>
                <a:gd name="T11" fmla="*/ 88 h 104"/>
                <a:gd name="T12" fmla="*/ 1058 w 1080"/>
                <a:gd name="T13" fmla="*/ 94 h 104"/>
                <a:gd name="T14" fmla="*/ 1052 w 1080"/>
                <a:gd name="T15" fmla="*/ 100 h 104"/>
                <a:gd name="T16" fmla="*/ 1042 w 1080"/>
                <a:gd name="T17" fmla="*/ 102 h 104"/>
                <a:gd name="T18" fmla="*/ 1034 w 1080"/>
                <a:gd name="T19" fmla="*/ 104 h 104"/>
                <a:gd name="T20" fmla="*/ 46 w 1080"/>
                <a:gd name="T21" fmla="*/ 104 h 104"/>
                <a:gd name="T22" fmla="*/ 46 w 1080"/>
                <a:gd name="T23" fmla="*/ 104 h 104"/>
                <a:gd name="T24" fmla="*/ 36 w 1080"/>
                <a:gd name="T25" fmla="*/ 102 h 104"/>
                <a:gd name="T26" fmla="*/ 28 w 1080"/>
                <a:gd name="T27" fmla="*/ 100 h 104"/>
                <a:gd name="T28" fmla="*/ 20 w 1080"/>
                <a:gd name="T29" fmla="*/ 94 h 104"/>
                <a:gd name="T30" fmla="*/ 14 w 1080"/>
                <a:gd name="T31" fmla="*/ 88 h 104"/>
                <a:gd name="T32" fmla="*/ 8 w 1080"/>
                <a:gd name="T33" fmla="*/ 80 h 104"/>
                <a:gd name="T34" fmla="*/ 4 w 1080"/>
                <a:gd name="T35" fmla="*/ 72 h 104"/>
                <a:gd name="T36" fmla="*/ 0 w 1080"/>
                <a:gd name="T37" fmla="*/ 62 h 104"/>
                <a:gd name="T38" fmla="*/ 0 w 1080"/>
                <a:gd name="T39" fmla="*/ 52 h 104"/>
                <a:gd name="T40" fmla="*/ 0 w 1080"/>
                <a:gd name="T41" fmla="*/ 52 h 104"/>
                <a:gd name="T42" fmla="*/ 0 w 1080"/>
                <a:gd name="T43" fmla="*/ 52 h 104"/>
                <a:gd name="T44" fmla="*/ 0 w 1080"/>
                <a:gd name="T45" fmla="*/ 42 h 104"/>
                <a:gd name="T46" fmla="*/ 4 w 1080"/>
                <a:gd name="T47" fmla="*/ 32 h 104"/>
                <a:gd name="T48" fmla="*/ 8 w 1080"/>
                <a:gd name="T49" fmla="*/ 24 h 104"/>
                <a:gd name="T50" fmla="*/ 14 w 1080"/>
                <a:gd name="T51" fmla="*/ 16 h 104"/>
                <a:gd name="T52" fmla="*/ 20 w 1080"/>
                <a:gd name="T53" fmla="*/ 10 h 104"/>
                <a:gd name="T54" fmla="*/ 28 w 1080"/>
                <a:gd name="T55" fmla="*/ 4 h 104"/>
                <a:gd name="T56" fmla="*/ 36 w 1080"/>
                <a:gd name="T57" fmla="*/ 2 h 104"/>
                <a:gd name="T58" fmla="*/ 46 w 1080"/>
                <a:gd name="T59" fmla="*/ 0 h 104"/>
                <a:gd name="T60" fmla="*/ 1034 w 1080"/>
                <a:gd name="T61" fmla="*/ 0 h 104"/>
                <a:gd name="T62" fmla="*/ 1034 w 1080"/>
                <a:gd name="T63" fmla="*/ 0 h 104"/>
                <a:gd name="T64" fmla="*/ 1042 w 1080"/>
                <a:gd name="T65" fmla="*/ 2 h 104"/>
                <a:gd name="T66" fmla="*/ 1052 w 1080"/>
                <a:gd name="T67" fmla="*/ 4 h 104"/>
                <a:gd name="T68" fmla="*/ 1058 w 1080"/>
                <a:gd name="T69" fmla="*/ 10 h 104"/>
                <a:gd name="T70" fmla="*/ 1066 w 1080"/>
                <a:gd name="T71" fmla="*/ 16 h 104"/>
                <a:gd name="T72" fmla="*/ 1072 w 1080"/>
                <a:gd name="T73" fmla="*/ 24 h 104"/>
                <a:gd name="T74" fmla="*/ 1076 w 1080"/>
                <a:gd name="T75" fmla="*/ 32 h 104"/>
                <a:gd name="T76" fmla="*/ 1078 w 1080"/>
                <a:gd name="T77" fmla="*/ 42 h 104"/>
                <a:gd name="T78" fmla="*/ 1080 w 1080"/>
                <a:gd name="T79" fmla="*/ 52 h 104"/>
                <a:gd name="T80" fmla="*/ 1080 w 1080"/>
                <a:gd name="T8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0" h="104">
                  <a:moveTo>
                    <a:pt x="1080" y="52"/>
                  </a:moveTo>
                  <a:lnTo>
                    <a:pt x="1080" y="52"/>
                  </a:lnTo>
                  <a:lnTo>
                    <a:pt x="1078" y="62"/>
                  </a:lnTo>
                  <a:lnTo>
                    <a:pt x="1076" y="72"/>
                  </a:lnTo>
                  <a:lnTo>
                    <a:pt x="1072" y="80"/>
                  </a:lnTo>
                  <a:lnTo>
                    <a:pt x="1066" y="88"/>
                  </a:lnTo>
                  <a:lnTo>
                    <a:pt x="1058" y="94"/>
                  </a:lnTo>
                  <a:lnTo>
                    <a:pt x="1052" y="100"/>
                  </a:lnTo>
                  <a:lnTo>
                    <a:pt x="1042" y="102"/>
                  </a:lnTo>
                  <a:lnTo>
                    <a:pt x="1034" y="104"/>
                  </a:lnTo>
                  <a:lnTo>
                    <a:pt x="46" y="104"/>
                  </a:lnTo>
                  <a:lnTo>
                    <a:pt x="46" y="104"/>
                  </a:lnTo>
                  <a:lnTo>
                    <a:pt x="36" y="102"/>
                  </a:lnTo>
                  <a:lnTo>
                    <a:pt x="28" y="100"/>
                  </a:lnTo>
                  <a:lnTo>
                    <a:pt x="20" y="94"/>
                  </a:lnTo>
                  <a:lnTo>
                    <a:pt x="14" y="88"/>
                  </a:lnTo>
                  <a:lnTo>
                    <a:pt x="8" y="80"/>
                  </a:lnTo>
                  <a:lnTo>
                    <a:pt x="4" y="72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4" y="32"/>
                  </a:lnTo>
                  <a:lnTo>
                    <a:pt x="8" y="24"/>
                  </a:lnTo>
                  <a:lnTo>
                    <a:pt x="14" y="16"/>
                  </a:lnTo>
                  <a:lnTo>
                    <a:pt x="20" y="10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6" y="0"/>
                  </a:lnTo>
                  <a:lnTo>
                    <a:pt x="1034" y="0"/>
                  </a:lnTo>
                  <a:lnTo>
                    <a:pt x="1034" y="0"/>
                  </a:lnTo>
                  <a:lnTo>
                    <a:pt x="1042" y="2"/>
                  </a:lnTo>
                  <a:lnTo>
                    <a:pt x="1052" y="4"/>
                  </a:lnTo>
                  <a:lnTo>
                    <a:pt x="1058" y="10"/>
                  </a:lnTo>
                  <a:lnTo>
                    <a:pt x="1066" y="16"/>
                  </a:lnTo>
                  <a:lnTo>
                    <a:pt x="1072" y="24"/>
                  </a:lnTo>
                  <a:lnTo>
                    <a:pt x="1076" y="32"/>
                  </a:lnTo>
                  <a:lnTo>
                    <a:pt x="1078" y="42"/>
                  </a:lnTo>
                  <a:lnTo>
                    <a:pt x="1080" y="52"/>
                  </a:lnTo>
                  <a:lnTo>
                    <a:pt x="1080" y="52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8" name="Freeform 10"/>
            <p:cNvSpPr>
              <a:spLocks/>
            </p:cNvSpPr>
            <p:nvPr/>
          </p:nvSpPr>
          <p:spPr bwMode="auto">
            <a:xfrm>
              <a:off x="11318875" y="9501268"/>
              <a:ext cx="1698624" cy="101601"/>
            </a:xfrm>
            <a:custGeom>
              <a:avLst/>
              <a:gdLst>
                <a:gd name="T0" fmla="*/ 1070 w 1070"/>
                <a:gd name="T1" fmla="*/ 32 h 64"/>
                <a:gd name="T2" fmla="*/ 1070 w 1070"/>
                <a:gd name="T3" fmla="*/ 32 h 64"/>
                <a:gd name="T4" fmla="*/ 1070 w 1070"/>
                <a:gd name="T5" fmla="*/ 38 h 64"/>
                <a:gd name="T6" fmla="*/ 1068 w 1070"/>
                <a:gd name="T7" fmla="*/ 44 h 64"/>
                <a:gd name="T8" fmla="*/ 1064 w 1070"/>
                <a:gd name="T9" fmla="*/ 50 h 64"/>
                <a:gd name="T10" fmla="*/ 1058 w 1070"/>
                <a:gd name="T11" fmla="*/ 56 h 64"/>
                <a:gd name="T12" fmla="*/ 1050 w 1070"/>
                <a:gd name="T13" fmla="*/ 60 h 64"/>
                <a:gd name="T14" fmla="*/ 1044 w 1070"/>
                <a:gd name="T15" fmla="*/ 62 h 64"/>
                <a:gd name="T16" fmla="*/ 1034 w 1070"/>
                <a:gd name="T17" fmla="*/ 64 h 64"/>
                <a:gd name="T18" fmla="*/ 1026 w 1070"/>
                <a:gd name="T19" fmla="*/ 64 h 64"/>
                <a:gd name="T20" fmla="*/ 46 w 1070"/>
                <a:gd name="T21" fmla="*/ 64 h 64"/>
                <a:gd name="T22" fmla="*/ 46 w 1070"/>
                <a:gd name="T23" fmla="*/ 64 h 64"/>
                <a:gd name="T24" fmla="*/ 36 w 1070"/>
                <a:gd name="T25" fmla="*/ 64 h 64"/>
                <a:gd name="T26" fmla="*/ 28 w 1070"/>
                <a:gd name="T27" fmla="*/ 62 h 64"/>
                <a:gd name="T28" fmla="*/ 20 w 1070"/>
                <a:gd name="T29" fmla="*/ 60 h 64"/>
                <a:gd name="T30" fmla="*/ 14 w 1070"/>
                <a:gd name="T31" fmla="*/ 56 h 64"/>
                <a:gd name="T32" fmla="*/ 8 w 1070"/>
                <a:gd name="T33" fmla="*/ 50 h 64"/>
                <a:gd name="T34" fmla="*/ 4 w 1070"/>
                <a:gd name="T35" fmla="*/ 44 h 64"/>
                <a:gd name="T36" fmla="*/ 0 w 1070"/>
                <a:gd name="T37" fmla="*/ 38 h 64"/>
                <a:gd name="T38" fmla="*/ 0 w 1070"/>
                <a:gd name="T39" fmla="*/ 32 h 64"/>
                <a:gd name="T40" fmla="*/ 0 w 1070"/>
                <a:gd name="T41" fmla="*/ 32 h 64"/>
                <a:gd name="T42" fmla="*/ 0 w 1070"/>
                <a:gd name="T43" fmla="*/ 32 h 64"/>
                <a:gd name="T44" fmla="*/ 0 w 1070"/>
                <a:gd name="T45" fmla="*/ 26 h 64"/>
                <a:gd name="T46" fmla="*/ 4 w 1070"/>
                <a:gd name="T47" fmla="*/ 20 h 64"/>
                <a:gd name="T48" fmla="*/ 8 w 1070"/>
                <a:gd name="T49" fmla="*/ 14 h 64"/>
                <a:gd name="T50" fmla="*/ 14 w 1070"/>
                <a:gd name="T51" fmla="*/ 10 h 64"/>
                <a:gd name="T52" fmla="*/ 20 w 1070"/>
                <a:gd name="T53" fmla="*/ 4 h 64"/>
                <a:gd name="T54" fmla="*/ 28 w 1070"/>
                <a:gd name="T55" fmla="*/ 2 h 64"/>
                <a:gd name="T56" fmla="*/ 36 w 1070"/>
                <a:gd name="T57" fmla="*/ 0 h 64"/>
                <a:gd name="T58" fmla="*/ 46 w 1070"/>
                <a:gd name="T59" fmla="*/ 0 h 64"/>
                <a:gd name="T60" fmla="*/ 1026 w 1070"/>
                <a:gd name="T61" fmla="*/ 0 h 64"/>
                <a:gd name="T62" fmla="*/ 1026 w 1070"/>
                <a:gd name="T63" fmla="*/ 0 h 64"/>
                <a:gd name="T64" fmla="*/ 1034 w 1070"/>
                <a:gd name="T65" fmla="*/ 0 h 64"/>
                <a:gd name="T66" fmla="*/ 1044 w 1070"/>
                <a:gd name="T67" fmla="*/ 2 h 64"/>
                <a:gd name="T68" fmla="*/ 1050 w 1070"/>
                <a:gd name="T69" fmla="*/ 4 h 64"/>
                <a:gd name="T70" fmla="*/ 1058 w 1070"/>
                <a:gd name="T71" fmla="*/ 10 h 64"/>
                <a:gd name="T72" fmla="*/ 1064 w 1070"/>
                <a:gd name="T73" fmla="*/ 14 h 64"/>
                <a:gd name="T74" fmla="*/ 1068 w 1070"/>
                <a:gd name="T75" fmla="*/ 20 h 64"/>
                <a:gd name="T76" fmla="*/ 1070 w 1070"/>
                <a:gd name="T77" fmla="*/ 26 h 64"/>
                <a:gd name="T78" fmla="*/ 1070 w 1070"/>
                <a:gd name="T79" fmla="*/ 32 h 64"/>
                <a:gd name="T80" fmla="*/ 1070 w 1070"/>
                <a:gd name="T8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70" h="64">
                  <a:moveTo>
                    <a:pt x="1070" y="32"/>
                  </a:moveTo>
                  <a:lnTo>
                    <a:pt x="1070" y="32"/>
                  </a:lnTo>
                  <a:lnTo>
                    <a:pt x="1070" y="38"/>
                  </a:lnTo>
                  <a:lnTo>
                    <a:pt x="1068" y="44"/>
                  </a:lnTo>
                  <a:lnTo>
                    <a:pt x="1064" y="50"/>
                  </a:lnTo>
                  <a:lnTo>
                    <a:pt x="1058" y="56"/>
                  </a:lnTo>
                  <a:lnTo>
                    <a:pt x="1050" y="60"/>
                  </a:lnTo>
                  <a:lnTo>
                    <a:pt x="1044" y="62"/>
                  </a:lnTo>
                  <a:lnTo>
                    <a:pt x="1034" y="64"/>
                  </a:lnTo>
                  <a:lnTo>
                    <a:pt x="102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36" y="64"/>
                  </a:lnTo>
                  <a:lnTo>
                    <a:pt x="28" y="62"/>
                  </a:lnTo>
                  <a:lnTo>
                    <a:pt x="20" y="60"/>
                  </a:lnTo>
                  <a:lnTo>
                    <a:pt x="14" y="56"/>
                  </a:lnTo>
                  <a:lnTo>
                    <a:pt x="8" y="50"/>
                  </a:lnTo>
                  <a:lnTo>
                    <a:pt x="4" y="44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26"/>
                  </a:lnTo>
                  <a:lnTo>
                    <a:pt x="4" y="20"/>
                  </a:lnTo>
                  <a:lnTo>
                    <a:pt x="8" y="14"/>
                  </a:lnTo>
                  <a:lnTo>
                    <a:pt x="14" y="10"/>
                  </a:lnTo>
                  <a:lnTo>
                    <a:pt x="20" y="4"/>
                  </a:lnTo>
                  <a:lnTo>
                    <a:pt x="28" y="2"/>
                  </a:lnTo>
                  <a:lnTo>
                    <a:pt x="36" y="0"/>
                  </a:lnTo>
                  <a:lnTo>
                    <a:pt x="4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34" y="0"/>
                  </a:lnTo>
                  <a:lnTo>
                    <a:pt x="1044" y="2"/>
                  </a:lnTo>
                  <a:lnTo>
                    <a:pt x="1050" y="4"/>
                  </a:lnTo>
                  <a:lnTo>
                    <a:pt x="1058" y="10"/>
                  </a:lnTo>
                  <a:lnTo>
                    <a:pt x="1064" y="14"/>
                  </a:lnTo>
                  <a:lnTo>
                    <a:pt x="1068" y="20"/>
                  </a:lnTo>
                  <a:lnTo>
                    <a:pt x="1070" y="26"/>
                  </a:lnTo>
                  <a:lnTo>
                    <a:pt x="1070" y="32"/>
                  </a:lnTo>
                  <a:lnTo>
                    <a:pt x="1070" y="32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9" name="Freeform 11"/>
            <p:cNvSpPr>
              <a:spLocks/>
            </p:cNvSpPr>
            <p:nvPr/>
          </p:nvSpPr>
          <p:spPr bwMode="auto">
            <a:xfrm>
              <a:off x="11306175" y="8645745"/>
              <a:ext cx="1739899" cy="165099"/>
            </a:xfrm>
            <a:custGeom>
              <a:avLst/>
              <a:gdLst>
                <a:gd name="T0" fmla="*/ 1096 w 1096"/>
                <a:gd name="T1" fmla="*/ 52 h 104"/>
                <a:gd name="T2" fmla="*/ 1096 w 1096"/>
                <a:gd name="T3" fmla="*/ 52 h 104"/>
                <a:gd name="T4" fmla="*/ 1094 w 1096"/>
                <a:gd name="T5" fmla="*/ 62 h 104"/>
                <a:gd name="T6" fmla="*/ 1092 w 1096"/>
                <a:gd name="T7" fmla="*/ 72 h 104"/>
                <a:gd name="T8" fmla="*/ 1088 w 1096"/>
                <a:gd name="T9" fmla="*/ 80 h 104"/>
                <a:gd name="T10" fmla="*/ 1082 w 1096"/>
                <a:gd name="T11" fmla="*/ 88 h 104"/>
                <a:gd name="T12" fmla="*/ 1074 w 1096"/>
                <a:gd name="T13" fmla="*/ 94 h 104"/>
                <a:gd name="T14" fmla="*/ 1066 w 1096"/>
                <a:gd name="T15" fmla="*/ 98 h 104"/>
                <a:gd name="T16" fmla="*/ 1058 w 1096"/>
                <a:gd name="T17" fmla="*/ 102 h 104"/>
                <a:gd name="T18" fmla="*/ 1048 w 1096"/>
                <a:gd name="T19" fmla="*/ 104 h 104"/>
                <a:gd name="T20" fmla="*/ 46 w 1096"/>
                <a:gd name="T21" fmla="*/ 104 h 104"/>
                <a:gd name="T22" fmla="*/ 46 w 1096"/>
                <a:gd name="T23" fmla="*/ 104 h 104"/>
                <a:gd name="T24" fmla="*/ 38 w 1096"/>
                <a:gd name="T25" fmla="*/ 102 h 104"/>
                <a:gd name="T26" fmla="*/ 28 w 1096"/>
                <a:gd name="T27" fmla="*/ 98 h 104"/>
                <a:gd name="T28" fmla="*/ 20 w 1096"/>
                <a:gd name="T29" fmla="*/ 94 h 104"/>
                <a:gd name="T30" fmla="*/ 14 w 1096"/>
                <a:gd name="T31" fmla="*/ 88 h 104"/>
                <a:gd name="T32" fmla="*/ 8 w 1096"/>
                <a:gd name="T33" fmla="*/ 80 h 104"/>
                <a:gd name="T34" fmla="*/ 4 w 1096"/>
                <a:gd name="T35" fmla="*/ 72 h 104"/>
                <a:gd name="T36" fmla="*/ 0 w 1096"/>
                <a:gd name="T37" fmla="*/ 62 h 104"/>
                <a:gd name="T38" fmla="*/ 0 w 1096"/>
                <a:gd name="T39" fmla="*/ 52 h 104"/>
                <a:gd name="T40" fmla="*/ 0 w 1096"/>
                <a:gd name="T41" fmla="*/ 52 h 104"/>
                <a:gd name="T42" fmla="*/ 0 w 1096"/>
                <a:gd name="T43" fmla="*/ 52 h 104"/>
                <a:gd name="T44" fmla="*/ 0 w 1096"/>
                <a:gd name="T45" fmla="*/ 42 h 104"/>
                <a:gd name="T46" fmla="*/ 4 w 1096"/>
                <a:gd name="T47" fmla="*/ 32 h 104"/>
                <a:gd name="T48" fmla="*/ 8 w 1096"/>
                <a:gd name="T49" fmla="*/ 22 h 104"/>
                <a:gd name="T50" fmla="*/ 14 w 1096"/>
                <a:gd name="T51" fmla="*/ 16 h 104"/>
                <a:gd name="T52" fmla="*/ 20 w 1096"/>
                <a:gd name="T53" fmla="*/ 8 h 104"/>
                <a:gd name="T54" fmla="*/ 28 w 1096"/>
                <a:gd name="T55" fmla="*/ 4 h 104"/>
                <a:gd name="T56" fmla="*/ 38 w 1096"/>
                <a:gd name="T57" fmla="*/ 2 h 104"/>
                <a:gd name="T58" fmla="*/ 46 w 1096"/>
                <a:gd name="T59" fmla="*/ 0 h 104"/>
                <a:gd name="T60" fmla="*/ 1048 w 1096"/>
                <a:gd name="T61" fmla="*/ 0 h 104"/>
                <a:gd name="T62" fmla="*/ 1048 w 1096"/>
                <a:gd name="T63" fmla="*/ 0 h 104"/>
                <a:gd name="T64" fmla="*/ 1058 w 1096"/>
                <a:gd name="T65" fmla="*/ 2 h 104"/>
                <a:gd name="T66" fmla="*/ 1066 w 1096"/>
                <a:gd name="T67" fmla="*/ 4 h 104"/>
                <a:gd name="T68" fmla="*/ 1074 w 1096"/>
                <a:gd name="T69" fmla="*/ 8 h 104"/>
                <a:gd name="T70" fmla="*/ 1082 w 1096"/>
                <a:gd name="T71" fmla="*/ 16 h 104"/>
                <a:gd name="T72" fmla="*/ 1088 w 1096"/>
                <a:gd name="T73" fmla="*/ 22 h 104"/>
                <a:gd name="T74" fmla="*/ 1092 w 1096"/>
                <a:gd name="T75" fmla="*/ 32 h 104"/>
                <a:gd name="T76" fmla="*/ 1094 w 1096"/>
                <a:gd name="T77" fmla="*/ 42 h 104"/>
                <a:gd name="T78" fmla="*/ 1096 w 1096"/>
                <a:gd name="T79" fmla="*/ 52 h 104"/>
                <a:gd name="T80" fmla="*/ 1096 w 1096"/>
                <a:gd name="T8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96" h="104">
                  <a:moveTo>
                    <a:pt x="1096" y="52"/>
                  </a:moveTo>
                  <a:lnTo>
                    <a:pt x="1096" y="52"/>
                  </a:lnTo>
                  <a:lnTo>
                    <a:pt x="1094" y="62"/>
                  </a:lnTo>
                  <a:lnTo>
                    <a:pt x="1092" y="72"/>
                  </a:lnTo>
                  <a:lnTo>
                    <a:pt x="1088" y="80"/>
                  </a:lnTo>
                  <a:lnTo>
                    <a:pt x="1082" y="88"/>
                  </a:lnTo>
                  <a:lnTo>
                    <a:pt x="1074" y="94"/>
                  </a:lnTo>
                  <a:lnTo>
                    <a:pt x="1066" y="98"/>
                  </a:lnTo>
                  <a:lnTo>
                    <a:pt x="1058" y="102"/>
                  </a:lnTo>
                  <a:lnTo>
                    <a:pt x="1048" y="104"/>
                  </a:lnTo>
                  <a:lnTo>
                    <a:pt x="46" y="104"/>
                  </a:lnTo>
                  <a:lnTo>
                    <a:pt x="46" y="104"/>
                  </a:lnTo>
                  <a:lnTo>
                    <a:pt x="38" y="102"/>
                  </a:lnTo>
                  <a:lnTo>
                    <a:pt x="28" y="98"/>
                  </a:lnTo>
                  <a:lnTo>
                    <a:pt x="20" y="94"/>
                  </a:lnTo>
                  <a:lnTo>
                    <a:pt x="14" y="88"/>
                  </a:lnTo>
                  <a:lnTo>
                    <a:pt x="8" y="80"/>
                  </a:lnTo>
                  <a:lnTo>
                    <a:pt x="4" y="72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4" y="32"/>
                  </a:lnTo>
                  <a:lnTo>
                    <a:pt x="8" y="22"/>
                  </a:lnTo>
                  <a:lnTo>
                    <a:pt x="14" y="16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8" y="2"/>
                  </a:lnTo>
                  <a:lnTo>
                    <a:pt x="46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058" y="2"/>
                  </a:lnTo>
                  <a:lnTo>
                    <a:pt x="1066" y="4"/>
                  </a:lnTo>
                  <a:lnTo>
                    <a:pt x="1074" y="8"/>
                  </a:lnTo>
                  <a:lnTo>
                    <a:pt x="1082" y="16"/>
                  </a:lnTo>
                  <a:lnTo>
                    <a:pt x="1088" y="22"/>
                  </a:lnTo>
                  <a:lnTo>
                    <a:pt x="1092" y="32"/>
                  </a:lnTo>
                  <a:lnTo>
                    <a:pt x="1094" y="42"/>
                  </a:lnTo>
                  <a:lnTo>
                    <a:pt x="1096" y="52"/>
                  </a:lnTo>
                  <a:lnTo>
                    <a:pt x="1096" y="52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0" name="Freeform 12"/>
            <p:cNvSpPr>
              <a:spLocks/>
            </p:cNvSpPr>
            <p:nvPr/>
          </p:nvSpPr>
          <p:spPr bwMode="auto">
            <a:xfrm>
              <a:off x="11547474" y="3552825"/>
              <a:ext cx="2644775" cy="1673225"/>
            </a:xfrm>
            <a:custGeom>
              <a:avLst/>
              <a:gdLst>
                <a:gd name="T0" fmla="*/ 0 w 1666"/>
                <a:gd name="T1" fmla="*/ 0 h 1054"/>
                <a:gd name="T2" fmla="*/ 1666 w 1666"/>
                <a:gd name="T3" fmla="*/ 1054 h 1054"/>
                <a:gd name="T4" fmla="*/ 1348 w 1666"/>
                <a:gd name="T5" fmla="*/ 370 h 1054"/>
                <a:gd name="T6" fmla="*/ 622 w 1666"/>
                <a:gd name="T7" fmla="*/ 0 h 1054"/>
                <a:gd name="T8" fmla="*/ 0 w 1666"/>
                <a:gd name="T9" fmla="*/ 0 h 1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6" h="1054">
                  <a:moveTo>
                    <a:pt x="0" y="0"/>
                  </a:moveTo>
                  <a:lnTo>
                    <a:pt x="1666" y="1054"/>
                  </a:lnTo>
                  <a:lnTo>
                    <a:pt x="1348" y="370"/>
                  </a:lnTo>
                  <a:lnTo>
                    <a:pt x="6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8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1" name="Freeform 13"/>
            <p:cNvSpPr>
              <a:spLocks/>
            </p:cNvSpPr>
            <p:nvPr/>
          </p:nvSpPr>
          <p:spPr bwMode="auto">
            <a:xfrm>
              <a:off x="11547475" y="3552825"/>
              <a:ext cx="2644775" cy="1673225"/>
            </a:xfrm>
            <a:custGeom>
              <a:avLst/>
              <a:gdLst>
                <a:gd name="T0" fmla="*/ 0 w 1666"/>
                <a:gd name="T1" fmla="*/ 0 h 1054"/>
                <a:gd name="T2" fmla="*/ 1666 w 1666"/>
                <a:gd name="T3" fmla="*/ 1054 h 1054"/>
                <a:gd name="T4" fmla="*/ 1348 w 1666"/>
                <a:gd name="T5" fmla="*/ 370 h 1054"/>
                <a:gd name="T6" fmla="*/ 622 w 1666"/>
                <a:gd name="T7" fmla="*/ 0 h 1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6" h="1054">
                  <a:moveTo>
                    <a:pt x="0" y="0"/>
                  </a:moveTo>
                  <a:lnTo>
                    <a:pt x="1666" y="1054"/>
                  </a:lnTo>
                  <a:lnTo>
                    <a:pt x="1348" y="370"/>
                  </a:lnTo>
                  <a:lnTo>
                    <a:pt x="6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2" name="Freeform 14"/>
            <p:cNvSpPr>
              <a:spLocks/>
            </p:cNvSpPr>
            <p:nvPr/>
          </p:nvSpPr>
          <p:spPr bwMode="auto">
            <a:xfrm>
              <a:off x="10185400" y="4918075"/>
              <a:ext cx="4006850" cy="1181100"/>
            </a:xfrm>
            <a:custGeom>
              <a:avLst/>
              <a:gdLst>
                <a:gd name="T0" fmla="*/ 0 w 2524"/>
                <a:gd name="T1" fmla="*/ 0 h 744"/>
                <a:gd name="T2" fmla="*/ 2524 w 2524"/>
                <a:gd name="T3" fmla="*/ 318 h 744"/>
                <a:gd name="T4" fmla="*/ 2498 w 2524"/>
                <a:gd name="T5" fmla="*/ 662 h 744"/>
                <a:gd name="T6" fmla="*/ 0 w 2524"/>
                <a:gd name="T7" fmla="*/ 744 h 744"/>
                <a:gd name="T8" fmla="*/ 0 w 2524"/>
                <a:gd name="T9" fmla="*/ 0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4" h="744">
                  <a:moveTo>
                    <a:pt x="0" y="0"/>
                  </a:moveTo>
                  <a:lnTo>
                    <a:pt x="2524" y="318"/>
                  </a:lnTo>
                  <a:lnTo>
                    <a:pt x="2498" y="662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3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3" name="Freeform 15"/>
            <p:cNvSpPr>
              <a:spLocks/>
            </p:cNvSpPr>
            <p:nvPr/>
          </p:nvSpPr>
          <p:spPr bwMode="auto">
            <a:xfrm>
              <a:off x="10493375" y="4140200"/>
              <a:ext cx="3698875" cy="2911475"/>
            </a:xfrm>
            <a:custGeom>
              <a:avLst/>
              <a:gdLst>
                <a:gd name="T0" fmla="*/ 2012 w 2330"/>
                <a:gd name="T1" fmla="*/ 0 h 1834"/>
                <a:gd name="T2" fmla="*/ 0 w 2330"/>
                <a:gd name="T3" fmla="*/ 1674 h 1834"/>
                <a:gd name="T4" fmla="*/ 88 w 2330"/>
                <a:gd name="T5" fmla="*/ 1834 h 1834"/>
                <a:gd name="T6" fmla="*/ 2330 w 2330"/>
                <a:gd name="T7" fmla="*/ 684 h 1834"/>
                <a:gd name="T8" fmla="*/ 2012 w 2330"/>
                <a:gd name="T9" fmla="*/ 0 h 1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0" h="1834">
                  <a:moveTo>
                    <a:pt x="2012" y="0"/>
                  </a:moveTo>
                  <a:lnTo>
                    <a:pt x="0" y="1674"/>
                  </a:lnTo>
                  <a:lnTo>
                    <a:pt x="88" y="1834"/>
                  </a:lnTo>
                  <a:lnTo>
                    <a:pt x="2330" y="684"/>
                  </a:lnTo>
                  <a:lnTo>
                    <a:pt x="2012" y="0"/>
                  </a:lnTo>
                  <a:close/>
                </a:path>
              </a:pathLst>
            </a:custGeom>
            <a:solidFill>
              <a:srgbClr val="17A9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4" name="Freeform 16"/>
            <p:cNvSpPr>
              <a:spLocks/>
            </p:cNvSpPr>
            <p:nvPr/>
          </p:nvSpPr>
          <p:spPr bwMode="auto">
            <a:xfrm>
              <a:off x="10493375" y="4140200"/>
              <a:ext cx="3698875" cy="2911475"/>
            </a:xfrm>
            <a:custGeom>
              <a:avLst/>
              <a:gdLst>
                <a:gd name="T0" fmla="*/ 2012 w 2330"/>
                <a:gd name="T1" fmla="*/ 0 h 1834"/>
                <a:gd name="T2" fmla="*/ 0 w 2330"/>
                <a:gd name="T3" fmla="*/ 1674 h 1834"/>
                <a:gd name="T4" fmla="*/ 88 w 2330"/>
                <a:gd name="T5" fmla="*/ 1834 h 1834"/>
                <a:gd name="T6" fmla="*/ 2330 w 2330"/>
                <a:gd name="T7" fmla="*/ 684 h 1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834">
                  <a:moveTo>
                    <a:pt x="2012" y="0"/>
                  </a:moveTo>
                  <a:lnTo>
                    <a:pt x="0" y="1674"/>
                  </a:lnTo>
                  <a:lnTo>
                    <a:pt x="88" y="1834"/>
                  </a:lnTo>
                  <a:lnTo>
                    <a:pt x="2330" y="68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5" name="Freeform 17"/>
            <p:cNvSpPr>
              <a:spLocks/>
            </p:cNvSpPr>
            <p:nvPr/>
          </p:nvSpPr>
          <p:spPr bwMode="auto">
            <a:xfrm>
              <a:off x="10493375" y="6797675"/>
              <a:ext cx="2978150" cy="1190625"/>
            </a:xfrm>
            <a:custGeom>
              <a:avLst/>
              <a:gdLst>
                <a:gd name="T0" fmla="*/ 0 w 1876"/>
                <a:gd name="T1" fmla="*/ 0 h 750"/>
                <a:gd name="T2" fmla="*/ 1876 w 1876"/>
                <a:gd name="T3" fmla="*/ 400 h 750"/>
                <a:gd name="T4" fmla="*/ 1768 w 1876"/>
                <a:gd name="T5" fmla="*/ 750 h 750"/>
                <a:gd name="T6" fmla="*/ 88 w 1876"/>
                <a:gd name="T7" fmla="*/ 160 h 750"/>
                <a:gd name="T8" fmla="*/ 0 w 1876"/>
                <a:gd name="T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6" h="750">
                  <a:moveTo>
                    <a:pt x="0" y="0"/>
                  </a:moveTo>
                  <a:lnTo>
                    <a:pt x="1876" y="400"/>
                  </a:lnTo>
                  <a:lnTo>
                    <a:pt x="1768" y="750"/>
                  </a:lnTo>
                  <a:lnTo>
                    <a:pt x="88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6" name="Freeform 18"/>
            <p:cNvSpPr>
              <a:spLocks/>
            </p:cNvSpPr>
            <p:nvPr/>
          </p:nvSpPr>
          <p:spPr bwMode="auto">
            <a:xfrm>
              <a:off x="10902950" y="5422900"/>
              <a:ext cx="3289300" cy="2397125"/>
            </a:xfrm>
            <a:custGeom>
              <a:avLst/>
              <a:gdLst>
                <a:gd name="T0" fmla="*/ 2072 w 2072"/>
                <a:gd name="T1" fmla="*/ 0 h 1510"/>
                <a:gd name="T2" fmla="*/ 0 w 2072"/>
                <a:gd name="T3" fmla="*/ 1336 h 1510"/>
                <a:gd name="T4" fmla="*/ 48 w 2072"/>
                <a:gd name="T5" fmla="*/ 1510 h 1510"/>
                <a:gd name="T6" fmla="*/ 2046 w 2072"/>
                <a:gd name="T7" fmla="*/ 344 h 1510"/>
                <a:gd name="T8" fmla="*/ 2072 w 2072"/>
                <a:gd name="T9" fmla="*/ 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2" h="1510">
                  <a:moveTo>
                    <a:pt x="2072" y="0"/>
                  </a:moveTo>
                  <a:lnTo>
                    <a:pt x="0" y="1336"/>
                  </a:lnTo>
                  <a:lnTo>
                    <a:pt x="48" y="1510"/>
                  </a:lnTo>
                  <a:lnTo>
                    <a:pt x="2046" y="344"/>
                  </a:lnTo>
                  <a:lnTo>
                    <a:pt x="2072" y="0"/>
                  </a:lnTo>
                  <a:close/>
                </a:path>
              </a:pathLst>
            </a:custGeom>
            <a:solidFill>
              <a:srgbClr val="F8B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7" name="Freeform 19"/>
            <p:cNvSpPr>
              <a:spLocks/>
            </p:cNvSpPr>
            <p:nvPr/>
          </p:nvSpPr>
          <p:spPr bwMode="auto">
            <a:xfrm>
              <a:off x="10902950" y="5422900"/>
              <a:ext cx="3289300" cy="2397125"/>
            </a:xfrm>
            <a:custGeom>
              <a:avLst/>
              <a:gdLst>
                <a:gd name="T0" fmla="*/ 2072 w 2072"/>
                <a:gd name="T1" fmla="*/ 0 h 1510"/>
                <a:gd name="T2" fmla="*/ 0 w 2072"/>
                <a:gd name="T3" fmla="*/ 1336 h 1510"/>
                <a:gd name="T4" fmla="*/ 48 w 2072"/>
                <a:gd name="T5" fmla="*/ 1510 h 1510"/>
                <a:gd name="T6" fmla="*/ 2046 w 2072"/>
                <a:gd name="T7" fmla="*/ 344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2" h="1510">
                  <a:moveTo>
                    <a:pt x="2072" y="0"/>
                  </a:moveTo>
                  <a:lnTo>
                    <a:pt x="0" y="1336"/>
                  </a:lnTo>
                  <a:lnTo>
                    <a:pt x="48" y="1510"/>
                  </a:lnTo>
                  <a:lnTo>
                    <a:pt x="2046" y="34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8" name="Freeform 20"/>
            <p:cNvSpPr>
              <a:spLocks/>
            </p:cNvSpPr>
            <p:nvPr/>
          </p:nvSpPr>
          <p:spPr bwMode="auto">
            <a:xfrm>
              <a:off x="10902950" y="7543800"/>
              <a:ext cx="2251075" cy="1050925"/>
            </a:xfrm>
            <a:custGeom>
              <a:avLst/>
              <a:gdLst>
                <a:gd name="T0" fmla="*/ 0 w 1418"/>
                <a:gd name="T1" fmla="*/ 0 h 662"/>
                <a:gd name="T2" fmla="*/ 1418 w 1418"/>
                <a:gd name="T3" fmla="*/ 562 h 662"/>
                <a:gd name="T4" fmla="*/ 1342 w 1418"/>
                <a:gd name="T5" fmla="*/ 662 h 662"/>
                <a:gd name="T6" fmla="*/ 48 w 1418"/>
                <a:gd name="T7" fmla="*/ 174 h 662"/>
                <a:gd name="T8" fmla="*/ 0 w 1418"/>
                <a:gd name="T9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8" h="662">
                  <a:moveTo>
                    <a:pt x="0" y="0"/>
                  </a:moveTo>
                  <a:lnTo>
                    <a:pt x="1418" y="562"/>
                  </a:lnTo>
                  <a:lnTo>
                    <a:pt x="1342" y="662"/>
                  </a:lnTo>
                  <a:lnTo>
                    <a:pt x="48" y="1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98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9" name="Freeform 21"/>
            <p:cNvSpPr>
              <a:spLocks/>
            </p:cNvSpPr>
            <p:nvPr/>
          </p:nvSpPr>
          <p:spPr bwMode="auto">
            <a:xfrm>
              <a:off x="10185400" y="3552825"/>
              <a:ext cx="2349500" cy="2546350"/>
            </a:xfrm>
            <a:custGeom>
              <a:avLst/>
              <a:gdLst>
                <a:gd name="T0" fmla="*/ 858 w 1480"/>
                <a:gd name="T1" fmla="*/ 0 h 1604"/>
                <a:gd name="T2" fmla="*/ 0 w 1480"/>
                <a:gd name="T3" fmla="*/ 860 h 1604"/>
                <a:gd name="T4" fmla="*/ 0 w 1480"/>
                <a:gd name="T5" fmla="*/ 1604 h 1604"/>
                <a:gd name="T6" fmla="*/ 1480 w 1480"/>
                <a:gd name="T7" fmla="*/ 0 h 1604"/>
                <a:gd name="T8" fmla="*/ 858 w 1480"/>
                <a:gd name="T9" fmla="*/ 0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0" h="1604">
                  <a:moveTo>
                    <a:pt x="858" y="0"/>
                  </a:moveTo>
                  <a:lnTo>
                    <a:pt x="0" y="860"/>
                  </a:lnTo>
                  <a:lnTo>
                    <a:pt x="0" y="1604"/>
                  </a:lnTo>
                  <a:lnTo>
                    <a:pt x="1480" y="0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rgbClr val="D44E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0" name="Freeform 22"/>
            <p:cNvSpPr>
              <a:spLocks/>
            </p:cNvSpPr>
            <p:nvPr/>
          </p:nvSpPr>
          <p:spPr bwMode="auto">
            <a:xfrm>
              <a:off x="11201400" y="7432675"/>
              <a:ext cx="2270125" cy="1162050"/>
            </a:xfrm>
            <a:custGeom>
              <a:avLst/>
              <a:gdLst>
                <a:gd name="T0" fmla="*/ 90 w 1430"/>
                <a:gd name="T1" fmla="*/ 732 h 732"/>
                <a:gd name="T2" fmla="*/ 1322 w 1430"/>
                <a:gd name="T3" fmla="*/ 350 h 732"/>
                <a:gd name="T4" fmla="*/ 1430 w 1430"/>
                <a:gd name="T5" fmla="*/ 0 h 732"/>
                <a:gd name="T6" fmla="*/ 0 w 1430"/>
                <a:gd name="T7" fmla="*/ 646 h 732"/>
                <a:gd name="T8" fmla="*/ 90 w 143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0" h="732">
                  <a:moveTo>
                    <a:pt x="90" y="732"/>
                  </a:moveTo>
                  <a:lnTo>
                    <a:pt x="1322" y="350"/>
                  </a:lnTo>
                  <a:lnTo>
                    <a:pt x="1430" y="0"/>
                  </a:lnTo>
                  <a:lnTo>
                    <a:pt x="0" y="646"/>
                  </a:lnTo>
                  <a:lnTo>
                    <a:pt x="90" y="732"/>
                  </a:lnTo>
                  <a:close/>
                </a:path>
              </a:pathLst>
            </a:custGeom>
            <a:solidFill>
              <a:srgbClr val="3E59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1" name="Freeform 23"/>
            <p:cNvSpPr>
              <a:spLocks/>
            </p:cNvSpPr>
            <p:nvPr/>
          </p:nvSpPr>
          <p:spPr bwMode="auto">
            <a:xfrm>
              <a:off x="11201400" y="8435975"/>
              <a:ext cx="1952625" cy="158750"/>
            </a:xfrm>
            <a:custGeom>
              <a:avLst/>
              <a:gdLst>
                <a:gd name="T0" fmla="*/ 0 w 1230"/>
                <a:gd name="T1" fmla="*/ 14 h 100"/>
                <a:gd name="T2" fmla="*/ 1230 w 1230"/>
                <a:gd name="T3" fmla="*/ 0 h 100"/>
                <a:gd name="T4" fmla="*/ 1154 w 1230"/>
                <a:gd name="T5" fmla="*/ 100 h 100"/>
                <a:gd name="T6" fmla="*/ 90 w 1230"/>
                <a:gd name="T7" fmla="*/ 100 h 100"/>
                <a:gd name="T8" fmla="*/ 0 w 1230"/>
                <a:gd name="T9" fmla="*/ 1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0" h="100">
                  <a:moveTo>
                    <a:pt x="0" y="14"/>
                  </a:moveTo>
                  <a:lnTo>
                    <a:pt x="1230" y="0"/>
                  </a:lnTo>
                  <a:lnTo>
                    <a:pt x="1154" y="100"/>
                  </a:lnTo>
                  <a:lnTo>
                    <a:pt x="90" y="10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098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63" name="Text Placeholder 23">
            <a:extLst>
              <a:ext uri="{FF2B5EF4-FFF2-40B4-BE49-F238E27FC236}">
                <a16:creationId xmlns:a16="http://schemas.microsoft.com/office/drawing/2014/main" id="{3BF78320-9E5E-4277-8438-26A0DF9B07A8}"/>
              </a:ext>
            </a:extLst>
          </p:cNvPr>
          <p:cNvSpPr txBox="1">
            <a:spLocks/>
          </p:cNvSpPr>
          <p:nvPr/>
        </p:nvSpPr>
        <p:spPr>
          <a:xfrm>
            <a:off x="2412889" y="5640538"/>
            <a:ext cx="2253803" cy="889688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MÓDULO EVALUACIÓN DE SOLICITUDES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64" name="Rectangle 159">
            <a:extLst>
              <a:ext uri="{FF2B5EF4-FFF2-40B4-BE49-F238E27FC236}">
                <a16:creationId xmlns:a16="http://schemas.microsoft.com/office/drawing/2014/main" id="{686A8DDB-7B5E-4BE7-A8BE-D769D6A706EE}"/>
              </a:ext>
            </a:extLst>
          </p:cNvPr>
          <p:cNvSpPr/>
          <p:nvPr/>
        </p:nvSpPr>
        <p:spPr>
          <a:xfrm rot="16200000">
            <a:off x="6767453" y="3497924"/>
            <a:ext cx="1008000" cy="72000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AB8F596A-98BA-4074-A599-25A7A413A0D9}"/>
              </a:ext>
            </a:extLst>
          </p:cNvPr>
          <p:cNvGrpSpPr/>
          <p:nvPr/>
        </p:nvGrpSpPr>
        <p:grpSpPr>
          <a:xfrm>
            <a:off x="6821453" y="2458895"/>
            <a:ext cx="900000" cy="900000"/>
            <a:chOff x="10854001" y="4803114"/>
            <a:chExt cx="900000" cy="900000"/>
          </a:xfrm>
        </p:grpSpPr>
        <p:sp>
          <p:nvSpPr>
            <p:cNvPr id="66" name="Conector 187">
              <a:extLst>
                <a:ext uri="{FF2B5EF4-FFF2-40B4-BE49-F238E27FC236}">
                  <a16:creationId xmlns:a16="http://schemas.microsoft.com/office/drawing/2014/main" id="{FD1BF62F-336D-4703-B490-8B8D3867D63F}"/>
                </a:ext>
              </a:extLst>
            </p:cNvPr>
            <p:cNvSpPr/>
            <p:nvPr/>
          </p:nvSpPr>
          <p:spPr>
            <a:xfrm>
              <a:off x="10854001" y="4803114"/>
              <a:ext cx="900000" cy="900000"/>
            </a:xfrm>
            <a:prstGeom prst="flowChartConnector">
              <a:avLst/>
            </a:prstGeom>
            <a:solidFill>
              <a:srgbClr val="2C3F5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7" name="Shape 3664">
              <a:extLst>
                <a:ext uri="{FF2B5EF4-FFF2-40B4-BE49-F238E27FC236}">
                  <a16:creationId xmlns:a16="http://schemas.microsoft.com/office/drawing/2014/main" id="{21CBE572-7C3A-4859-B72C-F080AB7DE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8753" y="5004196"/>
              <a:ext cx="470496" cy="497836"/>
            </a:xfrm>
            <a:custGeom>
              <a:avLst/>
              <a:gdLst>
                <a:gd name="T0" fmla="*/ 308836604 w 21600"/>
                <a:gd name="T1" fmla="*/ 308836604 h 21600"/>
                <a:gd name="T2" fmla="*/ 308836604 w 21600"/>
                <a:gd name="T3" fmla="*/ 308836604 h 21600"/>
                <a:gd name="T4" fmla="*/ 308836604 w 21600"/>
                <a:gd name="T5" fmla="*/ 308836604 h 21600"/>
                <a:gd name="T6" fmla="*/ 308836604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14727"/>
                  </a:moveTo>
                  <a:cubicBezTo>
                    <a:pt x="8631" y="14727"/>
                    <a:pt x="6873" y="12969"/>
                    <a:pt x="6873" y="10800"/>
                  </a:cubicBezTo>
                  <a:cubicBezTo>
                    <a:pt x="6873" y="8631"/>
                    <a:pt x="8631" y="6873"/>
                    <a:pt x="10800" y="6873"/>
                  </a:cubicBezTo>
                  <a:cubicBezTo>
                    <a:pt x="12969" y="6873"/>
                    <a:pt x="14727" y="8631"/>
                    <a:pt x="14727" y="10800"/>
                  </a:cubicBezTo>
                  <a:cubicBezTo>
                    <a:pt x="14727" y="12969"/>
                    <a:pt x="12969" y="14727"/>
                    <a:pt x="10800" y="14727"/>
                  </a:cubicBezTo>
                  <a:moveTo>
                    <a:pt x="10800" y="5891"/>
                  </a:moveTo>
                  <a:cubicBezTo>
                    <a:pt x="8088" y="5891"/>
                    <a:pt x="5891" y="8089"/>
                    <a:pt x="5891" y="10800"/>
                  </a:cubicBezTo>
                  <a:cubicBezTo>
                    <a:pt x="5891" y="13512"/>
                    <a:pt x="8088" y="15709"/>
                    <a:pt x="10800" y="15709"/>
                  </a:cubicBezTo>
                  <a:cubicBezTo>
                    <a:pt x="13512" y="15709"/>
                    <a:pt x="15709" y="13512"/>
                    <a:pt x="15709" y="10800"/>
                  </a:cubicBezTo>
                  <a:cubicBezTo>
                    <a:pt x="15709" y="8089"/>
                    <a:pt x="13512" y="5891"/>
                    <a:pt x="10800" y="5891"/>
                  </a:cubicBezTo>
                  <a:moveTo>
                    <a:pt x="20618" y="12013"/>
                  </a:moveTo>
                  <a:cubicBezTo>
                    <a:pt x="20614" y="12014"/>
                    <a:pt x="20611" y="12016"/>
                    <a:pt x="20607" y="12017"/>
                  </a:cubicBezTo>
                  <a:lnTo>
                    <a:pt x="19602" y="12268"/>
                  </a:lnTo>
                  <a:cubicBezTo>
                    <a:pt x="19256" y="12354"/>
                    <a:pt x="18984" y="12622"/>
                    <a:pt x="18892" y="12966"/>
                  </a:cubicBezTo>
                  <a:cubicBezTo>
                    <a:pt x="18703" y="13673"/>
                    <a:pt x="18421" y="14351"/>
                    <a:pt x="18053" y="14986"/>
                  </a:cubicBezTo>
                  <a:cubicBezTo>
                    <a:pt x="17873" y="15295"/>
                    <a:pt x="17876" y="15677"/>
                    <a:pt x="18060" y="15984"/>
                  </a:cubicBezTo>
                  <a:lnTo>
                    <a:pt x="18601" y="16885"/>
                  </a:lnTo>
                  <a:lnTo>
                    <a:pt x="16886" y="18600"/>
                  </a:lnTo>
                  <a:cubicBezTo>
                    <a:pt x="16882" y="18599"/>
                    <a:pt x="16878" y="18597"/>
                    <a:pt x="16875" y="18595"/>
                  </a:cubicBezTo>
                  <a:lnTo>
                    <a:pt x="15978" y="18057"/>
                  </a:lnTo>
                  <a:cubicBezTo>
                    <a:pt x="15822" y="17964"/>
                    <a:pt x="15648" y="17917"/>
                    <a:pt x="15473" y="17917"/>
                  </a:cubicBezTo>
                  <a:cubicBezTo>
                    <a:pt x="15304" y="17917"/>
                    <a:pt x="15134" y="17961"/>
                    <a:pt x="14982" y="18049"/>
                  </a:cubicBezTo>
                  <a:cubicBezTo>
                    <a:pt x="14348" y="18415"/>
                    <a:pt x="13671" y="18696"/>
                    <a:pt x="12968" y="18884"/>
                  </a:cubicBezTo>
                  <a:cubicBezTo>
                    <a:pt x="12624" y="18976"/>
                    <a:pt x="12356" y="19248"/>
                    <a:pt x="12269" y="19594"/>
                  </a:cubicBezTo>
                  <a:lnTo>
                    <a:pt x="12016" y="20608"/>
                  </a:lnTo>
                  <a:cubicBezTo>
                    <a:pt x="12015" y="20611"/>
                    <a:pt x="12014" y="20614"/>
                    <a:pt x="12012" y="20619"/>
                  </a:cubicBezTo>
                  <a:lnTo>
                    <a:pt x="9587" y="20619"/>
                  </a:lnTo>
                  <a:lnTo>
                    <a:pt x="9331" y="19594"/>
                  </a:lnTo>
                  <a:cubicBezTo>
                    <a:pt x="9244" y="19248"/>
                    <a:pt x="8976" y="18976"/>
                    <a:pt x="8632" y="18884"/>
                  </a:cubicBezTo>
                  <a:cubicBezTo>
                    <a:pt x="7929" y="18696"/>
                    <a:pt x="7251" y="18415"/>
                    <a:pt x="6617" y="18049"/>
                  </a:cubicBezTo>
                  <a:cubicBezTo>
                    <a:pt x="6465" y="17961"/>
                    <a:pt x="6296" y="17917"/>
                    <a:pt x="6127" y="17917"/>
                  </a:cubicBezTo>
                  <a:cubicBezTo>
                    <a:pt x="5951" y="17917"/>
                    <a:pt x="5777" y="17964"/>
                    <a:pt x="5621" y="18057"/>
                  </a:cubicBezTo>
                  <a:lnTo>
                    <a:pt x="4725" y="18595"/>
                  </a:lnTo>
                  <a:cubicBezTo>
                    <a:pt x="4722" y="18597"/>
                    <a:pt x="4718" y="18599"/>
                    <a:pt x="4714" y="18600"/>
                  </a:cubicBezTo>
                  <a:lnTo>
                    <a:pt x="3000" y="16885"/>
                  </a:lnTo>
                  <a:lnTo>
                    <a:pt x="3540" y="15983"/>
                  </a:lnTo>
                  <a:cubicBezTo>
                    <a:pt x="3724" y="15677"/>
                    <a:pt x="3727" y="15295"/>
                    <a:pt x="3548" y="14986"/>
                  </a:cubicBezTo>
                  <a:cubicBezTo>
                    <a:pt x="3179" y="14351"/>
                    <a:pt x="2897" y="13672"/>
                    <a:pt x="2708" y="12966"/>
                  </a:cubicBezTo>
                  <a:cubicBezTo>
                    <a:pt x="2616" y="12622"/>
                    <a:pt x="2343" y="12354"/>
                    <a:pt x="1998" y="12268"/>
                  </a:cubicBezTo>
                  <a:lnTo>
                    <a:pt x="993" y="12017"/>
                  </a:lnTo>
                  <a:cubicBezTo>
                    <a:pt x="989" y="12016"/>
                    <a:pt x="986" y="12014"/>
                    <a:pt x="982" y="12013"/>
                  </a:cubicBezTo>
                  <a:lnTo>
                    <a:pt x="982" y="9587"/>
                  </a:lnTo>
                  <a:lnTo>
                    <a:pt x="1998" y="9333"/>
                  </a:lnTo>
                  <a:cubicBezTo>
                    <a:pt x="2343" y="9247"/>
                    <a:pt x="2616" y="8979"/>
                    <a:pt x="2708" y="8634"/>
                  </a:cubicBezTo>
                  <a:cubicBezTo>
                    <a:pt x="2897" y="7928"/>
                    <a:pt x="3179" y="7250"/>
                    <a:pt x="3548" y="6615"/>
                  </a:cubicBezTo>
                  <a:cubicBezTo>
                    <a:pt x="3727" y="6305"/>
                    <a:pt x="3724" y="5924"/>
                    <a:pt x="3540" y="5617"/>
                  </a:cubicBezTo>
                  <a:lnTo>
                    <a:pt x="3005" y="4725"/>
                  </a:lnTo>
                  <a:cubicBezTo>
                    <a:pt x="3004" y="4722"/>
                    <a:pt x="3002" y="4718"/>
                    <a:pt x="3000" y="4714"/>
                  </a:cubicBezTo>
                  <a:lnTo>
                    <a:pt x="4715" y="3000"/>
                  </a:lnTo>
                  <a:lnTo>
                    <a:pt x="5621" y="3544"/>
                  </a:lnTo>
                  <a:cubicBezTo>
                    <a:pt x="5777" y="3637"/>
                    <a:pt x="5951" y="3683"/>
                    <a:pt x="6127" y="3683"/>
                  </a:cubicBezTo>
                  <a:cubicBezTo>
                    <a:pt x="6296" y="3683"/>
                    <a:pt x="6465" y="3640"/>
                    <a:pt x="6618" y="3551"/>
                  </a:cubicBezTo>
                  <a:cubicBezTo>
                    <a:pt x="7251" y="3185"/>
                    <a:pt x="7929" y="2904"/>
                    <a:pt x="8632" y="2717"/>
                  </a:cubicBezTo>
                  <a:cubicBezTo>
                    <a:pt x="8976" y="2624"/>
                    <a:pt x="9244" y="2353"/>
                    <a:pt x="9331" y="2007"/>
                  </a:cubicBezTo>
                  <a:lnTo>
                    <a:pt x="9587" y="982"/>
                  </a:lnTo>
                  <a:lnTo>
                    <a:pt x="12012" y="982"/>
                  </a:lnTo>
                  <a:cubicBezTo>
                    <a:pt x="12014" y="986"/>
                    <a:pt x="12015" y="989"/>
                    <a:pt x="12016" y="993"/>
                  </a:cubicBezTo>
                  <a:lnTo>
                    <a:pt x="12269" y="2007"/>
                  </a:lnTo>
                  <a:cubicBezTo>
                    <a:pt x="12356" y="2353"/>
                    <a:pt x="12624" y="2624"/>
                    <a:pt x="12968" y="2717"/>
                  </a:cubicBezTo>
                  <a:cubicBezTo>
                    <a:pt x="13671" y="2904"/>
                    <a:pt x="14348" y="3185"/>
                    <a:pt x="14982" y="3551"/>
                  </a:cubicBezTo>
                  <a:cubicBezTo>
                    <a:pt x="15134" y="3640"/>
                    <a:pt x="15304" y="3683"/>
                    <a:pt x="15473" y="3683"/>
                  </a:cubicBezTo>
                  <a:cubicBezTo>
                    <a:pt x="15648" y="3683"/>
                    <a:pt x="15822" y="3637"/>
                    <a:pt x="15978" y="3544"/>
                  </a:cubicBezTo>
                  <a:lnTo>
                    <a:pt x="16884" y="3000"/>
                  </a:lnTo>
                  <a:lnTo>
                    <a:pt x="18600" y="4714"/>
                  </a:lnTo>
                  <a:cubicBezTo>
                    <a:pt x="18598" y="4718"/>
                    <a:pt x="18597" y="4722"/>
                    <a:pt x="18595" y="4726"/>
                  </a:cubicBezTo>
                  <a:lnTo>
                    <a:pt x="18060" y="5617"/>
                  </a:lnTo>
                  <a:cubicBezTo>
                    <a:pt x="17876" y="5924"/>
                    <a:pt x="17873" y="6305"/>
                    <a:pt x="18053" y="6615"/>
                  </a:cubicBezTo>
                  <a:cubicBezTo>
                    <a:pt x="18421" y="7249"/>
                    <a:pt x="18703" y="7928"/>
                    <a:pt x="18892" y="8634"/>
                  </a:cubicBezTo>
                  <a:cubicBezTo>
                    <a:pt x="18984" y="8979"/>
                    <a:pt x="19256" y="9247"/>
                    <a:pt x="19602" y="9333"/>
                  </a:cubicBezTo>
                  <a:lnTo>
                    <a:pt x="20618" y="9587"/>
                  </a:lnTo>
                  <a:cubicBezTo>
                    <a:pt x="20618" y="9587"/>
                    <a:pt x="20618" y="12013"/>
                    <a:pt x="20618" y="12013"/>
                  </a:cubicBezTo>
                  <a:close/>
                  <a:moveTo>
                    <a:pt x="20880" y="8641"/>
                  </a:moveTo>
                  <a:lnTo>
                    <a:pt x="19841" y="8380"/>
                  </a:lnTo>
                  <a:cubicBezTo>
                    <a:pt x="19626" y="7580"/>
                    <a:pt x="19308" y="6822"/>
                    <a:pt x="18902" y="6122"/>
                  </a:cubicBezTo>
                  <a:lnTo>
                    <a:pt x="19455" y="5201"/>
                  </a:lnTo>
                  <a:cubicBezTo>
                    <a:pt x="19625" y="4871"/>
                    <a:pt x="19736" y="4463"/>
                    <a:pt x="19455" y="4182"/>
                  </a:cubicBezTo>
                  <a:lnTo>
                    <a:pt x="17419" y="2146"/>
                  </a:lnTo>
                  <a:cubicBezTo>
                    <a:pt x="17292" y="2018"/>
                    <a:pt x="17136" y="1968"/>
                    <a:pt x="16975" y="1968"/>
                  </a:cubicBezTo>
                  <a:cubicBezTo>
                    <a:pt x="16778" y="1968"/>
                    <a:pt x="16572" y="2043"/>
                    <a:pt x="16400" y="2146"/>
                  </a:cubicBezTo>
                  <a:lnTo>
                    <a:pt x="15473" y="2702"/>
                  </a:lnTo>
                  <a:cubicBezTo>
                    <a:pt x="14775" y="2298"/>
                    <a:pt x="14020" y="1982"/>
                    <a:pt x="13222" y="1768"/>
                  </a:cubicBezTo>
                  <a:lnTo>
                    <a:pt x="12960" y="720"/>
                  </a:lnTo>
                  <a:cubicBezTo>
                    <a:pt x="12848" y="367"/>
                    <a:pt x="12638" y="0"/>
                    <a:pt x="12240" y="0"/>
                  </a:cubicBezTo>
                  <a:lnTo>
                    <a:pt x="9360" y="0"/>
                  </a:lnTo>
                  <a:cubicBezTo>
                    <a:pt x="8962" y="0"/>
                    <a:pt x="8730" y="367"/>
                    <a:pt x="8640" y="720"/>
                  </a:cubicBezTo>
                  <a:lnTo>
                    <a:pt x="8378" y="1768"/>
                  </a:lnTo>
                  <a:cubicBezTo>
                    <a:pt x="7580" y="1982"/>
                    <a:pt x="6825" y="2298"/>
                    <a:pt x="6127" y="2702"/>
                  </a:cubicBezTo>
                  <a:lnTo>
                    <a:pt x="5200" y="2146"/>
                  </a:lnTo>
                  <a:cubicBezTo>
                    <a:pt x="5028" y="2043"/>
                    <a:pt x="4822" y="1968"/>
                    <a:pt x="4625" y="1968"/>
                  </a:cubicBezTo>
                  <a:cubicBezTo>
                    <a:pt x="4464" y="1968"/>
                    <a:pt x="4308" y="2018"/>
                    <a:pt x="4181" y="2146"/>
                  </a:cubicBezTo>
                  <a:lnTo>
                    <a:pt x="2145" y="4182"/>
                  </a:lnTo>
                  <a:cubicBezTo>
                    <a:pt x="1864" y="4463"/>
                    <a:pt x="1975" y="4871"/>
                    <a:pt x="2145" y="5201"/>
                  </a:cubicBezTo>
                  <a:lnTo>
                    <a:pt x="2698" y="6122"/>
                  </a:lnTo>
                  <a:cubicBezTo>
                    <a:pt x="2292" y="6822"/>
                    <a:pt x="1973" y="7580"/>
                    <a:pt x="1759" y="8380"/>
                  </a:cubicBezTo>
                  <a:lnTo>
                    <a:pt x="720" y="8641"/>
                  </a:lnTo>
                  <a:cubicBezTo>
                    <a:pt x="367" y="8730"/>
                    <a:pt x="0" y="8963"/>
                    <a:pt x="0" y="9361"/>
                  </a:cubicBezTo>
                  <a:lnTo>
                    <a:pt x="0" y="12240"/>
                  </a:lnTo>
                  <a:cubicBezTo>
                    <a:pt x="0" y="12638"/>
                    <a:pt x="367" y="12848"/>
                    <a:pt x="720" y="12960"/>
                  </a:cubicBezTo>
                  <a:lnTo>
                    <a:pt x="1759" y="13220"/>
                  </a:lnTo>
                  <a:cubicBezTo>
                    <a:pt x="1973" y="14021"/>
                    <a:pt x="2292" y="14778"/>
                    <a:pt x="2698" y="15479"/>
                  </a:cubicBezTo>
                  <a:lnTo>
                    <a:pt x="2145" y="16400"/>
                  </a:lnTo>
                  <a:cubicBezTo>
                    <a:pt x="1959" y="16714"/>
                    <a:pt x="1864" y="17138"/>
                    <a:pt x="2145" y="17419"/>
                  </a:cubicBezTo>
                  <a:lnTo>
                    <a:pt x="4181" y="19455"/>
                  </a:lnTo>
                  <a:cubicBezTo>
                    <a:pt x="4305" y="19579"/>
                    <a:pt x="4454" y="19627"/>
                    <a:pt x="4610" y="19627"/>
                  </a:cubicBezTo>
                  <a:cubicBezTo>
                    <a:pt x="4807" y="19627"/>
                    <a:pt x="5016" y="19550"/>
                    <a:pt x="5200" y="19455"/>
                  </a:cubicBezTo>
                  <a:lnTo>
                    <a:pt x="6127" y="18899"/>
                  </a:lnTo>
                  <a:cubicBezTo>
                    <a:pt x="6825" y="19303"/>
                    <a:pt x="7580" y="19619"/>
                    <a:pt x="8378" y="19832"/>
                  </a:cubicBezTo>
                  <a:lnTo>
                    <a:pt x="8640" y="20880"/>
                  </a:lnTo>
                  <a:cubicBezTo>
                    <a:pt x="8730" y="21233"/>
                    <a:pt x="8962" y="21600"/>
                    <a:pt x="9360" y="21600"/>
                  </a:cubicBezTo>
                  <a:lnTo>
                    <a:pt x="12240" y="21600"/>
                  </a:lnTo>
                  <a:cubicBezTo>
                    <a:pt x="12638" y="21600"/>
                    <a:pt x="12848" y="21233"/>
                    <a:pt x="12960" y="20880"/>
                  </a:cubicBezTo>
                  <a:lnTo>
                    <a:pt x="13222" y="19832"/>
                  </a:lnTo>
                  <a:cubicBezTo>
                    <a:pt x="14020" y="19619"/>
                    <a:pt x="14775" y="19303"/>
                    <a:pt x="15473" y="18899"/>
                  </a:cubicBezTo>
                  <a:lnTo>
                    <a:pt x="16400" y="19455"/>
                  </a:lnTo>
                  <a:cubicBezTo>
                    <a:pt x="16584" y="19550"/>
                    <a:pt x="16793" y="19627"/>
                    <a:pt x="16990" y="19627"/>
                  </a:cubicBezTo>
                  <a:cubicBezTo>
                    <a:pt x="17146" y="19627"/>
                    <a:pt x="17294" y="19579"/>
                    <a:pt x="17419" y="19455"/>
                  </a:cubicBezTo>
                  <a:lnTo>
                    <a:pt x="19455" y="17419"/>
                  </a:lnTo>
                  <a:cubicBezTo>
                    <a:pt x="19736" y="17138"/>
                    <a:pt x="19641" y="16714"/>
                    <a:pt x="19455" y="16400"/>
                  </a:cubicBezTo>
                  <a:lnTo>
                    <a:pt x="18902" y="15479"/>
                  </a:lnTo>
                  <a:cubicBezTo>
                    <a:pt x="19308" y="14778"/>
                    <a:pt x="19626" y="14021"/>
                    <a:pt x="19841" y="13220"/>
                  </a:cubicBezTo>
                  <a:lnTo>
                    <a:pt x="20880" y="12960"/>
                  </a:lnTo>
                  <a:cubicBezTo>
                    <a:pt x="21233" y="12848"/>
                    <a:pt x="21600" y="12638"/>
                    <a:pt x="21600" y="12240"/>
                  </a:cubicBezTo>
                  <a:lnTo>
                    <a:pt x="21600" y="9361"/>
                  </a:lnTo>
                  <a:cubicBezTo>
                    <a:pt x="21600" y="8963"/>
                    <a:pt x="21233" y="8730"/>
                    <a:pt x="20880" y="864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sp>
        <p:nvSpPr>
          <p:cNvPr id="68" name="Text Placeholder 23">
            <a:extLst>
              <a:ext uri="{FF2B5EF4-FFF2-40B4-BE49-F238E27FC236}">
                <a16:creationId xmlns:a16="http://schemas.microsoft.com/office/drawing/2014/main" id="{C69B0507-3E76-4094-B0B9-5527E286780A}"/>
              </a:ext>
            </a:extLst>
          </p:cNvPr>
          <p:cNvSpPr txBox="1">
            <a:spLocks/>
          </p:cNvSpPr>
          <p:nvPr/>
        </p:nvSpPr>
        <p:spPr>
          <a:xfrm>
            <a:off x="6065453" y="1494950"/>
            <a:ext cx="2412000" cy="90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MÓDULO EMPRESA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69" name="Rectangle 159">
            <a:extLst>
              <a:ext uri="{FF2B5EF4-FFF2-40B4-BE49-F238E27FC236}">
                <a16:creationId xmlns:a16="http://schemas.microsoft.com/office/drawing/2014/main" id="{6DD1A8EF-83C7-4ACD-9578-6E0FBCB7F70E}"/>
              </a:ext>
            </a:extLst>
          </p:cNvPr>
          <p:cNvSpPr/>
          <p:nvPr/>
        </p:nvSpPr>
        <p:spPr>
          <a:xfrm rot="16200000">
            <a:off x="8218518" y="4460823"/>
            <a:ext cx="1008000" cy="72000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Placeholder 23">
            <a:extLst>
              <a:ext uri="{FF2B5EF4-FFF2-40B4-BE49-F238E27FC236}">
                <a16:creationId xmlns:a16="http://schemas.microsoft.com/office/drawing/2014/main" id="{00B29F6E-575B-4D85-9FE9-3D2F9F9A0567}"/>
              </a:ext>
            </a:extLst>
          </p:cNvPr>
          <p:cNvSpPr txBox="1">
            <a:spLocks/>
          </p:cNvSpPr>
          <p:nvPr/>
        </p:nvSpPr>
        <p:spPr>
          <a:xfrm>
            <a:off x="7516518" y="5591722"/>
            <a:ext cx="2412000" cy="90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MÓDULO ADMINISTRADOR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71" name="Conector 194">
            <a:extLst>
              <a:ext uri="{FF2B5EF4-FFF2-40B4-BE49-F238E27FC236}">
                <a16:creationId xmlns:a16="http://schemas.microsoft.com/office/drawing/2014/main" id="{3863D1D6-C433-4046-A21E-60D564235B41}"/>
              </a:ext>
            </a:extLst>
          </p:cNvPr>
          <p:cNvSpPr/>
          <p:nvPr/>
        </p:nvSpPr>
        <p:spPr>
          <a:xfrm>
            <a:off x="8272518" y="4631423"/>
            <a:ext cx="900000" cy="900000"/>
          </a:xfrm>
          <a:prstGeom prst="flowChartConnector">
            <a:avLst/>
          </a:prstGeom>
          <a:solidFill>
            <a:srgbClr val="52BFA5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Shape 3661">
            <a:extLst>
              <a:ext uri="{FF2B5EF4-FFF2-40B4-BE49-F238E27FC236}">
                <a16:creationId xmlns:a16="http://schemas.microsoft.com/office/drawing/2014/main" id="{47F7053A-65BF-4E27-BC30-72649EF14D2C}"/>
              </a:ext>
            </a:extLst>
          </p:cNvPr>
          <p:cNvSpPr>
            <a:spLocks/>
          </p:cNvSpPr>
          <p:nvPr/>
        </p:nvSpPr>
        <p:spPr bwMode="auto">
          <a:xfrm>
            <a:off x="8488904" y="4892878"/>
            <a:ext cx="467228" cy="452945"/>
          </a:xfrm>
          <a:custGeom>
            <a:avLst/>
            <a:gdLst>
              <a:gd name="T0" fmla="*/ 303629969 w 21600"/>
              <a:gd name="T1" fmla="*/ 211308397 h 21600"/>
              <a:gd name="T2" fmla="*/ 303629969 w 21600"/>
              <a:gd name="T3" fmla="*/ 211308397 h 21600"/>
              <a:gd name="T4" fmla="*/ 303629969 w 21600"/>
              <a:gd name="T5" fmla="*/ 211308397 h 21600"/>
              <a:gd name="T6" fmla="*/ 303629969 w 21600"/>
              <a:gd name="T7" fmla="*/ 211308397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7182" y="12419"/>
                </a:moveTo>
                <a:cubicBezTo>
                  <a:pt x="16368" y="12419"/>
                  <a:pt x="15709" y="11695"/>
                  <a:pt x="15709" y="10799"/>
                </a:cubicBezTo>
                <a:cubicBezTo>
                  <a:pt x="15709" y="9905"/>
                  <a:pt x="16368" y="9180"/>
                  <a:pt x="17182" y="9180"/>
                </a:cubicBezTo>
                <a:cubicBezTo>
                  <a:pt x="17995" y="9180"/>
                  <a:pt x="18655" y="9905"/>
                  <a:pt x="18655" y="10799"/>
                </a:cubicBezTo>
                <a:cubicBezTo>
                  <a:pt x="18655" y="11695"/>
                  <a:pt x="17995" y="12419"/>
                  <a:pt x="17182" y="12419"/>
                </a:cubicBezTo>
                <a:moveTo>
                  <a:pt x="21109" y="10261"/>
                </a:moveTo>
                <a:lnTo>
                  <a:pt x="19587" y="10261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1"/>
                </a:cubicBezTo>
                <a:lnTo>
                  <a:pt x="491" y="10261"/>
                </a:lnTo>
                <a:cubicBezTo>
                  <a:pt x="220" y="10261"/>
                  <a:pt x="0" y="10502"/>
                  <a:pt x="0" y="10799"/>
                </a:cubicBezTo>
                <a:cubicBezTo>
                  <a:pt x="0" y="11098"/>
                  <a:pt x="220" y="11339"/>
                  <a:pt x="491" y="11339"/>
                </a:cubicBezTo>
                <a:lnTo>
                  <a:pt x="14777" y="11339"/>
                </a:lnTo>
                <a:cubicBezTo>
                  <a:pt x="15004" y="12572"/>
                  <a:pt x="15994" y="13499"/>
                  <a:pt x="17182" y="13499"/>
                </a:cubicBezTo>
                <a:cubicBezTo>
                  <a:pt x="18369" y="13499"/>
                  <a:pt x="19360" y="12572"/>
                  <a:pt x="19587" y="11339"/>
                </a:cubicBezTo>
                <a:lnTo>
                  <a:pt x="21109" y="11339"/>
                </a:lnTo>
                <a:cubicBezTo>
                  <a:pt x="21380" y="11339"/>
                  <a:pt x="21600" y="11098"/>
                  <a:pt x="21600" y="10799"/>
                </a:cubicBezTo>
                <a:cubicBezTo>
                  <a:pt x="21600" y="10502"/>
                  <a:pt x="21380" y="10261"/>
                  <a:pt x="21109" y="10261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3"/>
                  <a:pt x="4213" y="5400"/>
                  <a:pt x="5400" y="5400"/>
                </a:cubicBezTo>
                <a:cubicBezTo>
                  <a:pt x="6587" y="5400"/>
                  <a:pt x="7578" y="4473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8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8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2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2"/>
                  <a:pt x="21380" y="18359"/>
                  <a:pt x="21109" y="1835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193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13 CuadroTexto"/>
          <p:cNvSpPr txBox="1">
            <a:spLocks noChangeArrowheads="1"/>
          </p:cNvSpPr>
          <p:nvPr/>
        </p:nvSpPr>
        <p:spPr bwMode="auto">
          <a:xfrm>
            <a:off x="453443" y="623465"/>
            <a:ext cx="4962525" cy="4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s-E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</a:rPr>
              <a:t>MÓDULO DE ACCESO</a:t>
            </a:r>
          </a:p>
        </p:txBody>
      </p:sp>
      <p:sp>
        <p:nvSpPr>
          <p:cNvPr id="131" name="Rectangle 18">
            <a:extLst>
              <a:ext uri="{FF2B5EF4-FFF2-40B4-BE49-F238E27FC236}">
                <a16:creationId xmlns:a16="http://schemas.microsoft.com/office/drawing/2014/main" id="{5CE49990-FAB4-489D-A8B7-D0A0D0B634EA}"/>
              </a:ext>
            </a:extLst>
          </p:cNvPr>
          <p:cNvSpPr/>
          <p:nvPr/>
        </p:nvSpPr>
        <p:spPr>
          <a:xfrm>
            <a:off x="5885411" y="1479986"/>
            <a:ext cx="5652654" cy="756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El modulo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está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conformado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 por los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siguientes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bloques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: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71" name="Group 36"/>
          <p:cNvGrpSpPr/>
          <p:nvPr/>
        </p:nvGrpSpPr>
        <p:grpSpPr>
          <a:xfrm>
            <a:off x="774180" y="1539255"/>
            <a:ext cx="4319537" cy="4869784"/>
            <a:chOff x="4097247" y="1809858"/>
            <a:chExt cx="3732901" cy="4208420"/>
          </a:xfrm>
          <a:solidFill>
            <a:schemeClr val="accent1"/>
          </a:solidFill>
        </p:grpSpPr>
        <p:sp>
          <p:nvSpPr>
            <p:cNvPr id="75" name="Freeform 6"/>
            <p:cNvSpPr>
              <a:spLocks/>
            </p:cNvSpPr>
            <p:nvPr/>
          </p:nvSpPr>
          <p:spPr bwMode="auto">
            <a:xfrm>
              <a:off x="4097247" y="1809858"/>
              <a:ext cx="2053816" cy="4208420"/>
            </a:xfrm>
            <a:custGeom>
              <a:avLst/>
              <a:gdLst>
                <a:gd name="T0" fmla="*/ 7191 w 8701"/>
                <a:gd name="T1" fmla="*/ 2449 h 17829"/>
                <a:gd name="T2" fmla="*/ 8701 w 8701"/>
                <a:gd name="T3" fmla="*/ 5775 h 17829"/>
                <a:gd name="T4" fmla="*/ 7155 w 8701"/>
                <a:gd name="T5" fmla="*/ 7322 h 17829"/>
                <a:gd name="T6" fmla="*/ 8604 w 8701"/>
                <a:gd name="T7" fmla="*/ 10288 h 17829"/>
                <a:gd name="T8" fmla="*/ 8141 w 8701"/>
                <a:gd name="T9" fmla="*/ 12627 h 17829"/>
                <a:gd name="T10" fmla="*/ 7252 w 8701"/>
                <a:gd name="T11" fmla="*/ 15094 h 17829"/>
                <a:gd name="T12" fmla="*/ 7520 w 8701"/>
                <a:gd name="T13" fmla="*/ 16148 h 17829"/>
                <a:gd name="T14" fmla="*/ 7441 w 8701"/>
                <a:gd name="T15" fmla="*/ 17591 h 17829"/>
                <a:gd name="T16" fmla="*/ 7264 w 8701"/>
                <a:gd name="T17" fmla="*/ 17140 h 17829"/>
                <a:gd name="T18" fmla="*/ 7002 w 8701"/>
                <a:gd name="T19" fmla="*/ 16671 h 17829"/>
                <a:gd name="T20" fmla="*/ 6668 w 8701"/>
                <a:gd name="T21" fmla="*/ 16288 h 17829"/>
                <a:gd name="T22" fmla="*/ 6260 w 8701"/>
                <a:gd name="T23" fmla="*/ 16099 h 17829"/>
                <a:gd name="T24" fmla="*/ 5839 w 8701"/>
                <a:gd name="T25" fmla="*/ 16117 h 17829"/>
                <a:gd name="T26" fmla="*/ 5261 w 8701"/>
                <a:gd name="T27" fmla="*/ 16160 h 17829"/>
                <a:gd name="T28" fmla="*/ 4542 w 8701"/>
                <a:gd name="T29" fmla="*/ 16184 h 17829"/>
                <a:gd name="T30" fmla="*/ 3763 w 8701"/>
                <a:gd name="T31" fmla="*/ 16178 h 17829"/>
                <a:gd name="T32" fmla="*/ 2996 w 8701"/>
                <a:gd name="T33" fmla="*/ 16111 h 17829"/>
                <a:gd name="T34" fmla="*/ 2320 w 8701"/>
                <a:gd name="T35" fmla="*/ 15965 h 17829"/>
                <a:gd name="T36" fmla="*/ 1815 w 8701"/>
                <a:gd name="T37" fmla="*/ 15709 h 17829"/>
                <a:gd name="T38" fmla="*/ 1528 w 8701"/>
                <a:gd name="T39" fmla="*/ 15295 h 17829"/>
                <a:gd name="T40" fmla="*/ 1449 w 8701"/>
                <a:gd name="T41" fmla="*/ 14753 h 17829"/>
                <a:gd name="T42" fmla="*/ 1516 w 8701"/>
                <a:gd name="T43" fmla="*/ 14241 h 17829"/>
                <a:gd name="T44" fmla="*/ 1614 w 8701"/>
                <a:gd name="T45" fmla="*/ 13760 h 17829"/>
                <a:gd name="T46" fmla="*/ 1608 w 8701"/>
                <a:gd name="T47" fmla="*/ 13334 h 17829"/>
                <a:gd name="T48" fmla="*/ 1370 w 8701"/>
                <a:gd name="T49" fmla="*/ 12974 h 17829"/>
                <a:gd name="T50" fmla="*/ 1327 w 8701"/>
                <a:gd name="T51" fmla="*/ 12877 h 17829"/>
                <a:gd name="T52" fmla="*/ 1267 w 8701"/>
                <a:gd name="T53" fmla="*/ 12639 h 17829"/>
                <a:gd name="T54" fmla="*/ 1285 w 8701"/>
                <a:gd name="T55" fmla="*/ 12353 h 17829"/>
                <a:gd name="T56" fmla="*/ 1480 w 8701"/>
                <a:gd name="T57" fmla="*/ 12097 h 17829"/>
                <a:gd name="T58" fmla="*/ 1388 w 8701"/>
                <a:gd name="T59" fmla="*/ 12024 h 17829"/>
                <a:gd name="T60" fmla="*/ 1206 w 8701"/>
                <a:gd name="T61" fmla="*/ 11835 h 17829"/>
                <a:gd name="T62" fmla="*/ 1047 w 8701"/>
                <a:gd name="T63" fmla="*/ 11573 h 17829"/>
                <a:gd name="T64" fmla="*/ 1041 w 8701"/>
                <a:gd name="T65" fmla="*/ 11311 h 17829"/>
                <a:gd name="T66" fmla="*/ 1139 w 8701"/>
                <a:gd name="T67" fmla="*/ 11171 h 17829"/>
                <a:gd name="T68" fmla="*/ 1260 w 8701"/>
                <a:gd name="T69" fmla="*/ 11062 h 17829"/>
                <a:gd name="T70" fmla="*/ 1340 w 8701"/>
                <a:gd name="T71" fmla="*/ 10903 h 17829"/>
                <a:gd name="T72" fmla="*/ 1309 w 8701"/>
                <a:gd name="T73" fmla="*/ 10617 h 17829"/>
                <a:gd name="T74" fmla="*/ 1224 w 8701"/>
                <a:gd name="T75" fmla="*/ 10434 h 17829"/>
                <a:gd name="T76" fmla="*/ 986 w 8701"/>
                <a:gd name="T77" fmla="*/ 10221 h 17829"/>
                <a:gd name="T78" fmla="*/ 542 w 8701"/>
                <a:gd name="T79" fmla="*/ 9923 h 17829"/>
                <a:gd name="T80" fmla="*/ 116 w 8701"/>
                <a:gd name="T81" fmla="*/ 9636 h 17829"/>
                <a:gd name="T82" fmla="*/ 0 w 8701"/>
                <a:gd name="T83" fmla="*/ 9332 h 17829"/>
                <a:gd name="T84" fmla="*/ 97 w 8701"/>
                <a:gd name="T85" fmla="*/ 8985 h 17829"/>
                <a:gd name="T86" fmla="*/ 341 w 8701"/>
                <a:gd name="T87" fmla="*/ 8613 h 17829"/>
                <a:gd name="T88" fmla="*/ 658 w 8701"/>
                <a:gd name="T89" fmla="*/ 8235 h 17829"/>
                <a:gd name="T90" fmla="*/ 986 w 8701"/>
                <a:gd name="T91" fmla="*/ 7876 h 17829"/>
                <a:gd name="T92" fmla="*/ 1346 w 8701"/>
                <a:gd name="T93" fmla="*/ 7474 h 17829"/>
                <a:gd name="T94" fmla="*/ 1729 w 8701"/>
                <a:gd name="T95" fmla="*/ 7054 h 17829"/>
                <a:gd name="T96" fmla="*/ 2064 w 8701"/>
                <a:gd name="T97" fmla="*/ 6603 h 17829"/>
                <a:gd name="T98" fmla="*/ 2332 w 8701"/>
                <a:gd name="T99" fmla="*/ 6055 h 17829"/>
                <a:gd name="T100" fmla="*/ 2503 w 8701"/>
                <a:gd name="T101" fmla="*/ 5342 h 17829"/>
                <a:gd name="T102" fmla="*/ 2564 w 8701"/>
                <a:gd name="T103" fmla="*/ 4483 h 17829"/>
                <a:gd name="T104" fmla="*/ 2710 w 8701"/>
                <a:gd name="T105" fmla="*/ 3625 h 17829"/>
                <a:gd name="T106" fmla="*/ 3038 w 8701"/>
                <a:gd name="T107" fmla="*/ 2699 h 17829"/>
                <a:gd name="T108" fmla="*/ 3574 w 8701"/>
                <a:gd name="T109" fmla="*/ 1755 h 17829"/>
                <a:gd name="T110" fmla="*/ 4335 w 8701"/>
                <a:gd name="T111" fmla="*/ 835 h 17829"/>
                <a:gd name="T112" fmla="*/ 5346 w 8701"/>
                <a:gd name="T113" fmla="*/ 0 h 17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701" h="17829">
                  <a:moveTo>
                    <a:pt x="5346" y="0"/>
                  </a:moveTo>
                  <a:lnTo>
                    <a:pt x="5346" y="2449"/>
                  </a:lnTo>
                  <a:lnTo>
                    <a:pt x="7191" y="2449"/>
                  </a:lnTo>
                  <a:lnTo>
                    <a:pt x="7191" y="4094"/>
                  </a:lnTo>
                  <a:lnTo>
                    <a:pt x="8701" y="4094"/>
                  </a:lnTo>
                  <a:lnTo>
                    <a:pt x="8701" y="5775"/>
                  </a:lnTo>
                  <a:lnTo>
                    <a:pt x="6168" y="5775"/>
                  </a:lnTo>
                  <a:lnTo>
                    <a:pt x="6168" y="7322"/>
                  </a:lnTo>
                  <a:lnTo>
                    <a:pt x="7155" y="7322"/>
                  </a:lnTo>
                  <a:lnTo>
                    <a:pt x="7155" y="8509"/>
                  </a:lnTo>
                  <a:lnTo>
                    <a:pt x="8604" y="8509"/>
                  </a:lnTo>
                  <a:lnTo>
                    <a:pt x="8604" y="10288"/>
                  </a:lnTo>
                  <a:lnTo>
                    <a:pt x="6893" y="10288"/>
                  </a:lnTo>
                  <a:lnTo>
                    <a:pt x="6893" y="12627"/>
                  </a:lnTo>
                  <a:lnTo>
                    <a:pt x="8141" y="12627"/>
                  </a:lnTo>
                  <a:lnTo>
                    <a:pt x="8141" y="13480"/>
                  </a:lnTo>
                  <a:lnTo>
                    <a:pt x="7252" y="13480"/>
                  </a:lnTo>
                  <a:lnTo>
                    <a:pt x="7252" y="15094"/>
                  </a:lnTo>
                  <a:lnTo>
                    <a:pt x="8372" y="15094"/>
                  </a:lnTo>
                  <a:lnTo>
                    <a:pt x="8372" y="16148"/>
                  </a:lnTo>
                  <a:lnTo>
                    <a:pt x="7520" y="16148"/>
                  </a:lnTo>
                  <a:lnTo>
                    <a:pt x="7520" y="17829"/>
                  </a:lnTo>
                  <a:lnTo>
                    <a:pt x="7483" y="17719"/>
                  </a:lnTo>
                  <a:lnTo>
                    <a:pt x="7441" y="17591"/>
                  </a:lnTo>
                  <a:lnTo>
                    <a:pt x="7392" y="17451"/>
                  </a:lnTo>
                  <a:lnTo>
                    <a:pt x="7331" y="17299"/>
                  </a:lnTo>
                  <a:lnTo>
                    <a:pt x="7264" y="17140"/>
                  </a:lnTo>
                  <a:lnTo>
                    <a:pt x="7185" y="16982"/>
                  </a:lnTo>
                  <a:lnTo>
                    <a:pt x="7100" y="16824"/>
                  </a:lnTo>
                  <a:lnTo>
                    <a:pt x="7002" y="16671"/>
                  </a:lnTo>
                  <a:lnTo>
                    <a:pt x="6899" y="16531"/>
                  </a:lnTo>
                  <a:lnTo>
                    <a:pt x="6789" y="16403"/>
                  </a:lnTo>
                  <a:lnTo>
                    <a:pt x="6668" y="16288"/>
                  </a:lnTo>
                  <a:lnTo>
                    <a:pt x="6540" y="16196"/>
                  </a:lnTo>
                  <a:lnTo>
                    <a:pt x="6406" y="16135"/>
                  </a:lnTo>
                  <a:lnTo>
                    <a:pt x="6260" y="16099"/>
                  </a:lnTo>
                  <a:lnTo>
                    <a:pt x="6107" y="16093"/>
                  </a:lnTo>
                  <a:lnTo>
                    <a:pt x="5986" y="16105"/>
                  </a:lnTo>
                  <a:lnTo>
                    <a:pt x="5839" y="16117"/>
                  </a:lnTo>
                  <a:lnTo>
                    <a:pt x="5663" y="16129"/>
                  </a:lnTo>
                  <a:lnTo>
                    <a:pt x="5468" y="16148"/>
                  </a:lnTo>
                  <a:lnTo>
                    <a:pt x="5261" y="16160"/>
                  </a:lnTo>
                  <a:lnTo>
                    <a:pt x="5030" y="16172"/>
                  </a:lnTo>
                  <a:lnTo>
                    <a:pt x="4792" y="16178"/>
                  </a:lnTo>
                  <a:lnTo>
                    <a:pt x="4542" y="16184"/>
                  </a:lnTo>
                  <a:lnTo>
                    <a:pt x="4287" y="16190"/>
                  </a:lnTo>
                  <a:lnTo>
                    <a:pt x="4025" y="16184"/>
                  </a:lnTo>
                  <a:lnTo>
                    <a:pt x="3763" y="16178"/>
                  </a:lnTo>
                  <a:lnTo>
                    <a:pt x="3501" y="16160"/>
                  </a:lnTo>
                  <a:lnTo>
                    <a:pt x="3245" y="16141"/>
                  </a:lnTo>
                  <a:lnTo>
                    <a:pt x="2996" y="16111"/>
                  </a:lnTo>
                  <a:lnTo>
                    <a:pt x="2758" y="16068"/>
                  </a:lnTo>
                  <a:lnTo>
                    <a:pt x="2533" y="16020"/>
                  </a:lnTo>
                  <a:lnTo>
                    <a:pt x="2320" y="15965"/>
                  </a:lnTo>
                  <a:lnTo>
                    <a:pt x="2131" y="15892"/>
                  </a:lnTo>
                  <a:lnTo>
                    <a:pt x="1961" y="15806"/>
                  </a:lnTo>
                  <a:lnTo>
                    <a:pt x="1815" y="15709"/>
                  </a:lnTo>
                  <a:lnTo>
                    <a:pt x="1699" y="15599"/>
                  </a:lnTo>
                  <a:lnTo>
                    <a:pt x="1608" y="15478"/>
                  </a:lnTo>
                  <a:lnTo>
                    <a:pt x="1528" y="15295"/>
                  </a:lnTo>
                  <a:lnTo>
                    <a:pt x="1480" y="15112"/>
                  </a:lnTo>
                  <a:lnTo>
                    <a:pt x="1455" y="14929"/>
                  </a:lnTo>
                  <a:lnTo>
                    <a:pt x="1449" y="14753"/>
                  </a:lnTo>
                  <a:lnTo>
                    <a:pt x="1461" y="14576"/>
                  </a:lnTo>
                  <a:lnTo>
                    <a:pt x="1486" y="14406"/>
                  </a:lnTo>
                  <a:lnTo>
                    <a:pt x="1516" y="14241"/>
                  </a:lnTo>
                  <a:lnTo>
                    <a:pt x="1553" y="14077"/>
                  </a:lnTo>
                  <a:lnTo>
                    <a:pt x="1589" y="13912"/>
                  </a:lnTo>
                  <a:lnTo>
                    <a:pt x="1614" y="13760"/>
                  </a:lnTo>
                  <a:lnTo>
                    <a:pt x="1626" y="13614"/>
                  </a:lnTo>
                  <a:lnTo>
                    <a:pt x="1626" y="13474"/>
                  </a:lnTo>
                  <a:lnTo>
                    <a:pt x="1608" y="13334"/>
                  </a:lnTo>
                  <a:lnTo>
                    <a:pt x="1559" y="13206"/>
                  </a:lnTo>
                  <a:lnTo>
                    <a:pt x="1480" y="13090"/>
                  </a:lnTo>
                  <a:lnTo>
                    <a:pt x="1370" y="12974"/>
                  </a:lnTo>
                  <a:lnTo>
                    <a:pt x="1364" y="12962"/>
                  </a:lnTo>
                  <a:lnTo>
                    <a:pt x="1352" y="12932"/>
                  </a:lnTo>
                  <a:lnTo>
                    <a:pt x="1327" y="12877"/>
                  </a:lnTo>
                  <a:lnTo>
                    <a:pt x="1309" y="12810"/>
                  </a:lnTo>
                  <a:lnTo>
                    <a:pt x="1285" y="12731"/>
                  </a:lnTo>
                  <a:lnTo>
                    <a:pt x="1267" y="12639"/>
                  </a:lnTo>
                  <a:lnTo>
                    <a:pt x="1260" y="12548"/>
                  </a:lnTo>
                  <a:lnTo>
                    <a:pt x="1267" y="12450"/>
                  </a:lnTo>
                  <a:lnTo>
                    <a:pt x="1285" y="12353"/>
                  </a:lnTo>
                  <a:lnTo>
                    <a:pt x="1327" y="12255"/>
                  </a:lnTo>
                  <a:lnTo>
                    <a:pt x="1388" y="12170"/>
                  </a:lnTo>
                  <a:lnTo>
                    <a:pt x="1480" y="12097"/>
                  </a:lnTo>
                  <a:lnTo>
                    <a:pt x="1467" y="12085"/>
                  </a:lnTo>
                  <a:lnTo>
                    <a:pt x="1437" y="12061"/>
                  </a:lnTo>
                  <a:lnTo>
                    <a:pt x="1388" y="12024"/>
                  </a:lnTo>
                  <a:lnTo>
                    <a:pt x="1334" y="11969"/>
                  </a:lnTo>
                  <a:lnTo>
                    <a:pt x="1267" y="11908"/>
                  </a:lnTo>
                  <a:lnTo>
                    <a:pt x="1206" y="11835"/>
                  </a:lnTo>
                  <a:lnTo>
                    <a:pt x="1145" y="11756"/>
                  </a:lnTo>
                  <a:lnTo>
                    <a:pt x="1090" y="11665"/>
                  </a:lnTo>
                  <a:lnTo>
                    <a:pt x="1047" y="11573"/>
                  </a:lnTo>
                  <a:lnTo>
                    <a:pt x="1029" y="11482"/>
                  </a:lnTo>
                  <a:lnTo>
                    <a:pt x="1029" y="11384"/>
                  </a:lnTo>
                  <a:lnTo>
                    <a:pt x="1041" y="11311"/>
                  </a:lnTo>
                  <a:lnTo>
                    <a:pt x="1072" y="11257"/>
                  </a:lnTo>
                  <a:lnTo>
                    <a:pt x="1102" y="11208"/>
                  </a:lnTo>
                  <a:lnTo>
                    <a:pt x="1139" y="11171"/>
                  </a:lnTo>
                  <a:lnTo>
                    <a:pt x="1181" y="11135"/>
                  </a:lnTo>
                  <a:lnTo>
                    <a:pt x="1224" y="11098"/>
                  </a:lnTo>
                  <a:lnTo>
                    <a:pt x="1260" y="11062"/>
                  </a:lnTo>
                  <a:lnTo>
                    <a:pt x="1297" y="11019"/>
                  </a:lnTo>
                  <a:lnTo>
                    <a:pt x="1321" y="10964"/>
                  </a:lnTo>
                  <a:lnTo>
                    <a:pt x="1340" y="10903"/>
                  </a:lnTo>
                  <a:lnTo>
                    <a:pt x="1346" y="10824"/>
                  </a:lnTo>
                  <a:lnTo>
                    <a:pt x="1340" y="10733"/>
                  </a:lnTo>
                  <a:lnTo>
                    <a:pt x="1309" y="10617"/>
                  </a:lnTo>
                  <a:lnTo>
                    <a:pt x="1267" y="10477"/>
                  </a:lnTo>
                  <a:lnTo>
                    <a:pt x="1254" y="10465"/>
                  </a:lnTo>
                  <a:lnTo>
                    <a:pt x="1224" y="10434"/>
                  </a:lnTo>
                  <a:lnTo>
                    <a:pt x="1163" y="10379"/>
                  </a:lnTo>
                  <a:lnTo>
                    <a:pt x="1090" y="10306"/>
                  </a:lnTo>
                  <a:lnTo>
                    <a:pt x="986" y="10221"/>
                  </a:lnTo>
                  <a:lnTo>
                    <a:pt x="865" y="10130"/>
                  </a:lnTo>
                  <a:lnTo>
                    <a:pt x="712" y="10026"/>
                  </a:lnTo>
                  <a:lnTo>
                    <a:pt x="542" y="9923"/>
                  </a:lnTo>
                  <a:lnTo>
                    <a:pt x="347" y="9813"/>
                  </a:lnTo>
                  <a:lnTo>
                    <a:pt x="213" y="9728"/>
                  </a:lnTo>
                  <a:lnTo>
                    <a:pt x="116" y="9636"/>
                  </a:lnTo>
                  <a:lnTo>
                    <a:pt x="49" y="9539"/>
                  </a:lnTo>
                  <a:lnTo>
                    <a:pt x="12" y="9435"/>
                  </a:lnTo>
                  <a:lnTo>
                    <a:pt x="0" y="9332"/>
                  </a:lnTo>
                  <a:lnTo>
                    <a:pt x="12" y="9216"/>
                  </a:lnTo>
                  <a:lnTo>
                    <a:pt x="43" y="9100"/>
                  </a:lnTo>
                  <a:lnTo>
                    <a:pt x="97" y="8985"/>
                  </a:lnTo>
                  <a:lnTo>
                    <a:pt x="164" y="8857"/>
                  </a:lnTo>
                  <a:lnTo>
                    <a:pt x="244" y="8735"/>
                  </a:lnTo>
                  <a:lnTo>
                    <a:pt x="341" y="8613"/>
                  </a:lnTo>
                  <a:lnTo>
                    <a:pt x="438" y="8485"/>
                  </a:lnTo>
                  <a:lnTo>
                    <a:pt x="548" y="8363"/>
                  </a:lnTo>
                  <a:lnTo>
                    <a:pt x="658" y="8235"/>
                  </a:lnTo>
                  <a:lnTo>
                    <a:pt x="773" y="8114"/>
                  </a:lnTo>
                  <a:lnTo>
                    <a:pt x="883" y="7998"/>
                  </a:lnTo>
                  <a:lnTo>
                    <a:pt x="986" y="7876"/>
                  </a:lnTo>
                  <a:lnTo>
                    <a:pt x="1084" y="7766"/>
                  </a:lnTo>
                  <a:lnTo>
                    <a:pt x="1218" y="7614"/>
                  </a:lnTo>
                  <a:lnTo>
                    <a:pt x="1346" y="7474"/>
                  </a:lnTo>
                  <a:lnTo>
                    <a:pt x="1480" y="7334"/>
                  </a:lnTo>
                  <a:lnTo>
                    <a:pt x="1601" y="7194"/>
                  </a:lnTo>
                  <a:lnTo>
                    <a:pt x="1729" y="7054"/>
                  </a:lnTo>
                  <a:lnTo>
                    <a:pt x="1845" y="6914"/>
                  </a:lnTo>
                  <a:lnTo>
                    <a:pt x="1961" y="6761"/>
                  </a:lnTo>
                  <a:lnTo>
                    <a:pt x="2064" y="6603"/>
                  </a:lnTo>
                  <a:lnTo>
                    <a:pt x="2162" y="6439"/>
                  </a:lnTo>
                  <a:lnTo>
                    <a:pt x="2253" y="6256"/>
                  </a:lnTo>
                  <a:lnTo>
                    <a:pt x="2332" y="6055"/>
                  </a:lnTo>
                  <a:lnTo>
                    <a:pt x="2405" y="5842"/>
                  </a:lnTo>
                  <a:lnTo>
                    <a:pt x="2460" y="5604"/>
                  </a:lnTo>
                  <a:lnTo>
                    <a:pt x="2503" y="5342"/>
                  </a:lnTo>
                  <a:lnTo>
                    <a:pt x="2533" y="5056"/>
                  </a:lnTo>
                  <a:lnTo>
                    <a:pt x="2551" y="4745"/>
                  </a:lnTo>
                  <a:lnTo>
                    <a:pt x="2564" y="4483"/>
                  </a:lnTo>
                  <a:lnTo>
                    <a:pt x="2594" y="4209"/>
                  </a:lnTo>
                  <a:lnTo>
                    <a:pt x="2643" y="3923"/>
                  </a:lnTo>
                  <a:lnTo>
                    <a:pt x="2710" y="3625"/>
                  </a:lnTo>
                  <a:lnTo>
                    <a:pt x="2801" y="3320"/>
                  </a:lnTo>
                  <a:lnTo>
                    <a:pt x="2911" y="3015"/>
                  </a:lnTo>
                  <a:lnTo>
                    <a:pt x="3038" y="2699"/>
                  </a:lnTo>
                  <a:lnTo>
                    <a:pt x="3197" y="2382"/>
                  </a:lnTo>
                  <a:lnTo>
                    <a:pt x="3373" y="2065"/>
                  </a:lnTo>
                  <a:lnTo>
                    <a:pt x="3574" y="1755"/>
                  </a:lnTo>
                  <a:lnTo>
                    <a:pt x="3800" y="1444"/>
                  </a:lnTo>
                  <a:lnTo>
                    <a:pt x="4055" y="1133"/>
                  </a:lnTo>
                  <a:lnTo>
                    <a:pt x="4335" y="835"/>
                  </a:lnTo>
                  <a:lnTo>
                    <a:pt x="4640" y="549"/>
                  </a:lnTo>
                  <a:lnTo>
                    <a:pt x="4981" y="268"/>
                  </a:lnTo>
                  <a:lnTo>
                    <a:pt x="5346" y="0"/>
                  </a:lnTo>
                  <a:close/>
                </a:path>
              </a:pathLst>
            </a:custGeom>
            <a:solidFill>
              <a:srgbClr val="16A98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Rectangle 7"/>
            <p:cNvSpPr>
              <a:spLocks noChangeArrowheads="1"/>
            </p:cNvSpPr>
            <p:nvPr/>
          </p:nvSpPr>
          <p:spPr bwMode="auto">
            <a:xfrm>
              <a:off x="6888463" y="3252106"/>
              <a:ext cx="408119" cy="408119"/>
            </a:xfrm>
            <a:prstGeom prst="rect">
              <a:avLst/>
            </a:prstGeom>
            <a:solidFill>
              <a:srgbClr val="16A98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Rectangle 8"/>
            <p:cNvSpPr>
              <a:spLocks noChangeArrowheads="1"/>
            </p:cNvSpPr>
            <p:nvPr/>
          </p:nvSpPr>
          <p:spPr bwMode="auto">
            <a:xfrm>
              <a:off x="6358073" y="2767487"/>
              <a:ext cx="370825" cy="369408"/>
            </a:xfrm>
            <a:prstGeom prst="rect">
              <a:avLst/>
            </a:prstGeom>
            <a:solidFill>
              <a:srgbClr val="C1392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Rectangle 9"/>
            <p:cNvSpPr>
              <a:spLocks noChangeArrowheads="1"/>
            </p:cNvSpPr>
            <p:nvPr/>
          </p:nvSpPr>
          <p:spPr bwMode="auto">
            <a:xfrm>
              <a:off x="5925405" y="2313103"/>
              <a:ext cx="380974" cy="338014"/>
            </a:xfrm>
            <a:prstGeom prst="rect">
              <a:avLst/>
            </a:prstGeom>
            <a:solidFill>
              <a:srgbClr val="F6AA3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Rectangle 10"/>
            <p:cNvSpPr>
              <a:spLocks noChangeArrowheads="1"/>
            </p:cNvSpPr>
            <p:nvPr/>
          </p:nvSpPr>
          <p:spPr bwMode="auto">
            <a:xfrm>
              <a:off x="6878313" y="2843729"/>
              <a:ext cx="152485" cy="152248"/>
            </a:xfrm>
            <a:prstGeom prst="rect">
              <a:avLst/>
            </a:prstGeom>
            <a:solidFill>
              <a:srgbClr val="F6AA3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Rectangle 11"/>
            <p:cNvSpPr>
              <a:spLocks noChangeArrowheads="1"/>
            </p:cNvSpPr>
            <p:nvPr/>
          </p:nvSpPr>
          <p:spPr bwMode="auto">
            <a:xfrm>
              <a:off x="6497575" y="2365032"/>
              <a:ext cx="173964" cy="173964"/>
            </a:xfrm>
            <a:prstGeom prst="rect">
              <a:avLst/>
            </a:prstGeom>
            <a:solidFill>
              <a:srgbClr val="C1392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Rectangle 12"/>
            <p:cNvSpPr>
              <a:spLocks noChangeArrowheads="1"/>
            </p:cNvSpPr>
            <p:nvPr/>
          </p:nvSpPr>
          <p:spPr bwMode="auto">
            <a:xfrm>
              <a:off x="7017814" y="2435373"/>
              <a:ext cx="125103" cy="125103"/>
            </a:xfrm>
            <a:prstGeom prst="rect">
              <a:avLst/>
            </a:prstGeom>
            <a:solidFill>
              <a:srgbClr val="2C3F5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Rectangle 13"/>
            <p:cNvSpPr>
              <a:spLocks noChangeArrowheads="1"/>
            </p:cNvSpPr>
            <p:nvPr/>
          </p:nvSpPr>
          <p:spPr bwMode="auto">
            <a:xfrm>
              <a:off x="7035907" y="3968106"/>
              <a:ext cx="140918" cy="142334"/>
            </a:xfrm>
            <a:prstGeom prst="rect">
              <a:avLst/>
            </a:prstGeom>
            <a:solidFill>
              <a:srgbClr val="C1392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Rectangle 14"/>
            <p:cNvSpPr>
              <a:spLocks noChangeArrowheads="1"/>
            </p:cNvSpPr>
            <p:nvPr/>
          </p:nvSpPr>
          <p:spPr bwMode="auto">
            <a:xfrm>
              <a:off x="6346506" y="4407989"/>
              <a:ext cx="326448" cy="326213"/>
            </a:xfrm>
            <a:prstGeom prst="rect">
              <a:avLst/>
            </a:prstGeom>
            <a:solidFill>
              <a:srgbClr val="F6AA3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Rectangle 15"/>
            <p:cNvSpPr>
              <a:spLocks noChangeArrowheads="1"/>
            </p:cNvSpPr>
            <p:nvPr/>
          </p:nvSpPr>
          <p:spPr bwMode="auto">
            <a:xfrm>
              <a:off x="6375304" y="3286546"/>
              <a:ext cx="326213" cy="326213"/>
            </a:xfrm>
            <a:prstGeom prst="rect">
              <a:avLst/>
            </a:prstGeom>
            <a:solidFill>
              <a:srgbClr val="F6AA3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Rectangle 16"/>
            <p:cNvSpPr>
              <a:spLocks noChangeArrowheads="1"/>
            </p:cNvSpPr>
            <p:nvPr/>
          </p:nvSpPr>
          <p:spPr bwMode="auto">
            <a:xfrm>
              <a:off x="6153895" y="4954193"/>
              <a:ext cx="257287" cy="256108"/>
            </a:xfrm>
            <a:prstGeom prst="rect">
              <a:avLst/>
            </a:prstGeom>
            <a:solidFill>
              <a:srgbClr val="2C3F5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Rectangle 17"/>
            <p:cNvSpPr>
              <a:spLocks noChangeArrowheads="1"/>
            </p:cNvSpPr>
            <p:nvPr/>
          </p:nvSpPr>
          <p:spPr bwMode="auto">
            <a:xfrm>
              <a:off x="5929889" y="3402916"/>
              <a:ext cx="316063" cy="316299"/>
            </a:xfrm>
            <a:prstGeom prst="rect">
              <a:avLst/>
            </a:prstGeom>
            <a:solidFill>
              <a:srgbClr val="C1392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Rectangle 18"/>
            <p:cNvSpPr>
              <a:spLocks noChangeArrowheads="1"/>
            </p:cNvSpPr>
            <p:nvPr/>
          </p:nvSpPr>
          <p:spPr bwMode="auto">
            <a:xfrm>
              <a:off x="5994566" y="5735025"/>
              <a:ext cx="185294" cy="183878"/>
            </a:xfrm>
            <a:prstGeom prst="rect">
              <a:avLst/>
            </a:prstGeom>
            <a:solidFill>
              <a:srgbClr val="2C3F5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7" name="Rectangle 19"/>
            <p:cNvSpPr>
              <a:spLocks noChangeArrowheads="1"/>
            </p:cNvSpPr>
            <p:nvPr/>
          </p:nvSpPr>
          <p:spPr bwMode="auto">
            <a:xfrm>
              <a:off x="5659619" y="3252084"/>
              <a:ext cx="212675" cy="211259"/>
            </a:xfrm>
            <a:prstGeom prst="rect">
              <a:avLst/>
            </a:prstGeom>
            <a:solidFill>
              <a:srgbClr val="F6AA3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" name="Rectangle 20"/>
            <p:cNvSpPr>
              <a:spLocks noChangeArrowheads="1"/>
            </p:cNvSpPr>
            <p:nvPr/>
          </p:nvSpPr>
          <p:spPr bwMode="auto">
            <a:xfrm>
              <a:off x="6898613" y="4487064"/>
              <a:ext cx="195445" cy="195444"/>
            </a:xfrm>
            <a:prstGeom prst="rect">
              <a:avLst/>
            </a:prstGeom>
            <a:solidFill>
              <a:srgbClr val="16A98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Rectangle 21"/>
            <p:cNvSpPr>
              <a:spLocks noChangeArrowheads="1"/>
            </p:cNvSpPr>
            <p:nvPr/>
          </p:nvSpPr>
          <p:spPr bwMode="auto">
            <a:xfrm>
              <a:off x="5482823" y="1949360"/>
              <a:ext cx="304732" cy="304968"/>
            </a:xfrm>
            <a:prstGeom prst="rect">
              <a:avLst/>
            </a:prstGeom>
            <a:solidFill>
              <a:srgbClr val="C1392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Rectangle 22"/>
            <p:cNvSpPr>
              <a:spLocks noChangeArrowheads="1"/>
            </p:cNvSpPr>
            <p:nvPr/>
          </p:nvSpPr>
          <p:spPr bwMode="auto">
            <a:xfrm>
              <a:off x="7369992" y="4229645"/>
              <a:ext cx="152248" cy="152485"/>
            </a:xfrm>
            <a:prstGeom prst="rect">
              <a:avLst/>
            </a:prstGeom>
            <a:solidFill>
              <a:srgbClr val="F6AA3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" name="Rectangle 23"/>
            <p:cNvSpPr>
              <a:spLocks noChangeArrowheads="1"/>
            </p:cNvSpPr>
            <p:nvPr/>
          </p:nvSpPr>
          <p:spPr bwMode="auto">
            <a:xfrm>
              <a:off x="7539202" y="3546668"/>
              <a:ext cx="172312" cy="172547"/>
            </a:xfrm>
            <a:prstGeom prst="rect">
              <a:avLst/>
            </a:prstGeom>
            <a:solidFill>
              <a:srgbClr val="F6AA3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" name="Rectangle 24"/>
            <p:cNvSpPr>
              <a:spLocks noChangeArrowheads="1"/>
            </p:cNvSpPr>
            <p:nvPr/>
          </p:nvSpPr>
          <p:spPr bwMode="auto">
            <a:xfrm>
              <a:off x="7354176" y="4581685"/>
              <a:ext cx="142334" cy="140918"/>
            </a:xfrm>
            <a:prstGeom prst="rect">
              <a:avLst/>
            </a:prstGeom>
            <a:solidFill>
              <a:srgbClr val="C1392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6" name="Rectangle 25"/>
            <p:cNvSpPr>
              <a:spLocks noChangeArrowheads="1"/>
            </p:cNvSpPr>
            <p:nvPr/>
          </p:nvSpPr>
          <p:spPr bwMode="auto">
            <a:xfrm>
              <a:off x="7308409" y="2960800"/>
              <a:ext cx="142098" cy="142334"/>
            </a:xfrm>
            <a:prstGeom prst="rect">
              <a:avLst/>
            </a:prstGeom>
            <a:solidFill>
              <a:srgbClr val="C1392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" name="Rectangle 26"/>
            <p:cNvSpPr>
              <a:spLocks noChangeArrowheads="1"/>
            </p:cNvSpPr>
            <p:nvPr/>
          </p:nvSpPr>
          <p:spPr bwMode="auto">
            <a:xfrm>
              <a:off x="6672955" y="4952778"/>
              <a:ext cx="257287" cy="257524"/>
            </a:xfrm>
            <a:prstGeom prst="rect">
              <a:avLst/>
            </a:prstGeom>
            <a:solidFill>
              <a:srgbClr val="C1392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" name="Rectangle 27"/>
            <p:cNvSpPr>
              <a:spLocks noChangeArrowheads="1"/>
            </p:cNvSpPr>
            <p:nvPr/>
          </p:nvSpPr>
          <p:spPr bwMode="auto">
            <a:xfrm>
              <a:off x="5964352" y="1821424"/>
              <a:ext cx="356426" cy="356662"/>
            </a:xfrm>
            <a:prstGeom prst="rect">
              <a:avLst/>
            </a:prstGeom>
            <a:solidFill>
              <a:srgbClr val="2C3F5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9" name="Rectangle 28"/>
            <p:cNvSpPr>
              <a:spLocks noChangeArrowheads="1"/>
            </p:cNvSpPr>
            <p:nvPr/>
          </p:nvSpPr>
          <p:spPr bwMode="auto">
            <a:xfrm>
              <a:off x="5840665" y="4337412"/>
              <a:ext cx="360674" cy="362327"/>
            </a:xfrm>
            <a:prstGeom prst="rect">
              <a:avLst/>
            </a:prstGeom>
            <a:solidFill>
              <a:srgbClr val="C1392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8" name="Rectangle 29"/>
            <p:cNvSpPr>
              <a:spLocks noChangeArrowheads="1"/>
            </p:cNvSpPr>
            <p:nvPr/>
          </p:nvSpPr>
          <p:spPr bwMode="auto">
            <a:xfrm>
              <a:off x="6389615" y="3785306"/>
              <a:ext cx="399622" cy="399858"/>
            </a:xfrm>
            <a:prstGeom prst="rect">
              <a:avLst/>
            </a:prstGeom>
            <a:solidFill>
              <a:srgbClr val="2C3F5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9" name="Rectangle 30"/>
            <p:cNvSpPr>
              <a:spLocks noChangeArrowheads="1"/>
            </p:cNvSpPr>
            <p:nvPr/>
          </p:nvSpPr>
          <p:spPr bwMode="auto">
            <a:xfrm>
              <a:off x="6198507" y="5339653"/>
              <a:ext cx="247374" cy="245721"/>
            </a:xfrm>
            <a:prstGeom prst="rect">
              <a:avLst/>
            </a:prstGeom>
            <a:solidFill>
              <a:srgbClr val="F6AA3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0" name="Rectangle 31"/>
            <p:cNvSpPr>
              <a:spLocks noChangeArrowheads="1"/>
            </p:cNvSpPr>
            <p:nvPr/>
          </p:nvSpPr>
          <p:spPr bwMode="auto">
            <a:xfrm>
              <a:off x="7720860" y="3993969"/>
              <a:ext cx="109288" cy="109288"/>
            </a:xfrm>
            <a:prstGeom prst="rect">
              <a:avLst/>
            </a:prstGeom>
            <a:solidFill>
              <a:srgbClr val="2C3F5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5" name="Rectangle 32"/>
            <p:cNvSpPr>
              <a:spLocks noChangeArrowheads="1"/>
            </p:cNvSpPr>
            <p:nvPr/>
          </p:nvSpPr>
          <p:spPr bwMode="auto">
            <a:xfrm>
              <a:off x="6190009" y="3241934"/>
              <a:ext cx="97722" cy="97722"/>
            </a:xfrm>
            <a:prstGeom prst="rect">
              <a:avLst/>
            </a:prstGeom>
            <a:solidFill>
              <a:srgbClr val="2C3F5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37" name="Text Placeholder 23"/>
          <p:cNvSpPr txBox="1">
            <a:spLocks/>
          </p:cNvSpPr>
          <p:nvPr/>
        </p:nvSpPr>
        <p:spPr>
          <a:xfrm>
            <a:off x="6671132" y="2962714"/>
            <a:ext cx="3337495" cy="36764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FORMULARIO DE ACCESO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140" name="Text Placeholder 23"/>
          <p:cNvSpPr txBox="1">
            <a:spLocks/>
          </p:cNvSpPr>
          <p:nvPr/>
        </p:nvSpPr>
        <p:spPr>
          <a:xfrm>
            <a:off x="6728289" y="3920201"/>
            <a:ext cx="3337495" cy="36764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FOMULARIO DE REGISTRO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141" name="Text Placeholder 23"/>
          <p:cNvSpPr txBox="1">
            <a:spLocks/>
          </p:cNvSpPr>
          <p:nvPr/>
        </p:nvSpPr>
        <p:spPr>
          <a:xfrm>
            <a:off x="6756832" y="4731552"/>
            <a:ext cx="3337495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FORMULARIO Y RUTA DE RECUPERACIÓN DE CLAVE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6055095" y="4757055"/>
            <a:ext cx="540000" cy="540000"/>
            <a:chOff x="6005220" y="4611042"/>
            <a:chExt cx="540000" cy="540000"/>
          </a:xfrm>
        </p:grpSpPr>
        <p:sp>
          <p:nvSpPr>
            <p:cNvPr id="144" name="Rectángulo 143"/>
            <p:cNvSpPr/>
            <p:nvPr/>
          </p:nvSpPr>
          <p:spPr>
            <a:xfrm>
              <a:off x="6005220" y="4611042"/>
              <a:ext cx="540000" cy="540000"/>
            </a:xfrm>
            <a:prstGeom prst="rect">
              <a:avLst/>
            </a:prstGeom>
            <a:solidFill>
              <a:srgbClr val="C139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8" name="Shape 3660"/>
            <p:cNvSpPr>
              <a:spLocks/>
            </p:cNvSpPr>
            <p:nvPr/>
          </p:nvSpPr>
          <p:spPr bwMode="auto">
            <a:xfrm>
              <a:off x="6095220" y="4719042"/>
              <a:ext cx="360000" cy="324000"/>
            </a:xfrm>
            <a:custGeom>
              <a:avLst/>
              <a:gdLst>
                <a:gd name="T0" fmla="*/ 1824991 w 21600"/>
                <a:gd name="T1" fmla="*/ 1824991 h 21600"/>
                <a:gd name="T2" fmla="*/ 1824991 w 21600"/>
                <a:gd name="T3" fmla="*/ 1824991 h 21600"/>
                <a:gd name="T4" fmla="*/ 1824991 w 21600"/>
                <a:gd name="T5" fmla="*/ 1824991 h 21600"/>
                <a:gd name="T6" fmla="*/ 1824991 w 21600"/>
                <a:gd name="T7" fmla="*/ 1824991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1"/>
                  </a:lnTo>
                  <a:cubicBezTo>
                    <a:pt x="19655" y="2641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1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6"/>
                    <a:pt x="299" y="8876"/>
                    <a:pt x="297" y="8877"/>
                  </a:cubicBezTo>
                  <a:lnTo>
                    <a:pt x="280" y="8884"/>
                  </a:lnTo>
                  <a:lnTo>
                    <a:pt x="281" y="8887"/>
                  </a:lnTo>
                  <a:cubicBezTo>
                    <a:pt x="116" y="8967"/>
                    <a:pt x="0" y="9133"/>
                    <a:pt x="0" y="9327"/>
                  </a:cubicBezTo>
                  <a:cubicBezTo>
                    <a:pt x="0" y="9551"/>
                    <a:pt x="151" y="9732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700"/>
                  </a:lnTo>
                  <a:cubicBezTo>
                    <a:pt x="21578" y="637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6"/>
                    <a:pt x="7507" y="16344"/>
                  </a:cubicBezTo>
                  <a:lnTo>
                    <a:pt x="6035" y="17817"/>
                  </a:lnTo>
                  <a:cubicBezTo>
                    <a:pt x="5946" y="17906"/>
                    <a:pt x="5891" y="18028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1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0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3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2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8"/>
                    <a:pt x="3927" y="14101"/>
                    <a:pt x="3927" y="14237"/>
                  </a:cubicBezTo>
                  <a:cubicBezTo>
                    <a:pt x="3927" y="14508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grpSp>
        <p:nvGrpSpPr>
          <p:cNvPr id="6" name="Grupo 5"/>
          <p:cNvGrpSpPr/>
          <p:nvPr/>
        </p:nvGrpSpPr>
        <p:grpSpPr>
          <a:xfrm>
            <a:off x="6014234" y="2852239"/>
            <a:ext cx="540000" cy="540000"/>
            <a:chOff x="5964359" y="2624094"/>
            <a:chExt cx="540000" cy="540000"/>
          </a:xfrm>
        </p:grpSpPr>
        <p:sp>
          <p:nvSpPr>
            <p:cNvPr id="3" name="Rectángulo 2"/>
            <p:cNvSpPr/>
            <p:nvPr/>
          </p:nvSpPr>
          <p:spPr>
            <a:xfrm>
              <a:off x="5964359" y="2624094"/>
              <a:ext cx="540000" cy="540000"/>
            </a:xfrm>
            <a:prstGeom prst="rect">
              <a:avLst/>
            </a:prstGeom>
            <a:solidFill>
              <a:srgbClr val="16A9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9" name="Shape 3678"/>
            <p:cNvSpPr>
              <a:spLocks/>
            </p:cNvSpPr>
            <p:nvPr/>
          </p:nvSpPr>
          <p:spPr bwMode="auto">
            <a:xfrm>
              <a:off x="6054359" y="2714094"/>
              <a:ext cx="360000" cy="360000"/>
            </a:xfrm>
            <a:custGeom>
              <a:avLst/>
              <a:gdLst>
                <a:gd name="T0" fmla="*/ 1842059 w 21410"/>
                <a:gd name="T1" fmla="*/ 1842020 h 21410"/>
                <a:gd name="T2" fmla="*/ 1842059 w 21410"/>
                <a:gd name="T3" fmla="*/ 1842020 h 21410"/>
                <a:gd name="T4" fmla="*/ 1842059 w 21410"/>
                <a:gd name="T5" fmla="*/ 1842020 h 21410"/>
                <a:gd name="T6" fmla="*/ 1842059 w 21410"/>
                <a:gd name="T7" fmla="*/ 1842020 h 2141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410" h="21410" extrusionOk="0">
                  <a:moveTo>
                    <a:pt x="20437" y="20437"/>
                  </a:moveTo>
                  <a:lnTo>
                    <a:pt x="17519" y="20437"/>
                  </a:lnTo>
                  <a:lnTo>
                    <a:pt x="17519" y="18978"/>
                  </a:lnTo>
                  <a:cubicBezTo>
                    <a:pt x="17519" y="18710"/>
                    <a:pt x="17301" y="18492"/>
                    <a:pt x="17033" y="18492"/>
                  </a:cubicBezTo>
                  <a:lnTo>
                    <a:pt x="15574" y="18492"/>
                  </a:lnTo>
                  <a:lnTo>
                    <a:pt x="15574" y="17033"/>
                  </a:lnTo>
                  <a:cubicBezTo>
                    <a:pt x="15574" y="16765"/>
                    <a:pt x="15356" y="16546"/>
                    <a:pt x="15087" y="16546"/>
                  </a:cubicBezTo>
                  <a:lnTo>
                    <a:pt x="13344" y="16546"/>
                  </a:lnTo>
                  <a:lnTo>
                    <a:pt x="10309" y="13498"/>
                  </a:lnTo>
                  <a:cubicBezTo>
                    <a:pt x="10221" y="13410"/>
                    <a:pt x="10100" y="13354"/>
                    <a:pt x="9965" y="13354"/>
                  </a:cubicBezTo>
                  <a:cubicBezTo>
                    <a:pt x="9819" y="13354"/>
                    <a:pt x="9693" y="13422"/>
                    <a:pt x="9604" y="13524"/>
                  </a:cubicBezTo>
                  <a:lnTo>
                    <a:pt x="8815" y="14312"/>
                  </a:lnTo>
                  <a:cubicBezTo>
                    <a:pt x="8435" y="14692"/>
                    <a:pt x="7820" y="14692"/>
                    <a:pt x="7441" y="14312"/>
                  </a:cubicBezTo>
                  <a:lnTo>
                    <a:pt x="1256" y="8128"/>
                  </a:lnTo>
                  <a:cubicBezTo>
                    <a:pt x="877" y="7749"/>
                    <a:pt x="877" y="7133"/>
                    <a:pt x="1256" y="6753"/>
                  </a:cubicBezTo>
                  <a:lnTo>
                    <a:pt x="6754" y="1256"/>
                  </a:lnTo>
                  <a:cubicBezTo>
                    <a:pt x="7133" y="877"/>
                    <a:pt x="7749" y="877"/>
                    <a:pt x="8128" y="1256"/>
                  </a:cubicBezTo>
                  <a:lnTo>
                    <a:pt x="14312" y="7441"/>
                  </a:lnTo>
                  <a:cubicBezTo>
                    <a:pt x="14691" y="7820"/>
                    <a:pt x="14691" y="8436"/>
                    <a:pt x="14312" y="8815"/>
                  </a:cubicBezTo>
                  <a:lnTo>
                    <a:pt x="13539" y="9588"/>
                  </a:lnTo>
                  <a:cubicBezTo>
                    <a:pt x="13437" y="9677"/>
                    <a:pt x="13370" y="9804"/>
                    <a:pt x="13370" y="9951"/>
                  </a:cubicBezTo>
                  <a:cubicBezTo>
                    <a:pt x="13370" y="10085"/>
                    <a:pt x="13424" y="10206"/>
                    <a:pt x="13513" y="10294"/>
                  </a:cubicBezTo>
                  <a:lnTo>
                    <a:pt x="20437" y="17234"/>
                  </a:lnTo>
                  <a:cubicBezTo>
                    <a:pt x="20437" y="17234"/>
                    <a:pt x="20437" y="20437"/>
                    <a:pt x="20437" y="20437"/>
                  </a:cubicBezTo>
                  <a:close/>
                  <a:moveTo>
                    <a:pt x="21268" y="16689"/>
                  </a:moveTo>
                  <a:lnTo>
                    <a:pt x="14547" y="9955"/>
                  </a:lnTo>
                  <a:lnTo>
                    <a:pt x="14999" y="9502"/>
                  </a:lnTo>
                  <a:cubicBezTo>
                    <a:pt x="15758" y="8743"/>
                    <a:pt x="15758" y="7512"/>
                    <a:pt x="14999" y="6753"/>
                  </a:cubicBezTo>
                  <a:lnTo>
                    <a:pt x="8815" y="569"/>
                  </a:lnTo>
                  <a:cubicBezTo>
                    <a:pt x="8056" y="-190"/>
                    <a:pt x="6825" y="-190"/>
                    <a:pt x="6066" y="569"/>
                  </a:cubicBezTo>
                  <a:lnTo>
                    <a:pt x="569" y="6066"/>
                  </a:lnTo>
                  <a:cubicBezTo>
                    <a:pt x="-190" y="6825"/>
                    <a:pt x="-190" y="8056"/>
                    <a:pt x="569" y="8815"/>
                  </a:cubicBezTo>
                  <a:lnTo>
                    <a:pt x="6754" y="15000"/>
                  </a:lnTo>
                  <a:cubicBezTo>
                    <a:pt x="7513" y="15759"/>
                    <a:pt x="8743" y="15759"/>
                    <a:pt x="9502" y="15000"/>
                  </a:cubicBezTo>
                  <a:lnTo>
                    <a:pt x="9968" y="14533"/>
                  </a:lnTo>
                  <a:lnTo>
                    <a:pt x="12798" y="17377"/>
                  </a:lnTo>
                  <a:cubicBezTo>
                    <a:pt x="12886" y="17465"/>
                    <a:pt x="13008" y="17519"/>
                    <a:pt x="13142" y="17519"/>
                  </a:cubicBezTo>
                  <a:lnTo>
                    <a:pt x="14601" y="17519"/>
                  </a:lnTo>
                  <a:lnTo>
                    <a:pt x="14601" y="18978"/>
                  </a:lnTo>
                  <a:cubicBezTo>
                    <a:pt x="14601" y="19247"/>
                    <a:pt x="14819" y="19464"/>
                    <a:pt x="15087" y="19464"/>
                  </a:cubicBezTo>
                  <a:lnTo>
                    <a:pt x="16546" y="19464"/>
                  </a:lnTo>
                  <a:lnTo>
                    <a:pt x="16546" y="20924"/>
                  </a:lnTo>
                  <a:cubicBezTo>
                    <a:pt x="16546" y="21192"/>
                    <a:pt x="16764" y="21410"/>
                    <a:pt x="17033" y="21410"/>
                  </a:cubicBezTo>
                  <a:lnTo>
                    <a:pt x="20924" y="21410"/>
                  </a:lnTo>
                  <a:cubicBezTo>
                    <a:pt x="21192" y="21410"/>
                    <a:pt x="21410" y="21192"/>
                    <a:pt x="21410" y="20924"/>
                  </a:cubicBezTo>
                  <a:lnTo>
                    <a:pt x="21410" y="17033"/>
                  </a:lnTo>
                  <a:cubicBezTo>
                    <a:pt x="21410" y="16899"/>
                    <a:pt x="21356" y="16777"/>
                    <a:pt x="21268" y="16689"/>
                  </a:cubicBezTo>
                  <a:moveTo>
                    <a:pt x="6819" y="7791"/>
                  </a:moveTo>
                  <a:cubicBezTo>
                    <a:pt x="6282" y="7791"/>
                    <a:pt x="5846" y="7355"/>
                    <a:pt x="5846" y="6820"/>
                  </a:cubicBezTo>
                  <a:cubicBezTo>
                    <a:pt x="5846" y="6282"/>
                    <a:pt x="6282" y="5846"/>
                    <a:pt x="6819" y="5846"/>
                  </a:cubicBezTo>
                  <a:cubicBezTo>
                    <a:pt x="7356" y="5846"/>
                    <a:pt x="7792" y="6282"/>
                    <a:pt x="7792" y="6820"/>
                  </a:cubicBezTo>
                  <a:cubicBezTo>
                    <a:pt x="7792" y="7355"/>
                    <a:pt x="7356" y="7791"/>
                    <a:pt x="6819" y="7791"/>
                  </a:cubicBezTo>
                  <a:moveTo>
                    <a:pt x="6819" y="4873"/>
                  </a:moveTo>
                  <a:cubicBezTo>
                    <a:pt x="5745" y="4873"/>
                    <a:pt x="4874" y="5744"/>
                    <a:pt x="4874" y="6820"/>
                  </a:cubicBezTo>
                  <a:cubicBezTo>
                    <a:pt x="4874" y="7893"/>
                    <a:pt x="5745" y="8765"/>
                    <a:pt x="6819" y="8765"/>
                  </a:cubicBezTo>
                  <a:cubicBezTo>
                    <a:pt x="7893" y="8765"/>
                    <a:pt x="8765" y="7893"/>
                    <a:pt x="8765" y="6820"/>
                  </a:cubicBezTo>
                  <a:cubicBezTo>
                    <a:pt x="8765" y="5744"/>
                    <a:pt x="7893" y="4873"/>
                    <a:pt x="6819" y="487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6055095" y="3805672"/>
            <a:ext cx="540000" cy="540000"/>
            <a:chOff x="6005220" y="3623695"/>
            <a:chExt cx="540000" cy="540000"/>
          </a:xfrm>
        </p:grpSpPr>
        <p:sp>
          <p:nvSpPr>
            <p:cNvPr id="143" name="Rectángulo 142"/>
            <p:cNvSpPr/>
            <p:nvPr/>
          </p:nvSpPr>
          <p:spPr>
            <a:xfrm>
              <a:off x="6005220" y="3623695"/>
              <a:ext cx="540000" cy="540000"/>
            </a:xfrm>
            <a:prstGeom prst="rect">
              <a:avLst/>
            </a:prstGeom>
            <a:solidFill>
              <a:srgbClr val="F6AA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0" name="Shape 3760"/>
            <p:cNvSpPr/>
            <p:nvPr/>
          </p:nvSpPr>
          <p:spPr>
            <a:xfrm rot="20805016">
              <a:off x="6095220" y="3695695"/>
              <a:ext cx="360000" cy="39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11291"/>
                  </a:moveTo>
                  <a:lnTo>
                    <a:pt x="18655" y="7364"/>
                  </a:lnTo>
                  <a:cubicBezTo>
                    <a:pt x="19739" y="7364"/>
                    <a:pt x="20618" y="8243"/>
                    <a:pt x="20618" y="9327"/>
                  </a:cubicBezTo>
                  <a:cubicBezTo>
                    <a:pt x="20618" y="10412"/>
                    <a:pt x="19739" y="11291"/>
                    <a:pt x="18655" y="11291"/>
                  </a:cubicBezTo>
                  <a:moveTo>
                    <a:pt x="17673" y="17182"/>
                  </a:moveTo>
                  <a:cubicBezTo>
                    <a:pt x="17673" y="17453"/>
                    <a:pt x="17453" y="17673"/>
                    <a:pt x="17182" y="17673"/>
                  </a:cubicBezTo>
                  <a:cubicBezTo>
                    <a:pt x="16911" y="17673"/>
                    <a:pt x="16691" y="17453"/>
                    <a:pt x="16691" y="17182"/>
                  </a:cubicBezTo>
                  <a:lnTo>
                    <a:pt x="16691" y="1473"/>
                  </a:lnTo>
                  <a:cubicBezTo>
                    <a:pt x="16691" y="1202"/>
                    <a:pt x="16911" y="982"/>
                    <a:pt x="17182" y="982"/>
                  </a:cubicBezTo>
                  <a:cubicBezTo>
                    <a:pt x="17453" y="982"/>
                    <a:pt x="17673" y="1202"/>
                    <a:pt x="17673" y="1473"/>
                  </a:cubicBezTo>
                  <a:cubicBezTo>
                    <a:pt x="17673" y="1473"/>
                    <a:pt x="17673" y="17182"/>
                    <a:pt x="17673" y="17182"/>
                  </a:cubicBezTo>
                  <a:close/>
                  <a:moveTo>
                    <a:pt x="15709" y="15780"/>
                  </a:moveTo>
                  <a:lnTo>
                    <a:pt x="8836" y="13719"/>
                  </a:lnTo>
                  <a:lnTo>
                    <a:pt x="8836" y="4937"/>
                  </a:lnTo>
                  <a:lnTo>
                    <a:pt x="15709" y="2875"/>
                  </a:lnTo>
                  <a:cubicBezTo>
                    <a:pt x="15709" y="2875"/>
                    <a:pt x="15709" y="15780"/>
                    <a:pt x="15709" y="15780"/>
                  </a:cubicBezTo>
                  <a:close/>
                  <a:moveTo>
                    <a:pt x="9479" y="19636"/>
                  </a:moveTo>
                  <a:lnTo>
                    <a:pt x="9697" y="20618"/>
                  </a:lnTo>
                  <a:lnTo>
                    <a:pt x="6775" y="20618"/>
                  </a:lnTo>
                  <a:lnTo>
                    <a:pt x="6558" y="19636"/>
                  </a:lnTo>
                  <a:cubicBezTo>
                    <a:pt x="6558" y="19636"/>
                    <a:pt x="9479" y="19636"/>
                    <a:pt x="9479" y="19636"/>
                  </a:cubicBezTo>
                  <a:close/>
                  <a:moveTo>
                    <a:pt x="6339" y="18655"/>
                  </a:moveTo>
                  <a:lnTo>
                    <a:pt x="5356" y="14232"/>
                  </a:lnTo>
                  <a:lnTo>
                    <a:pt x="8175" y="14545"/>
                  </a:lnTo>
                  <a:lnTo>
                    <a:pt x="8359" y="14601"/>
                  </a:lnTo>
                  <a:lnTo>
                    <a:pt x="9261" y="18655"/>
                  </a:lnTo>
                  <a:cubicBezTo>
                    <a:pt x="9261" y="18655"/>
                    <a:pt x="6339" y="18655"/>
                    <a:pt x="6339" y="18655"/>
                  </a:cubicBezTo>
                  <a:close/>
                  <a:moveTo>
                    <a:pt x="982" y="12764"/>
                  </a:moveTo>
                  <a:lnTo>
                    <a:pt x="982" y="10800"/>
                  </a:lnTo>
                  <a:lnTo>
                    <a:pt x="3436" y="10800"/>
                  </a:lnTo>
                  <a:cubicBezTo>
                    <a:pt x="3707" y="10800"/>
                    <a:pt x="3927" y="10580"/>
                    <a:pt x="3927" y="10309"/>
                  </a:cubicBezTo>
                  <a:cubicBezTo>
                    <a:pt x="3927" y="10038"/>
                    <a:pt x="3707" y="9818"/>
                    <a:pt x="3436" y="9818"/>
                  </a:cubicBezTo>
                  <a:lnTo>
                    <a:pt x="982" y="9818"/>
                  </a:lnTo>
                  <a:lnTo>
                    <a:pt x="982" y="8836"/>
                  </a:lnTo>
                  <a:lnTo>
                    <a:pt x="2455" y="8836"/>
                  </a:lnTo>
                  <a:cubicBezTo>
                    <a:pt x="2725" y="8836"/>
                    <a:pt x="2945" y="8617"/>
                    <a:pt x="2945" y="8345"/>
                  </a:cubicBezTo>
                  <a:cubicBezTo>
                    <a:pt x="2945" y="8075"/>
                    <a:pt x="2725" y="7855"/>
                    <a:pt x="2455" y="7855"/>
                  </a:cubicBezTo>
                  <a:lnTo>
                    <a:pt x="982" y="7855"/>
                  </a:lnTo>
                  <a:lnTo>
                    <a:pt x="982" y="5891"/>
                  </a:lnTo>
                  <a:lnTo>
                    <a:pt x="7855" y="5128"/>
                  </a:lnTo>
                  <a:lnTo>
                    <a:pt x="7855" y="13528"/>
                  </a:lnTo>
                  <a:cubicBezTo>
                    <a:pt x="7855" y="13528"/>
                    <a:pt x="982" y="12764"/>
                    <a:pt x="982" y="12764"/>
                  </a:cubicBezTo>
                  <a:close/>
                  <a:moveTo>
                    <a:pt x="18655" y="6382"/>
                  </a:moveTo>
                  <a:lnTo>
                    <a:pt x="18655" y="1473"/>
                  </a:lnTo>
                  <a:cubicBezTo>
                    <a:pt x="18655" y="660"/>
                    <a:pt x="17995" y="0"/>
                    <a:pt x="17182" y="0"/>
                  </a:cubicBezTo>
                  <a:cubicBezTo>
                    <a:pt x="16368" y="0"/>
                    <a:pt x="15709" y="660"/>
                    <a:pt x="15709" y="1473"/>
                  </a:cubicBezTo>
                  <a:lnTo>
                    <a:pt x="15709" y="1850"/>
                  </a:lnTo>
                  <a:lnTo>
                    <a:pt x="8175" y="4110"/>
                  </a:lnTo>
                  <a:lnTo>
                    <a:pt x="982" y="4909"/>
                  </a:lnTo>
                  <a:cubicBezTo>
                    <a:pt x="440" y="4909"/>
                    <a:pt x="0" y="5349"/>
                    <a:pt x="0" y="5891"/>
                  </a:cubicBezTo>
                  <a:lnTo>
                    <a:pt x="0" y="12764"/>
                  </a:lnTo>
                  <a:cubicBezTo>
                    <a:pt x="0" y="13305"/>
                    <a:pt x="440" y="13745"/>
                    <a:pt x="982" y="13745"/>
                  </a:cubicBezTo>
                  <a:lnTo>
                    <a:pt x="4325" y="14117"/>
                  </a:lnTo>
                  <a:lnTo>
                    <a:pt x="5903" y="21216"/>
                  </a:lnTo>
                  <a:lnTo>
                    <a:pt x="5912" y="21214"/>
                  </a:lnTo>
                  <a:cubicBezTo>
                    <a:pt x="5961" y="21433"/>
                    <a:pt x="6147" y="21600"/>
                    <a:pt x="6382" y="21600"/>
                  </a:cubicBezTo>
                  <a:lnTo>
                    <a:pt x="10309" y="21600"/>
                  </a:lnTo>
                  <a:cubicBezTo>
                    <a:pt x="10580" y="21600"/>
                    <a:pt x="10800" y="21380"/>
                    <a:pt x="10800" y="21109"/>
                  </a:cubicBezTo>
                  <a:cubicBezTo>
                    <a:pt x="10800" y="21073"/>
                    <a:pt x="10787" y="21039"/>
                    <a:pt x="10779" y="21005"/>
                  </a:cubicBezTo>
                  <a:lnTo>
                    <a:pt x="10788" y="21003"/>
                  </a:lnTo>
                  <a:lnTo>
                    <a:pt x="9437" y="14924"/>
                  </a:lnTo>
                  <a:lnTo>
                    <a:pt x="15709" y="16805"/>
                  </a:lnTo>
                  <a:lnTo>
                    <a:pt x="15709" y="17182"/>
                  </a:lnTo>
                  <a:cubicBezTo>
                    <a:pt x="15709" y="17996"/>
                    <a:pt x="16368" y="18655"/>
                    <a:pt x="17182" y="18655"/>
                  </a:cubicBezTo>
                  <a:cubicBezTo>
                    <a:pt x="17995" y="18655"/>
                    <a:pt x="18655" y="17996"/>
                    <a:pt x="18655" y="17182"/>
                  </a:cubicBezTo>
                  <a:lnTo>
                    <a:pt x="18655" y="12273"/>
                  </a:lnTo>
                  <a:cubicBezTo>
                    <a:pt x="20281" y="12273"/>
                    <a:pt x="21600" y="10954"/>
                    <a:pt x="21600" y="9327"/>
                  </a:cubicBezTo>
                  <a:cubicBezTo>
                    <a:pt x="21600" y="7701"/>
                    <a:pt x="20281" y="6382"/>
                    <a:pt x="18655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48" name="Rectangle 32"/>
          <p:cNvSpPr>
            <a:spLocks noChangeArrowheads="1"/>
          </p:cNvSpPr>
          <p:nvPr/>
        </p:nvSpPr>
        <p:spPr bwMode="auto">
          <a:xfrm>
            <a:off x="4622385" y="3948391"/>
            <a:ext cx="113079" cy="113079"/>
          </a:xfrm>
          <a:prstGeom prst="rect">
            <a:avLst/>
          </a:prstGeom>
          <a:solidFill>
            <a:srgbClr val="2C3F50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511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13 CuadroTexto"/>
          <p:cNvSpPr txBox="1">
            <a:spLocks noChangeArrowheads="1"/>
          </p:cNvSpPr>
          <p:nvPr/>
        </p:nvSpPr>
        <p:spPr bwMode="auto">
          <a:xfrm>
            <a:off x="346853" y="573405"/>
            <a:ext cx="7278287" cy="4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s-E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</a:rPr>
              <a:t>MÓDULO DE SOLICITAR CRÉDITO</a:t>
            </a:r>
          </a:p>
        </p:txBody>
      </p:sp>
      <p:sp>
        <p:nvSpPr>
          <p:cNvPr id="123" name="Text Placeholder 23"/>
          <p:cNvSpPr txBox="1">
            <a:spLocks/>
          </p:cNvSpPr>
          <p:nvPr/>
        </p:nvSpPr>
        <p:spPr>
          <a:xfrm>
            <a:off x="1450100" y="1678626"/>
            <a:ext cx="2268000" cy="777581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INTERFAZ DE INICIO PARA EL CLIENTE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2040366" y="2533728"/>
            <a:ext cx="1148163" cy="1929678"/>
            <a:chOff x="1164953" y="2604613"/>
            <a:chExt cx="1148163" cy="1929678"/>
          </a:xfrm>
        </p:grpSpPr>
        <p:grpSp>
          <p:nvGrpSpPr>
            <p:cNvPr id="42" name="Group 102"/>
            <p:cNvGrpSpPr/>
            <p:nvPr/>
          </p:nvGrpSpPr>
          <p:grpSpPr>
            <a:xfrm>
              <a:off x="1566932" y="2604613"/>
              <a:ext cx="283510" cy="223586"/>
              <a:chOff x="1924702" y="2309895"/>
              <a:chExt cx="423801" cy="33422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43" name="Oval 92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4" name="Group 93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51" name="Oval 100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Oval 101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5" name="Group 94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49" name="Oval 98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Oval 99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6" name="Group 95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47" name="Oval 96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Oval 97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Rounded Rectangle 15"/>
            <p:cNvSpPr/>
            <p:nvPr/>
          </p:nvSpPr>
          <p:spPr>
            <a:xfrm rot="2700000">
              <a:off x="1164953" y="3108682"/>
              <a:ext cx="1087471" cy="1087471"/>
            </a:xfrm>
            <a:prstGeom prst="roundRect">
              <a:avLst/>
            </a:prstGeom>
            <a:solidFill>
              <a:srgbClr val="16A986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ounded Rectangle 6"/>
            <p:cNvSpPr/>
            <p:nvPr/>
          </p:nvSpPr>
          <p:spPr>
            <a:xfrm rot="4623582">
              <a:off x="1225645" y="3446820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Shape 3598"/>
            <p:cNvSpPr>
              <a:spLocks/>
            </p:cNvSpPr>
            <p:nvPr/>
          </p:nvSpPr>
          <p:spPr bwMode="auto">
            <a:xfrm>
              <a:off x="1491982" y="3675425"/>
              <a:ext cx="576106" cy="504000"/>
            </a:xfrm>
            <a:custGeom>
              <a:avLst/>
              <a:gdLst>
                <a:gd name="T0" fmla="*/ 1824985 w 21600"/>
                <a:gd name="T1" fmla="*/ 1814677 h 21600"/>
                <a:gd name="T2" fmla="*/ 1824985 w 21600"/>
                <a:gd name="T3" fmla="*/ 1814677 h 21600"/>
                <a:gd name="T4" fmla="*/ 1824985 w 21600"/>
                <a:gd name="T5" fmla="*/ 1814677 h 21600"/>
                <a:gd name="T6" fmla="*/ 1824985 w 21600"/>
                <a:gd name="T7" fmla="*/ 181467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1291" y="17673"/>
                  </a:moveTo>
                  <a:cubicBezTo>
                    <a:pt x="11562" y="17673"/>
                    <a:pt x="11782" y="17453"/>
                    <a:pt x="11782" y="17182"/>
                  </a:cubicBezTo>
                  <a:cubicBezTo>
                    <a:pt x="11782" y="16911"/>
                    <a:pt x="11562" y="16691"/>
                    <a:pt x="11291" y="16691"/>
                  </a:cubicBezTo>
                  <a:cubicBezTo>
                    <a:pt x="11020" y="16691"/>
                    <a:pt x="10800" y="16911"/>
                    <a:pt x="10800" y="17182"/>
                  </a:cubicBezTo>
                  <a:cubicBezTo>
                    <a:pt x="10800" y="17453"/>
                    <a:pt x="11020" y="17673"/>
                    <a:pt x="11291" y="17673"/>
                  </a:cubicBezTo>
                  <a:moveTo>
                    <a:pt x="17673" y="18655"/>
                  </a:moveTo>
                  <a:lnTo>
                    <a:pt x="13745" y="18655"/>
                  </a:lnTo>
                  <a:lnTo>
                    <a:pt x="13745" y="12273"/>
                  </a:lnTo>
                  <a:cubicBezTo>
                    <a:pt x="13745" y="12002"/>
                    <a:pt x="13525" y="11782"/>
                    <a:pt x="13255" y="11782"/>
                  </a:cubicBezTo>
                  <a:lnTo>
                    <a:pt x="8345" y="11782"/>
                  </a:lnTo>
                  <a:cubicBezTo>
                    <a:pt x="8075" y="11782"/>
                    <a:pt x="7855" y="12002"/>
                    <a:pt x="7855" y="12273"/>
                  </a:cubicBezTo>
                  <a:lnTo>
                    <a:pt x="7855" y="18655"/>
                  </a:lnTo>
                  <a:lnTo>
                    <a:pt x="3927" y="18655"/>
                  </a:lnTo>
                  <a:lnTo>
                    <a:pt x="3927" y="8058"/>
                  </a:lnTo>
                  <a:lnTo>
                    <a:pt x="10800" y="1185"/>
                  </a:lnTo>
                  <a:lnTo>
                    <a:pt x="17673" y="8058"/>
                  </a:lnTo>
                  <a:cubicBezTo>
                    <a:pt x="17673" y="8058"/>
                    <a:pt x="17673" y="18655"/>
                    <a:pt x="17673" y="18655"/>
                  </a:cubicBezTo>
                  <a:close/>
                  <a:moveTo>
                    <a:pt x="17673" y="20618"/>
                  </a:moveTo>
                  <a:lnTo>
                    <a:pt x="13745" y="20618"/>
                  </a:lnTo>
                  <a:lnTo>
                    <a:pt x="13745" y="19636"/>
                  </a:lnTo>
                  <a:lnTo>
                    <a:pt x="17673" y="19636"/>
                  </a:lnTo>
                  <a:cubicBezTo>
                    <a:pt x="17673" y="19636"/>
                    <a:pt x="17673" y="20618"/>
                    <a:pt x="17673" y="20618"/>
                  </a:cubicBezTo>
                  <a:close/>
                  <a:moveTo>
                    <a:pt x="12764" y="20618"/>
                  </a:moveTo>
                  <a:lnTo>
                    <a:pt x="8836" y="20618"/>
                  </a:lnTo>
                  <a:lnTo>
                    <a:pt x="8836" y="12764"/>
                  </a:lnTo>
                  <a:lnTo>
                    <a:pt x="12764" y="12764"/>
                  </a:lnTo>
                  <a:cubicBezTo>
                    <a:pt x="12764" y="12764"/>
                    <a:pt x="12764" y="20618"/>
                    <a:pt x="12764" y="20618"/>
                  </a:cubicBezTo>
                  <a:close/>
                  <a:moveTo>
                    <a:pt x="7855" y="20618"/>
                  </a:moveTo>
                  <a:lnTo>
                    <a:pt x="3927" y="20618"/>
                  </a:lnTo>
                  <a:lnTo>
                    <a:pt x="3927" y="19636"/>
                  </a:lnTo>
                  <a:lnTo>
                    <a:pt x="7855" y="19636"/>
                  </a:lnTo>
                  <a:cubicBezTo>
                    <a:pt x="7855" y="19636"/>
                    <a:pt x="7855" y="20618"/>
                    <a:pt x="7855" y="20618"/>
                  </a:cubicBezTo>
                  <a:close/>
                  <a:moveTo>
                    <a:pt x="14727" y="1964"/>
                  </a:moveTo>
                  <a:lnTo>
                    <a:pt x="16691" y="1964"/>
                  </a:lnTo>
                  <a:lnTo>
                    <a:pt x="16691" y="5688"/>
                  </a:lnTo>
                  <a:lnTo>
                    <a:pt x="14727" y="3724"/>
                  </a:lnTo>
                  <a:cubicBezTo>
                    <a:pt x="14727" y="3724"/>
                    <a:pt x="14727" y="1964"/>
                    <a:pt x="14727" y="1964"/>
                  </a:cubicBezTo>
                  <a:close/>
                  <a:moveTo>
                    <a:pt x="21456" y="10453"/>
                  </a:moveTo>
                  <a:lnTo>
                    <a:pt x="17673" y="6670"/>
                  </a:lnTo>
                  <a:lnTo>
                    <a:pt x="17673" y="1473"/>
                  </a:lnTo>
                  <a:cubicBezTo>
                    <a:pt x="17673" y="1202"/>
                    <a:pt x="17453" y="982"/>
                    <a:pt x="17182" y="982"/>
                  </a:cubicBezTo>
                  <a:lnTo>
                    <a:pt x="14236" y="982"/>
                  </a:lnTo>
                  <a:cubicBezTo>
                    <a:pt x="13966" y="982"/>
                    <a:pt x="13745" y="1202"/>
                    <a:pt x="13745" y="1473"/>
                  </a:cubicBezTo>
                  <a:lnTo>
                    <a:pt x="13745" y="2742"/>
                  </a:lnTo>
                  <a:lnTo>
                    <a:pt x="11147" y="144"/>
                  </a:lnTo>
                  <a:cubicBezTo>
                    <a:pt x="11058" y="55"/>
                    <a:pt x="10935" y="0"/>
                    <a:pt x="10800" y="0"/>
                  </a:cubicBezTo>
                  <a:cubicBezTo>
                    <a:pt x="10665" y="0"/>
                    <a:pt x="10542" y="55"/>
                    <a:pt x="10453" y="144"/>
                  </a:cubicBezTo>
                  <a:lnTo>
                    <a:pt x="144" y="10453"/>
                  </a:lnTo>
                  <a:cubicBezTo>
                    <a:pt x="55" y="10542"/>
                    <a:pt x="0" y="10665"/>
                    <a:pt x="0" y="10800"/>
                  </a:cubicBezTo>
                  <a:cubicBezTo>
                    <a:pt x="0" y="11072"/>
                    <a:pt x="220" y="11291"/>
                    <a:pt x="491" y="11291"/>
                  </a:cubicBezTo>
                  <a:cubicBezTo>
                    <a:pt x="626" y="11291"/>
                    <a:pt x="749" y="11236"/>
                    <a:pt x="838" y="11147"/>
                  </a:cubicBezTo>
                  <a:lnTo>
                    <a:pt x="2945" y="9040"/>
                  </a:lnTo>
                  <a:lnTo>
                    <a:pt x="2945" y="21109"/>
                  </a:lnTo>
                  <a:cubicBezTo>
                    <a:pt x="2945" y="21381"/>
                    <a:pt x="3166" y="21600"/>
                    <a:pt x="3436" y="21600"/>
                  </a:cubicBezTo>
                  <a:lnTo>
                    <a:pt x="18164" y="21600"/>
                  </a:lnTo>
                  <a:cubicBezTo>
                    <a:pt x="18434" y="21600"/>
                    <a:pt x="18655" y="21381"/>
                    <a:pt x="18655" y="21109"/>
                  </a:cubicBezTo>
                  <a:lnTo>
                    <a:pt x="18655" y="9040"/>
                  </a:lnTo>
                  <a:lnTo>
                    <a:pt x="20762" y="11147"/>
                  </a:lnTo>
                  <a:cubicBezTo>
                    <a:pt x="20851" y="11236"/>
                    <a:pt x="20974" y="11291"/>
                    <a:pt x="21109" y="11291"/>
                  </a:cubicBezTo>
                  <a:cubicBezTo>
                    <a:pt x="21380" y="11291"/>
                    <a:pt x="21600" y="11072"/>
                    <a:pt x="21600" y="10800"/>
                  </a:cubicBezTo>
                  <a:cubicBezTo>
                    <a:pt x="21600" y="10665"/>
                    <a:pt x="21545" y="10542"/>
                    <a:pt x="21456" y="10453"/>
                  </a:cubicBezTo>
                </a:path>
              </a:pathLst>
            </a:custGeom>
            <a:solidFill>
              <a:srgbClr val="16A986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sp>
        <p:nvSpPr>
          <p:cNvPr id="127" name="Text Placeholder 23"/>
          <p:cNvSpPr txBox="1">
            <a:spLocks/>
          </p:cNvSpPr>
          <p:nvPr/>
        </p:nvSpPr>
        <p:spPr>
          <a:xfrm>
            <a:off x="3188696" y="5404219"/>
            <a:ext cx="2268000" cy="126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BOTÓN CONSULTA ESTADO</a:t>
            </a:r>
          </a:p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BOTÓN SOLICITAR CRÉDITO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3796147" y="3331621"/>
            <a:ext cx="1140094" cy="1961659"/>
            <a:chOff x="2920734" y="3402506"/>
            <a:chExt cx="1140094" cy="1961659"/>
          </a:xfrm>
        </p:grpSpPr>
        <p:sp>
          <p:nvSpPr>
            <p:cNvPr id="16" name="Rounded Rectangle 11"/>
            <p:cNvSpPr/>
            <p:nvPr/>
          </p:nvSpPr>
          <p:spPr>
            <a:xfrm rot="2700000">
              <a:off x="2920734" y="3784957"/>
              <a:ext cx="1087471" cy="1087471"/>
            </a:xfrm>
            <a:prstGeom prst="roundRect">
              <a:avLst/>
            </a:prstGeom>
            <a:solidFill>
              <a:srgbClr val="F6AA30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ounded Rectangle 17"/>
            <p:cNvSpPr/>
            <p:nvPr/>
          </p:nvSpPr>
          <p:spPr>
            <a:xfrm rot="636097">
              <a:off x="2973357" y="3402506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7" name="Group 147"/>
            <p:cNvGrpSpPr/>
            <p:nvPr/>
          </p:nvGrpSpPr>
          <p:grpSpPr>
            <a:xfrm rot="10800000">
              <a:off x="3318422" y="5140579"/>
              <a:ext cx="283510" cy="223586"/>
              <a:chOff x="1924702" y="2309895"/>
              <a:chExt cx="423801" cy="33422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98" name="Oval 148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9" name="Group 149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06" name="Oval 156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" name="Oval 157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0" name="Group 150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04" name="Oval 154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Oval 155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1" name="Group 151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02" name="Oval 152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" name="Oval 153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8" name="Shape 3624"/>
            <p:cNvSpPr>
              <a:spLocks/>
            </p:cNvSpPr>
            <p:nvPr/>
          </p:nvSpPr>
          <p:spPr bwMode="auto">
            <a:xfrm>
              <a:off x="3296190" y="3693425"/>
              <a:ext cx="468000" cy="468000"/>
            </a:xfrm>
            <a:custGeom>
              <a:avLst/>
              <a:gdLst>
                <a:gd name="T0" fmla="*/ 1824991 w 21600"/>
                <a:gd name="T1" fmla="*/ 1814677 h 21600"/>
                <a:gd name="T2" fmla="*/ 1824991 w 21600"/>
                <a:gd name="T3" fmla="*/ 1814677 h 21600"/>
                <a:gd name="T4" fmla="*/ 1824991 w 21600"/>
                <a:gd name="T5" fmla="*/ 1814677 h 21600"/>
                <a:gd name="T6" fmla="*/ 1824991 w 21600"/>
                <a:gd name="T7" fmla="*/ 181467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9755" y="6010"/>
                  </a:moveTo>
                  <a:lnTo>
                    <a:pt x="18630" y="7136"/>
                  </a:lnTo>
                  <a:lnTo>
                    <a:pt x="14465" y="2970"/>
                  </a:lnTo>
                  <a:lnTo>
                    <a:pt x="15590" y="1845"/>
                  </a:lnTo>
                  <a:cubicBezTo>
                    <a:pt x="15590" y="1845"/>
                    <a:pt x="16391" y="982"/>
                    <a:pt x="17673" y="982"/>
                  </a:cubicBezTo>
                  <a:cubicBezTo>
                    <a:pt x="19300" y="982"/>
                    <a:pt x="20618" y="2300"/>
                    <a:pt x="20618" y="3927"/>
                  </a:cubicBezTo>
                  <a:cubicBezTo>
                    <a:pt x="20618" y="4741"/>
                    <a:pt x="20288" y="5477"/>
                    <a:pt x="19755" y="6010"/>
                  </a:cubicBezTo>
                  <a:moveTo>
                    <a:pt x="7364" y="18402"/>
                  </a:moveTo>
                  <a:lnTo>
                    <a:pt x="7364" y="14727"/>
                  </a:lnTo>
                  <a:cubicBezTo>
                    <a:pt x="7364" y="14456"/>
                    <a:pt x="7144" y="14236"/>
                    <a:pt x="6873" y="14236"/>
                  </a:cubicBezTo>
                  <a:lnTo>
                    <a:pt x="3198" y="14236"/>
                  </a:lnTo>
                  <a:lnTo>
                    <a:pt x="13770" y="3665"/>
                  </a:lnTo>
                  <a:lnTo>
                    <a:pt x="17935" y="7830"/>
                  </a:lnTo>
                  <a:cubicBezTo>
                    <a:pt x="17935" y="7830"/>
                    <a:pt x="7364" y="18402"/>
                    <a:pt x="7364" y="18402"/>
                  </a:cubicBezTo>
                  <a:close/>
                  <a:moveTo>
                    <a:pt x="6382" y="19042"/>
                  </a:moveTo>
                  <a:lnTo>
                    <a:pt x="2945" y="19845"/>
                  </a:lnTo>
                  <a:lnTo>
                    <a:pt x="2945" y="18655"/>
                  </a:lnTo>
                  <a:lnTo>
                    <a:pt x="1755" y="18655"/>
                  </a:lnTo>
                  <a:lnTo>
                    <a:pt x="2558" y="15218"/>
                  </a:lnTo>
                  <a:lnTo>
                    <a:pt x="6382" y="15218"/>
                  </a:lnTo>
                  <a:cubicBezTo>
                    <a:pt x="6382" y="15218"/>
                    <a:pt x="6382" y="19042"/>
                    <a:pt x="6382" y="19042"/>
                  </a:cubicBezTo>
                  <a:close/>
                  <a:moveTo>
                    <a:pt x="17673" y="0"/>
                  </a:moveTo>
                  <a:cubicBezTo>
                    <a:pt x="16588" y="0"/>
                    <a:pt x="15606" y="439"/>
                    <a:pt x="14896" y="1151"/>
                  </a:cubicBezTo>
                  <a:lnTo>
                    <a:pt x="1641" y="14405"/>
                  </a:lnTo>
                  <a:lnTo>
                    <a:pt x="0" y="21600"/>
                  </a:lnTo>
                  <a:lnTo>
                    <a:pt x="7195" y="19959"/>
                  </a:lnTo>
                  <a:lnTo>
                    <a:pt x="20449" y="6704"/>
                  </a:lnTo>
                  <a:cubicBezTo>
                    <a:pt x="21160" y="5994"/>
                    <a:pt x="21600" y="5012"/>
                    <a:pt x="21600" y="3927"/>
                  </a:cubicBezTo>
                  <a:cubicBezTo>
                    <a:pt x="21600" y="1758"/>
                    <a:pt x="19842" y="0"/>
                    <a:pt x="17673" y="0"/>
                  </a:cubicBezTo>
                </a:path>
              </a:pathLst>
            </a:custGeom>
            <a:solidFill>
              <a:srgbClr val="F6AA30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sp>
        <p:nvSpPr>
          <p:cNvPr id="125" name="Text Placeholder 23"/>
          <p:cNvSpPr txBox="1">
            <a:spLocks/>
          </p:cNvSpPr>
          <p:nvPr/>
        </p:nvSpPr>
        <p:spPr>
          <a:xfrm>
            <a:off x="4959950" y="1242191"/>
            <a:ext cx="2268000" cy="126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EVALUACIÓN DE ESTADO CREDITICIO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5533363" y="2533728"/>
            <a:ext cx="1164324" cy="1910862"/>
            <a:chOff x="4657950" y="2604613"/>
            <a:chExt cx="1164324" cy="1910862"/>
          </a:xfrm>
        </p:grpSpPr>
        <p:sp>
          <p:nvSpPr>
            <p:cNvPr id="17" name="Rounded Rectangle 12"/>
            <p:cNvSpPr/>
            <p:nvPr/>
          </p:nvSpPr>
          <p:spPr>
            <a:xfrm rot="2700000">
              <a:off x="4657950" y="3108682"/>
              <a:ext cx="1087471" cy="1087471"/>
            </a:xfrm>
            <a:prstGeom prst="roundRect">
              <a:avLst/>
            </a:prstGeom>
            <a:solidFill>
              <a:srgbClr val="2C3F50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ounded Rectangle 19"/>
            <p:cNvSpPr/>
            <p:nvPr/>
          </p:nvSpPr>
          <p:spPr>
            <a:xfrm rot="4166595">
              <a:off x="4734803" y="3428004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3" name="Group 103"/>
            <p:cNvGrpSpPr/>
            <p:nvPr/>
          </p:nvGrpSpPr>
          <p:grpSpPr>
            <a:xfrm>
              <a:off x="5076782" y="2604613"/>
              <a:ext cx="283510" cy="223586"/>
              <a:chOff x="1924702" y="2309895"/>
              <a:chExt cx="423801" cy="33422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54" name="Oval 104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5" name="Group 105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62" name="Oval 112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Oval 113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6" name="Group 106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60" name="Oval 110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Oval 111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7" name="Group 107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58" name="Oval 108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Oval 109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9" name="Shape 3647"/>
            <p:cNvSpPr>
              <a:spLocks/>
            </p:cNvSpPr>
            <p:nvPr/>
          </p:nvSpPr>
          <p:spPr bwMode="auto">
            <a:xfrm>
              <a:off x="5030498" y="3693425"/>
              <a:ext cx="463795" cy="468000"/>
            </a:xfrm>
            <a:custGeom>
              <a:avLst/>
              <a:gdLst>
                <a:gd name="T0" fmla="*/ 1509117 w 21600"/>
                <a:gd name="T1" fmla="*/ 1824985 h 21600"/>
                <a:gd name="T2" fmla="*/ 1509117 w 21600"/>
                <a:gd name="T3" fmla="*/ 1824985 h 21600"/>
                <a:gd name="T4" fmla="*/ 1509117 w 21600"/>
                <a:gd name="T5" fmla="*/ 1824985 h 21600"/>
                <a:gd name="T6" fmla="*/ 1509117 w 21600"/>
                <a:gd name="T7" fmla="*/ 182498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4909"/>
                  </a:moveTo>
                  <a:cubicBezTo>
                    <a:pt x="5432" y="4909"/>
                    <a:pt x="1080" y="4030"/>
                    <a:pt x="1080" y="2945"/>
                  </a:cubicBezTo>
                  <a:cubicBezTo>
                    <a:pt x="1080" y="1861"/>
                    <a:pt x="5432" y="982"/>
                    <a:pt x="10800" y="982"/>
                  </a:cubicBezTo>
                  <a:cubicBezTo>
                    <a:pt x="16168" y="982"/>
                    <a:pt x="20520" y="1861"/>
                    <a:pt x="20520" y="2945"/>
                  </a:cubicBezTo>
                  <a:cubicBezTo>
                    <a:pt x="20520" y="4030"/>
                    <a:pt x="16168" y="4909"/>
                    <a:pt x="10800" y="4909"/>
                  </a:cubicBezTo>
                  <a:moveTo>
                    <a:pt x="16305" y="8659"/>
                  </a:moveTo>
                  <a:cubicBezTo>
                    <a:pt x="14130" y="10260"/>
                    <a:pt x="11880" y="11916"/>
                    <a:pt x="11880" y="14727"/>
                  </a:cubicBezTo>
                  <a:cubicBezTo>
                    <a:pt x="11880" y="17561"/>
                    <a:pt x="11880" y="19270"/>
                    <a:pt x="11642" y="20135"/>
                  </a:cubicBezTo>
                  <a:cubicBezTo>
                    <a:pt x="11522" y="20573"/>
                    <a:pt x="11509" y="20618"/>
                    <a:pt x="10800" y="20618"/>
                  </a:cubicBezTo>
                  <a:cubicBezTo>
                    <a:pt x="10091" y="20618"/>
                    <a:pt x="10078" y="20573"/>
                    <a:pt x="9957" y="20135"/>
                  </a:cubicBezTo>
                  <a:cubicBezTo>
                    <a:pt x="9818" y="19627"/>
                    <a:pt x="9761" y="18820"/>
                    <a:pt x="9738" y="17673"/>
                  </a:cubicBezTo>
                  <a:lnTo>
                    <a:pt x="10260" y="17673"/>
                  </a:lnTo>
                  <a:cubicBezTo>
                    <a:pt x="10558" y="17673"/>
                    <a:pt x="10800" y="17453"/>
                    <a:pt x="10800" y="17182"/>
                  </a:cubicBezTo>
                  <a:cubicBezTo>
                    <a:pt x="10800" y="16911"/>
                    <a:pt x="10558" y="16691"/>
                    <a:pt x="10260" y="16691"/>
                  </a:cubicBezTo>
                  <a:lnTo>
                    <a:pt x="9724" y="16691"/>
                  </a:lnTo>
                  <a:cubicBezTo>
                    <a:pt x="9722" y="16381"/>
                    <a:pt x="9721" y="16059"/>
                    <a:pt x="9721" y="15709"/>
                  </a:cubicBezTo>
                  <a:lnTo>
                    <a:pt x="10260" y="15709"/>
                  </a:lnTo>
                  <a:cubicBezTo>
                    <a:pt x="10558" y="15709"/>
                    <a:pt x="10800" y="15489"/>
                    <a:pt x="10800" y="15218"/>
                  </a:cubicBezTo>
                  <a:cubicBezTo>
                    <a:pt x="10800" y="14947"/>
                    <a:pt x="10558" y="14727"/>
                    <a:pt x="10260" y="14727"/>
                  </a:cubicBezTo>
                  <a:lnTo>
                    <a:pt x="9720" y="14727"/>
                  </a:lnTo>
                  <a:cubicBezTo>
                    <a:pt x="9720" y="11916"/>
                    <a:pt x="7470" y="10260"/>
                    <a:pt x="5295" y="8659"/>
                  </a:cubicBezTo>
                  <a:cubicBezTo>
                    <a:pt x="3543" y="7370"/>
                    <a:pt x="1872" y="6139"/>
                    <a:pt x="1294" y="4344"/>
                  </a:cubicBezTo>
                  <a:cubicBezTo>
                    <a:pt x="3119" y="5266"/>
                    <a:pt x="6691" y="5891"/>
                    <a:pt x="10800" y="5891"/>
                  </a:cubicBezTo>
                  <a:cubicBezTo>
                    <a:pt x="14905" y="5891"/>
                    <a:pt x="18475" y="5266"/>
                    <a:pt x="20302" y="4347"/>
                  </a:cubicBezTo>
                  <a:cubicBezTo>
                    <a:pt x="19721" y="6143"/>
                    <a:pt x="18053" y="7373"/>
                    <a:pt x="16305" y="8659"/>
                  </a:cubicBezTo>
                  <a:moveTo>
                    <a:pt x="10800" y="0"/>
                  </a:moveTo>
                  <a:cubicBezTo>
                    <a:pt x="4835" y="0"/>
                    <a:pt x="0" y="1319"/>
                    <a:pt x="0" y="2945"/>
                  </a:cubicBezTo>
                  <a:cubicBezTo>
                    <a:pt x="0" y="8836"/>
                    <a:pt x="8640" y="9818"/>
                    <a:pt x="8640" y="14727"/>
                  </a:cubicBezTo>
                  <a:lnTo>
                    <a:pt x="8640" y="15217"/>
                  </a:lnTo>
                  <a:lnTo>
                    <a:pt x="8640" y="15218"/>
                  </a:lnTo>
                  <a:lnTo>
                    <a:pt x="8640" y="15219"/>
                  </a:lnTo>
                  <a:cubicBezTo>
                    <a:pt x="8641" y="15938"/>
                    <a:pt x="8642" y="16572"/>
                    <a:pt x="8649" y="17142"/>
                  </a:cubicBezTo>
                  <a:cubicBezTo>
                    <a:pt x="8647" y="17155"/>
                    <a:pt x="8640" y="17168"/>
                    <a:pt x="8640" y="17182"/>
                  </a:cubicBezTo>
                  <a:cubicBezTo>
                    <a:pt x="8640" y="17199"/>
                    <a:pt x="8648" y="17212"/>
                    <a:pt x="8651" y="17230"/>
                  </a:cubicBezTo>
                  <a:cubicBezTo>
                    <a:pt x="8699" y="20896"/>
                    <a:pt x="8995" y="21600"/>
                    <a:pt x="10800" y="21600"/>
                  </a:cubicBezTo>
                  <a:cubicBezTo>
                    <a:pt x="12960" y="21600"/>
                    <a:pt x="12960" y="20618"/>
                    <a:pt x="12960" y="14727"/>
                  </a:cubicBezTo>
                  <a:cubicBezTo>
                    <a:pt x="12960" y="9818"/>
                    <a:pt x="21600" y="8836"/>
                    <a:pt x="21600" y="2945"/>
                  </a:cubicBezTo>
                  <a:cubicBezTo>
                    <a:pt x="21600" y="1319"/>
                    <a:pt x="16765" y="0"/>
                    <a:pt x="10800" y="0"/>
                  </a:cubicBezTo>
                </a:path>
              </a:pathLst>
            </a:custGeom>
            <a:solidFill>
              <a:srgbClr val="2C3F50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sp>
        <p:nvSpPr>
          <p:cNvPr id="128" name="Text Placeholder 23"/>
          <p:cNvSpPr txBox="1">
            <a:spLocks/>
          </p:cNvSpPr>
          <p:nvPr/>
        </p:nvSpPr>
        <p:spPr>
          <a:xfrm>
            <a:off x="6698546" y="5404219"/>
            <a:ext cx="2268000" cy="107701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FORMULARIO PARA SOLICITUD DE CRÉDITO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7305305" y="3312805"/>
            <a:ext cx="1156255" cy="1980475"/>
            <a:chOff x="6429892" y="3383690"/>
            <a:chExt cx="1156255" cy="1980475"/>
          </a:xfrm>
        </p:grpSpPr>
        <p:sp>
          <p:nvSpPr>
            <p:cNvPr id="18" name="Rounded Rectangle 13"/>
            <p:cNvSpPr/>
            <p:nvPr/>
          </p:nvSpPr>
          <p:spPr>
            <a:xfrm rot="2700000">
              <a:off x="6429892" y="3784957"/>
              <a:ext cx="1087471" cy="1087471"/>
            </a:xfrm>
            <a:prstGeom prst="roundRect">
              <a:avLst/>
            </a:prstGeom>
            <a:solidFill>
              <a:srgbClr val="C1392B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ounded Rectangle 20"/>
            <p:cNvSpPr/>
            <p:nvPr/>
          </p:nvSpPr>
          <p:spPr>
            <a:xfrm rot="19432555">
              <a:off x="6498676" y="3383690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6" name="Group 136"/>
            <p:cNvGrpSpPr/>
            <p:nvPr/>
          </p:nvGrpSpPr>
          <p:grpSpPr>
            <a:xfrm rot="10800000">
              <a:off x="6827580" y="5140579"/>
              <a:ext cx="283510" cy="223586"/>
              <a:chOff x="1924702" y="2309895"/>
              <a:chExt cx="423801" cy="33422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87" name="Oval 137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8" name="Group 138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95" name="Oval 145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" name="Oval 146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9" name="Group 139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93" name="Oval 143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" name="Oval 144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0" name="Group 140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91" name="Oval 141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2" name="Oval 142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0" name="Shape 3749"/>
            <p:cNvSpPr>
              <a:spLocks/>
            </p:cNvSpPr>
            <p:nvPr/>
          </p:nvSpPr>
          <p:spPr bwMode="auto">
            <a:xfrm>
              <a:off x="6835320" y="3675425"/>
              <a:ext cx="504000" cy="504000"/>
            </a:xfrm>
            <a:custGeom>
              <a:avLst/>
              <a:gdLst>
                <a:gd name="T0" fmla="*/ 1824991 w 21600"/>
                <a:gd name="T1" fmla="*/ 1824985 h 21600"/>
                <a:gd name="T2" fmla="*/ 1824991 w 21600"/>
                <a:gd name="T3" fmla="*/ 1824985 h 21600"/>
                <a:gd name="T4" fmla="*/ 1824991 w 21600"/>
                <a:gd name="T5" fmla="*/ 1824985 h 21600"/>
                <a:gd name="T6" fmla="*/ 1824991 w 21600"/>
                <a:gd name="T7" fmla="*/ 182498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800" y="20122"/>
                  </a:moveTo>
                  <a:cubicBezTo>
                    <a:pt x="10800" y="20393"/>
                    <a:pt x="10579" y="20612"/>
                    <a:pt x="10306" y="20612"/>
                  </a:cubicBezTo>
                  <a:cubicBezTo>
                    <a:pt x="10165" y="20612"/>
                    <a:pt x="10039" y="20552"/>
                    <a:pt x="9949" y="20457"/>
                  </a:cubicBezTo>
                  <a:lnTo>
                    <a:pt x="9947" y="20459"/>
                  </a:lnTo>
                  <a:lnTo>
                    <a:pt x="9818" y="20342"/>
                  </a:lnTo>
                  <a:lnTo>
                    <a:pt x="9818" y="1256"/>
                  </a:lnTo>
                  <a:lnTo>
                    <a:pt x="9962" y="1126"/>
                  </a:lnTo>
                  <a:lnTo>
                    <a:pt x="9963" y="1128"/>
                  </a:lnTo>
                  <a:cubicBezTo>
                    <a:pt x="10053" y="1042"/>
                    <a:pt x="10172" y="988"/>
                    <a:pt x="10306" y="988"/>
                  </a:cubicBezTo>
                  <a:cubicBezTo>
                    <a:pt x="10579" y="988"/>
                    <a:pt x="10800" y="1208"/>
                    <a:pt x="10800" y="1479"/>
                  </a:cubicBezTo>
                  <a:cubicBezTo>
                    <a:pt x="10800" y="1479"/>
                    <a:pt x="10800" y="20122"/>
                    <a:pt x="10800" y="20122"/>
                  </a:cubicBezTo>
                  <a:close/>
                  <a:moveTo>
                    <a:pt x="8836" y="19448"/>
                  </a:moveTo>
                  <a:lnTo>
                    <a:pt x="3927" y="14979"/>
                  </a:lnTo>
                  <a:lnTo>
                    <a:pt x="3927" y="6607"/>
                  </a:lnTo>
                  <a:lnTo>
                    <a:pt x="4146" y="6408"/>
                  </a:lnTo>
                  <a:lnTo>
                    <a:pt x="4144" y="6406"/>
                  </a:lnTo>
                  <a:lnTo>
                    <a:pt x="8836" y="2148"/>
                  </a:lnTo>
                  <a:cubicBezTo>
                    <a:pt x="8836" y="2148"/>
                    <a:pt x="8836" y="19448"/>
                    <a:pt x="8836" y="19448"/>
                  </a:cubicBezTo>
                  <a:close/>
                  <a:moveTo>
                    <a:pt x="2945" y="14649"/>
                  </a:moveTo>
                  <a:cubicBezTo>
                    <a:pt x="1825" y="14285"/>
                    <a:pt x="982" y="12700"/>
                    <a:pt x="982" y="10800"/>
                  </a:cubicBezTo>
                  <a:cubicBezTo>
                    <a:pt x="982" y="8901"/>
                    <a:pt x="1825" y="7316"/>
                    <a:pt x="2945" y="6952"/>
                  </a:cubicBezTo>
                  <a:cubicBezTo>
                    <a:pt x="2945" y="6952"/>
                    <a:pt x="2945" y="14649"/>
                    <a:pt x="2945" y="14649"/>
                  </a:cubicBezTo>
                  <a:close/>
                  <a:moveTo>
                    <a:pt x="11787" y="1472"/>
                  </a:moveTo>
                  <a:cubicBezTo>
                    <a:pt x="11787" y="659"/>
                    <a:pt x="11126" y="0"/>
                    <a:pt x="10308" y="0"/>
                  </a:cubicBezTo>
                  <a:cubicBezTo>
                    <a:pt x="9891" y="0"/>
                    <a:pt x="9515" y="175"/>
                    <a:pt x="9246" y="452"/>
                  </a:cubicBezTo>
                  <a:lnTo>
                    <a:pt x="3241" y="5905"/>
                  </a:lnTo>
                  <a:cubicBezTo>
                    <a:pt x="1434" y="6051"/>
                    <a:pt x="0" y="8183"/>
                    <a:pt x="0" y="10800"/>
                  </a:cubicBezTo>
                  <a:cubicBezTo>
                    <a:pt x="0" y="13426"/>
                    <a:pt x="1443" y="15563"/>
                    <a:pt x="3259" y="15697"/>
                  </a:cubicBezTo>
                  <a:lnTo>
                    <a:pt x="9245" y="21148"/>
                  </a:lnTo>
                  <a:cubicBezTo>
                    <a:pt x="9514" y="21426"/>
                    <a:pt x="9891" y="21600"/>
                    <a:pt x="10308" y="21600"/>
                  </a:cubicBezTo>
                  <a:cubicBezTo>
                    <a:pt x="11126" y="21600"/>
                    <a:pt x="11787" y="20941"/>
                    <a:pt x="11787" y="20129"/>
                  </a:cubicBezTo>
                  <a:cubicBezTo>
                    <a:pt x="11787" y="20110"/>
                    <a:pt x="11782" y="20093"/>
                    <a:pt x="11782" y="20074"/>
                  </a:cubicBezTo>
                  <a:lnTo>
                    <a:pt x="11782" y="1527"/>
                  </a:lnTo>
                  <a:cubicBezTo>
                    <a:pt x="11782" y="1508"/>
                    <a:pt x="11787" y="1491"/>
                    <a:pt x="11787" y="1472"/>
                  </a:cubicBezTo>
                  <a:moveTo>
                    <a:pt x="13255" y="7855"/>
                  </a:moveTo>
                  <a:cubicBezTo>
                    <a:pt x="12984" y="7855"/>
                    <a:pt x="12764" y="8075"/>
                    <a:pt x="12764" y="8345"/>
                  </a:cubicBezTo>
                  <a:cubicBezTo>
                    <a:pt x="12764" y="8617"/>
                    <a:pt x="12984" y="8836"/>
                    <a:pt x="13255" y="8836"/>
                  </a:cubicBezTo>
                  <a:cubicBezTo>
                    <a:pt x="14068" y="8836"/>
                    <a:pt x="14727" y="9716"/>
                    <a:pt x="14727" y="10800"/>
                  </a:cubicBezTo>
                  <a:cubicBezTo>
                    <a:pt x="14727" y="11884"/>
                    <a:pt x="14068" y="12764"/>
                    <a:pt x="13255" y="12764"/>
                  </a:cubicBezTo>
                  <a:cubicBezTo>
                    <a:pt x="12984" y="12764"/>
                    <a:pt x="12764" y="12984"/>
                    <a:pt x="12764" y="13255"/>
                  </a:cubicBezTo>
                  <a:cubicBezTo>
                    <a:pt x="12764" y="13526"/>
                    <a:pt x="12984" y="13745"/>
                    <a:pt x="13255" y="13745"/>
                  </a:cubicBezTo>
                  <a:cubicBezTo>
                    <a:pt x="14610" y="13745"/>
                    <a:pt x="15709" y="12427"/>
                    <a:pt x="15709" y="10800"/>
                  </a:cubicBezTo>
                  <a:cubicBezTo>
                    <a:pt x="15709" y="9174"/>
                    <a:pt x="14610" y="7855"/>
                    <a:pt x="13255" y="7855"/>
                  </a:cubicBezTo>
                  <a:moveTo>
                    <a:pt x="17948" y="3495"/>
                  </a:moveTo>
                  <a:lnTo>
                    <a:pt x="17938" y="3509"/>
                  </a:lnTo>
                  <a:cubicBezTo>
                    <a:pt x="17860" y="3458"/>
                    <a:pt x="17773" y="3421"/>
                    <a:pt x="17674" y="3421"/>
                  </a:cubicBezTo>
                  <a:cubicBezTo>
                    <a:pt x="17403" y="3421"/>
                    <a:pt x="17184" y="3642"/>
                    <a:pt x="17184" y="3912"/>
                  </a:cubicBezTo>
                  <a:cubicBezTo>
                    <a:pt x="17184" y="4073"/>
                    <a:pt x="17266" y="4209"/>
                    <a:pt x="17386" y="4298"/>
                  </a:cubicBezTo>
                  <a:cubicBezTo>
                    <a:pt x="19337" y="5712"/>
                    <a:pt x="20618" y="8096"/>
                    <a:pt x="20618" y="10800"/>
                  </a:cubicBezTo>
                  <a:cubicBezTo>
                    <a:pt x="20618" y="13505"/>
                    <a:pt x="19336" y="15889"/>
                    <a:pt x="17385" y="17303"/>
                  </a:cubicBezTo>
                  <a:lnTo>
                    <a:pt x="17389" y="17309"/>
                  </a:lnTo>
                  <a:cubicBezTo>
                    <a:pt x="17275" y="17399"/>
                    <a:pt x="17197" y="17532"/>
                    <a:pt x="17197" y="17688"/>
                  </a:cubicBezTo>
                  <a:cubicBezTo>
                    <a:pt x="17197" y="17959"/>
                    <a:pt x="17417" y="18179"/>
                    <a:pt x="17688" y="18179"/>
                  </a:cubicBezTo>
                  <a:cubicBezTo>
                    <a:pt x="17787" y="18179"/>
                    <a:pt x="17875" y="18143"/>
                    <a:pt x="17952" y="18092"/>
                  </a:cubicBezTo>
                  <a:lnTo>
                    <a:pt x="17957" y="18098"/>
                  </a:lnTo>
                  <a:cubicBezTo>
                    <a:pt x="17982" y="18080"/>
                    <a:pt x="18004" y="18058"/>
                    <a:pt x="18029" y="18040"/>
                  </a:cubicBezTo>
                  <a:cubicBezTo>
                    <a:pt x="18031" y="18037"/>
                    <a:pt x="18034" y="18036"/>
                    <a:pt x="18037" y="18033"/>
                  </a:cubicBezTo>
                  <a:cubicBezTo>
                    <a:pt x="20189" y="16435"/>
                    <a:pt x="21600" y="13794"/>
                    <a:pt x="21600" y="10800"/>
                  </a:cubicBezTo>
                  <a:cubicBezTo>
                    <a:pt x="21600" y="7763"/>
                    <a:pt x="20152" y="5086"/>
                    <a:pt x="17948" y="3495"/>
                  </a:cubicBezTo>
                  <a:moveTo>
                    <a:pt x="15811" y="5611"/>
                  </a:moveTo>
                  <a:lnTo>
                    <a:pt x="15803" y="5625"/>
                  </a:lnTo>
                  <a:cubicBezTo>
                    <a:pt x="15730" y="5584"/>
                    <a:pt x="15651" y="5553"/>
                    <a:pt x="15562" y="5553"/>
                  </a:cubicBezTo>
                  <a:cubicBezTo>
                    <a:pt x="15292" y="5553"/>
                    <a:pt x="15072" y="5774"/>
                    <a:pt x="15072" y="6044"/>
                  </a:cubicBezTo>
                  <a:cubicBezTo>
                    <a:pt x="15072" y="6217"/>
                    <a:pt x="15166" y="6361"/>
                    <a:pt x="15300" y="6449"/>
                  </a:cubicBezTo>
                  <a:lnTo>
                    <a:pt x="15299" y="6451"/>
                  </a:lnTo>
                  <a:cubicBezTo>
                    <a:pt x="16709" y="7271"/>
                    <a:pt x="17673" y="8909"/>
                    <a:pt x="17673" y="10800"/>
                  </a:cubicBezTo>
                  <a:cubicBezTo>
                    <a:pt x="17673" y="12689"/>
                    <a:pt x="16712" y="14326"/>
                    <a:pt x="15305" y="15146"/>
                  </a:cubicBezTo>
                  <a:lnTo>
                    <a:pt x="15309" y="15152"/>
                  </a:lnTo>
                  <a:cubicBezTo>
                    <a:pt x="15174" y="15239"/>
                    <a:pt x="15080" y="15384"/>
                    <a:pt x="15080" y="15556"/>
                  </a:cubicBezTo>
                  <a:cubicBezTo>
                    <a:pt x="15080" y="15827"/>
                    <a:pt x="15300" y="16047"/>
                    <a:pt x="15571" y="16047"/>
                  </a:cubicBezTo>
                  <a:cubicBezTo>
                    <a:pt x="15661" y="16047"/>
                    <a:pt x="15739" y="16017"/>
                    <a:pt x="15812" y="15975"/>
                  </a:cubicBezTo>
                  <a:lnTo>
                    <a:pt x="15819" y="15985"/>
                  </a:lnTo>
                  <a:cubicBezTo>
                    <a:pt x="17507" y="14990"/>
                    <a:pt x="18655" y="13042"/>
                    <a:pt x="18655" y="10800"/>
                  </a:cubicBezTo>
                  <a:cubicBezTo>
                    <a:pt x="18655" y="8556"/>
                    <a:pt x="17503" y="6606"/>
                    <a:pt x="15811" y="5611"/>
                  </a:cubicBezTo>
                </a:path>
              </a:pathLst>
            </a:custGeom>
            <a:solidFill>
              <a:srgbClr val="C1392B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  <p:sp>
        <p:nvSpPr>
          <p:cNvPr id="126" name="Text Placeholder 23"/>
          <p:cNvSpPr txBox="1">
            <a:spLocks/>
          </p:cNvSpPr>
          <p:nvPr/>
        </p:nvSpPr>
        <p:spPr>
          <a:xfrm>
            <a:off x="8469800" y="1244982"/>
            <a:ext cx="2268000" cy="126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VISTA DE CONTROL DE ESTADO DE PRÉSTAMO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9058682" y="2533728"/>
            <a:ext cx="1121176" cy="1915621"/>
            <a:chOff x="8183269" y="2604613"/>
            <a:chExt cx="1121176" cy="1915621"/>
          </a:xfrm>
        </p:grpSpPr>
        <p:sp>
          <p:nvSpPr>
            <p:cNvPr id="19" name="Rounded Rectangle 14"/>
            <p:cNvSpPr/>
            <p:nvPr/>
          </p:nvSpPr>
          <p:spPr>
            <a:xfrm rot="2700000">
              <a:off x="8183269" y="3108682"/>
              <a:ext cx="1087471" cy="1087471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ounded Rectangle 21"/>
            <p:cNvSpPr/>
            <p:nvPr/>
          </p:nvSpPr>
          <p:spPr>
            <a:xfrm rot="4577367">
              <a:off x="8216974" y="3432763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4" name="Group 114"/>
            <p:cNvGrpSpPr/>
            <p:nvPr/>
          </p:nvGrpSpPr>
          <p:grpSpPr>
            <a:xfrm>
              <a:off x="8586632" y="2604613"/>
              <a:ext cx="283510" cy="223586"/>
              <a:chOff x="1924702" y="2309895"/>
              <a:chExt cx="423801" cy="334225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65" name="Oval 115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6" name="Group 116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73" name="Oval 123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4" name="Oval 124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7" name="Group 117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71" name="Oval 121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" name="Oval 122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8" name="Group 118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69" name="Oval 119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Oval 120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41" name="Shape 3661"/>
            <p:cNvSpPr>
              <a:spLocks/>
            </p:cNvSpPr>
            <p:nvPr/>
          </p:nvSpPr>
          <p:spPr bwMode="auto">
            <a:xfrm>
              <a:off x="8556652" y="3711425"/>
              <a:ext cx="432000" cy="432000"/>
            </a:xfrm>
            <a:custGeom>
              <a:avLst/>
              <a:gdLst>
                <a:gd name="T0" fmla="*/ 1814677 w 21600"/>
                <a:gd name="T1" fmla="*/ 1509188 h 21600"/>
                <a:gd name="T2" fmla="*/ 1814677 w 21600"/>
                <a:gd name="T3" fmla="*/ 1509188 h 21600"/>
                <a:gd name="T4" fmla="*/ 1814677 w 21600"/>
                <a:gd name="T5" fmla="*/ 1509188 h 21600"/>
                <a:gd name="T6" fmla="*/ 1814677 w 21600"/>
                <a:gd name="T7" fmla="*/ 1509188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7182" y="12419"/>
                  </a:moveTo>
                  <a:cubicBezTo>
                    <a:pt x="16368" y="12419"/>
                    <a:pt x="15709" y="11695"/>
                    <a:pt x="15709" y="10799"/>
                  </a:cubicBezTo>
                  <a:cubicBezTo>
                    <a:pt x="15709" y="9905"/>
                    <a:pt x="16368" y="9180"/>
                    <a:pt x="17182" y="9180"/>
                  </a:cubicBezTo>
                  <a:cubicBezTo>
                    <a:pt x="17995" y="9180"/>
                    <a:pt x="18655" y="9905"/>
                    <a:pt x="18655" y="10799"/>
                  </a:cubicBezTo>
                  <a:cubicBezTo>
                    <a:pt x="18655" y="11695"/>
                    <a:pt x="17995" y="12419"/>
                    <a:pt x="17182" y="12419"/>
                  </a:cubicBezTo>
                  <a:moveTo>
                    <a:pt x="21109" y="10261"/>
                  </a:moveTo>
                  <a:lnTo>
                    <a:pt x="19587" y="10261"/>
                  </a:lnTo>
                  <a:cubicBezTo>
                    <a:pt x="19360" y="9028"/>
                    <a:pt x="18369" y="8100"/>
                    <a:pt x="17182" y="8100"/>
                  </a:cubicBezTo>
                  <a:cubicBezTo>
                    <a:pt x="15994" y="8100"/>
                    <a:pt x="15004" y="9028"/>
                    <a:pt x="14777" y="10261"/>
                  </a:cubicBezTo>
                  <a:lnTo>
                    <a:pt x="491" y="10261"/>
                  </a:lnTo>
                  <a:cubicBezTo>
                    <a:pt x="220" y="10261"/>
                    <a:pt x="0" y="10502"/>
                    <a:pt x="0" y="10799"/>
                  </a:cubicBezTo>
                  <a:cubicBezTo>
                    <a:pt x="0" y="11098"/>
                    <a:pt x="220" y="11339"/>
                    <a:pt x="491" y="11339"/>
                  </a:cubicBezTo>
                  <a:lnTo>
                    <a:pt x="14777" y="11339"/>
                  </a:lnTo>
                  <a:cubicBezTo>
                    <a:pt x="15004" y="12572"/>
                    <a:pt x="15994" y="13499"/>
                    <a:pt x="17182" y="13499"/>
                  </a:cubicBezTo>
                  <a:cubicBezTo>
                    <a:pt x="18369" y="13499"/>
                    <a:pt x="19360" y="12572"/>
                    <a:pt x="19587" y="11339"/>
                  </a:cubicBezTo>
                  <a:lnTo>
                    <a:pt x="21109" y="11339"/>
                  </a:lnTo>
                  <a:cubicBezTo>
                    <a:pt x="21380" y="11339"/>
                    <a:pt x="21600" y="11098"/>
                    <a:pt x="21600" y="10799"/>
                  </a:cubicBezTo>
                  <a:cubicBezTo>
                    <a:pt x="21600" y="10502"/>
                    <a:pt x="21380" y="10261"/>
                    <a:pt x="21109" y="10261"/>
                  </a:cubicBezTo>
                  <a:moveTo>
                    <a:pt x="5400" y="1080"/>
                  </a:moveTo>
                  <a:cubicBezTo>
                    <a:pt x="6214" y="1080"/>
                    <a:pt x="6873" y="1806"/>
                    <a:pt x="6873" y="2700"/>
                  </a:cubicBezTo>
                  <a:cubicBezTo>
                    <a:pt x="6873" y="3595"/>
                    <a:pt x="6214" y="4320"/>
                    <a:pt x="5400" y="4320"/>
                  </a:cubicBezTo>
                  <a:cubicBezTo>
                    <a:pt x="4586" y="4320"/>
                    <a:pt x="3927" y="3595"/>
                    <a:pt x="3927" y="2700"/>
                  </a:cubicBezTo>
                  <a:cubicBezTo>
                    <a:pt x="3927" y="1806"/>
                    <a:pt x="4586" y="1080"/>
                    <a:pt x="5400" y="1080"/>
                  </a:cubicBezTo>
                  <a:moveTo>
                    <a:pt x="491" y="3240"/>
                  </a:moveTo>
                  <a:lnTo>
                    <a:pt x="2995" y="3240"/>
                  </a:lnTo>
                  <a:cubicBezTo>
                    <a:pt x="3222" y="4473"/>
                    <a:pt x="4213" y="5400"/>
                    <a:pt x="5400" y="5400"/>
                  </a:cubicBezTo>
                  <a:cubicBezTo>
                    <a:pt x="6587" y="5400"/>
                    <a:pt x="7578" y="4473"/>
                    <a:pt x="7805" y="3240"/>
                  </a:cubicBezTo>
                  <a:lnTo>
                    <a:pt x="21109" y="3240"/>
                  </a:lnTo>
                  <a:cubicBezTo>
                    <a:pt x="21380" y="3240"/>
                    <a:pt x="21600" y="2998"/>
                    <a:pt x="21600" y="2700"/>
                  </a:cubicBezTo>
                  <a:cubicBezTo>
                    <a:pt x="21600" y="2402"/>
                    <a:pt x="21380" y="2160"/>
                    <a:pt x="21109" y="2160"/>
                  </a:cubicBezTo>
                  <a:lnTo>
                    <a:pt x="7805" y="2160"/>
                  </a:lnTo>
                  <a:cubicBezTo>
                    <a:pt x="7578" y="928"/>
                    <a:pt x="6587" y="0"/>
                    <a:pt x="5400" y="0"/>
                  </a:cubicBezTo>
                  <a:cubicBezTo>
                    <a:pt x="4213" y="0"/>
                    <a:pt x="3222" y="928"/>
                    <a:pt x="2995" y="2160"/>
                  </a:cubicBezTo>
                  <a:lnTo>
                    <a:pt x="491" y="2160"/>
                  </a:lnTo>
                  <a:cubicBezTo>
                    <a:pt x="220" y="2160"/>
                    <a:pt x="0" y="2402"/>
                    <a:pt x="0" y="2700"/>
                  </a:cubicBezTo>
                  <a:cubicBezTo>
                    <a:pt x="0" y="2998"/>
                    <a:pt x="220" y="3240"/>
                    <a:pt x="491" y="3240"/>
                  </a:cubicBezTo>
                  <a:moveTo>
                    <a:pt x="9327" y="20519"/>
                  </a:moveTo>
                  <a:cubicBezTo>
                    <a:pt x="8514" y="20519"/>
                    <a:pt x="7855" y="19794"/>
                    <a:pt x="7855" y="18899"/>
                  </a:cubicBezTo>
                  <a:cubicBezTo>
                    <a:pt x="7855" y="18005"/>
                    <a:pt x="8514" y="17279"/>
                    <a:pt x="9327" y="17279"/>
                  </a:cubicBezTo>
                  <a:cubicBezTo>
                    <a:pt x="10141" y="17279"/>
                    <a:pt x="10800" y="18005"/>
                    <a:pt x="10800" y="18899"/>
                  </a:cubicBezTo>
                  <a:cubicBezTo>
                    <a:pt x="10800" y="19794"/>
                    <a:pt x="10141" y="20519"/>
                    <a:pt x="9327" y="20519"/>
                  </a:cubicBezTo>
                  <a:moveTo>
                    <a:pt x="21109" y="18359"/>
                  </a:moveTo>
                  <a:lnTo>
                    <a:pt x="11732" y="18359"/>
                  </a:lnTo>
                  <a:cubicBezTo>
                    <a:pt x="11505" y="17127"/>
                    <a:pt x="10515" y="16199"/>
                    <a:pt x="9327" y="16199"/>
                  </a:cubicBezTo>
                  <a:cubicBezTo>
                    <a:pt x="8140" y="16199"/>
                    <a:pt x="7150" y="17127"/>
                    <a:pt x="6922" y="18359"/>
                  </a:cubicBezTo>
                  <a:lnTo>
                    <a:pt x="491" y="18359"/>
                  </a:lnTo>
                  <a:cubicBezTo>
                    <a:pt x="220" y="18359"/>
                    <a:pt x="0" y="18602"/>
                    <a:pt x="0" y="18899"/>
                  </a:cubicBezTo>
                  <a:cubicBezTo>
                    <a:pt x="0" y="19198"/>
                    <a:pt x="220" y="19439"/>
                    <a:pt x="491" y="19439"/>
                  </a:cubicBezTo>
                  <a:lnTo>
                    <a:pt x="6922" y="19439"/>
                  </a:lnTo>
                  <a:cubicBezTo>
                    <a:pt x="7150" y="20672"/>
                    <a:pt x="8140" y="21600"/>
                    <a:pt x="9327" y="21600"/>
                  </a:cubicBezTo>
                  <a:cubicBezTo>
                    <a:pt x="10515" y="21600"/>
                    <a:pt x="11505" y="20672"/>
                    <a:pt x="11732" y="19439"/>
                  </a:cubicBezTo>
                  <a:lnTo>
                    <a:pt x="21109" y="19439"/>
                  </a:lnTo>
                  <a:cubicBezTo>
                    <a:pt x="21380" y="19439"/>
                    <a:pt x="21600" y="19198"/>
                    <a:pt x="21600" y="18899"/>
                  </a:cubicBezTo>
                  <a:cubicBezTo>
                    <a:pt x="21600" y="18602"/>
                    <a:pt x="21380" y="18359"/>
                    <a:pt x="21109" y="18359"/>
                  </a:cubicBez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07885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Conector recto 42"/>
          <p:cNvCxnSpPr/>
          <p:nvPr/>
        </p:nvCxnSpPr>
        <p:spPr>
          <a:xfrm rot="16200000">
            <a:off x="539633" y="3155575"/>
            <a:ext cx="0" cy="1188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/>
          <p:nvPr/>
        </p:nvCxnSpPr>
        <p:spPr>
          <a:xfrm rot="16200000">
            <a:off x="11637510" y="3173575"/>
            <a:ext cx="0" cy="1152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o 29"/>
          <p:cNvGrpSpPr/>
          <p:nvPr/>
        </p:nvGrpSpPr>
        <p:grpSpPr>
          <a:xfrm>
            <a:off x="1324376" y="2625505"/>
            <a:ext cx="2322258" cy="2257639"/>
            <a:chOff x="910876" y="2676349"/>
            <a:chExt cx="2322258" cy="2257639"/>
          </a:xfrm>
        </p:grpSpPr>
        <p:sp>
          <p:nvSpPr>
            <p:cNvPr id="4" name="Shape 3363"/>
            <p:cNvSpPr/>
            <p:nvPr/>
          </p:nvSpPr>
          <p:spPr>
            <a:xfrm>
              <a:off x="910876" y="2676349"/>
              <a:ext cx="2322257" cy="1096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74" y="5863"/>
                  </a:moveTo>
                  <a:cubicBezTo>
                    <a:pt x="15135" y="5863"/>
                    <a:pt x="18676" y="12960"/>
                    <a:pt x="1867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9566"/>
                    <a:pt x="16777" y="0"/>
                    <a:pt x="10774" y="0"/>
                  </a:cubicBezTo>
                  <a:cubicBezTo>
                    <a:pt x="4771" y="0"/>
                    <a:pt x="0" y="9566"/>
                    <a:pt x="0" y="21600"/>
                  </a:cubicBezTo>
                  <a:cubicBezTo>
                    <a:pt x="2924" y="21600"/>
                    <a:pt x="2924" y="21600"/>
                    <a:pt x="2924" y="21600"/>
                  </a:cubicBezTo>
                  <a:cubicBezTo>
                    <a:pt x="2924" y="12960"/>
                    <a:pt x="6465" y="5863"/>
                    <a:pt x="10774" y="58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5" name="Shape 3365"/>
            <p:cNvSpPr/>
            <p:nvPr/>
          </p:nvSpPr>
          <p:spPr>
            <a:xfrm rot="10800000" flipH="1">
              <a:off x="910876" y="3837487"/>
              <a:ext cx="2322258" cy="1096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74" y="5863"/>
                  </a:moveTo>
                  <a:cubicBezTo>
                    <a:pt x="15135" y="5863"/>
                    <a:pt x="18676" y="12960"/>
                    <a:pt x="1867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9566"/>
                    <a:pt x="16777" y="0"/>
                    <a:pt x="10774" y="0"/>
                  </a:cubicBezTo>
                  <a:cubicBezTo>
                    <a:pt x="4771" y="0"/>
                    <a:pt x="0" y="9566"/>
                    <a:pt x="0" y="21600"/>
                  </a:cubicBezTo>
                  <a:cubicBezTo>
                    <a:pt x="2924" y="21600"/>
                    <a:pt x="2924" y="21600"/>
                    <a:pt x="2924" y="21600"/>
                  </a:cubicBezTo>
                  <a:cubicBezTo>
                    <a:pt x="2924" y="12960"/>
                    <a:pt x="6465" y="5863"/>
                    <a:pt x="10774" y="5863"/>
                  </a:cubicBezTo>
                  <a:close/>
                </a:path>
              </a:pathLst>
            </a:custGeom>
            <a:solidFill>
              <a:srgbClr val="16A986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</p:grpSp>
      <p:sp>
        <p:nvSpPr>
          <p:cNvPr id="45" name="Shape 3611"/>
          <p:cNvSpPr>
            <a:spLocks/>
          </p:cNvSpPr>
          <p:nvPr/>
        </p:nvSpPr>
        <p:spPr bwMode="auto">
          <a:xfrm>
            <a:off x="2237960" y="3406952"/>
            <a:ext cx="540000" cy="756000"/>
          </a:xfrm>
          <a:custGeom>
            <a:avLst/>
            <a:gdLst>
              <a:gd name="T0" fmla="*/ 1214787 w 21600"/>
              <a:gd name="T1" fmla="*/ 1824985 h 21600"/>
              <a:gd name="T2" fmla="*/ 1214787 w 21600"/>
              <a:gd name="T3" fmla="*/ 1824985 h 21600"/>
              <a:gd name="T4" fmla="*/ 1214787 w 21600"/>
              <a:gd name="T5" fmla="*/ 1824985 h 21600"/>
              <a:gd name="T6" fmla="*/ 1214787 w 21600"/>
              <a:gd name="T7" fmla="*/ 1824985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16A986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48" name="Text Placeholder 23"/>
          <p:cNvSpPr txBox="1">
            <a:spLocks/>
          </p:cNvSpPr>
          <p:nvPr/>
        </p:nvSpPr>
        <p:spPr>
          <a:xfrm>
            <a:off x="1825520" y="4831054"/>
            <a:ext cx="2322256" cy="1096499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REGISTRO DE SOLICITUDES DE COLABORADORES</a:t>
            </a:r>
          </a:p>
        </p:txBody>
      </p:sp>
      <p:grpSp>
        <p:nvGrpSpPr>
          <p:cNvPr id="31" name="Grupo 30"/>
          <p:cNvGrpSpPr/>
          <p:nvPr/>
        </p:nvGrpSpPr>
        <p:grpSpPr>
          <a:xfrm>
            <a:off x="4934871" y="2628264"/>
            <a:ext cx="2322258" cy="2257639"/>
            <a:chOff x="910876" y="2676349"/>
            <a:chExt cx="2322258" cy="2257639"/>
          </a:xfrm>
        </p:grpSpPr>
        <p:sp>
          <p:nvSpPr>
            <p:cNvPr id="32" name="Shape 3363"/>
            <p:cNvSpPr/>
            <p:nvPr/>
          </p:nvSpPr>
          <p:spPr>
            <a:xfrm>
              <a:off x="910876" y="2676349"/>
              <a:ext cx="2322257" cy="1096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74" y="5863"/>
                  </a:moveTo>
                  <a:cubicBezTo>
                    <a:pt x="15135" y="5863"/>
                    <a:pt x="18676" y="12960"/>
                    <a:pt x="1867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9566"/>
                    <a:pt x="16777" y="0"/>
                    <a:pt x="10774" y="0"/>
                  </a:cubicBezTo>
                  <a:cubicBezTo>
                    <a:pt x="4771" y="0"/>
                    <a:pt x="0" y="9566"/>
                    <a:pt x="0" y="21600"/>
                  </a:cubicBezTo>
                  <a:cubicBezTo>
                    <a:pt x="2924" y="21600"/>
                    <a:pt x="2924" y="21600"/>
                    <a:pt x="2924" y="21600"/>
                  </a:cubicBezTo>
                  <a:cubicBezTo>
                    <a:pt x="2924" y="12960"/>
                    <a:pt x="6465" y="5863"/>
                    <a:pt x="10774" y="58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3" name="Shape 3365"/>
            <p:cNvSpPr/>
            <p:nvPr/>
          </p:nvSpPr>
          <p:spPr>
            <a:xfrm rot="10800000" flipH="1">
              <a:off x="910876" y="3837487"/>
              <a:ext cx="2322258" cy="1096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74" y="5863"/>
                  </a:moveTo>
                  <a:cubicBezTo>
                    <a:pt x="15135" y="5863"/>
                    <a:pt x="18676" y="12960"/>
                    <a:pt x="1867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9566"/>
                    <a:pt x="16777" y="0"/>
                    <a:pt x="10774" y="0"/>
                  </a:cubicBezTo>
                  <a:cubicBezTo>
                    <a:pt x="4771" y="0"/>
                    <a:pt x="0" y="9566"/>
                    <a:pt x="0" y="21600"/>
                  </a:cubicBezTo>
                  <a:cubicBezTo>
                    <a:pt x="2924" y="21600"/>
                    <a:pt x="2924" y="21600"/>
                    <a:pt x="2924" y="21600"/>
                  </a:cubicBezTo>
                  <a:cubicBezTo>
                    <a:pt x="2924" y="12960"/>
                    <a:pt x="6465" y="5863"/>
                    <a:pt x="10774" y="5863"/>
                  </a:cubicBezTo>
                  <a:close/>
                </a:path>
              </a:pathLst>
            </a:custGeom>
            <a:solidFill>
              <a:srgbClr val="F6AA30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</p:grpSp>
      <p:sp>
        <p:nvSpPr>
          <p:cNvPr id="46" name="Shape 3655"/>
          <p:cNvSpPr>
            <a:spLocks/>
          </p:cNvSpPr>
          <p:nvPr/>
        </p:nvSpPr>
        <p:spPr bwMode="auto">
          <a:xfrm>
            <a:off x="5841222" y="3412637"/>
            <a:ext cx="540000" cy="684000"/>
          </a:xfrm>
          <a:custGeom>
            <a:avLst/>
            <a:gdLst>
              <a:gd name="T0" fmla="*/ 1824985 w 21600"/>
              <a:gd name="T1" fmla="*/ 1824985 h 21600"/>
              <a:gd name="T2" fmla="*/ 1824985 w 21600"/>
              <a:gd name="T3" fmla="*/ 1824985 h 21600"/>
              <a:gd name="T4" fmla="*/ 1824985 w 21600"/>
              <a:gd name="T5" fmla="*/ 1824985 h 21600"/>
              <a:gd name="T6" fmla="*/ 1824985 w 21600"/>
              <a:gd name="T7" fmla="*/ 1824985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0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0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2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2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1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1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6"/>
                </a:moveTo>
                <a:lnTo>
                  <a:pt x="4909" y="14728"/>
                </a:lnTo>
                <a:lnTo>
                  <a:pt x="4374" y="16156"/>
                </a:lnTo>
                <a:lnTo>
                  <a:pt x="2945" y="16156"/>
                </a:lnTo>
                <a:lnTo>
                  <a:pt x="4106" y="17049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9"/>
                </a:lnTo>
                <a:lnTo>
                  <a:pt x="6873" y="16156"/>
                </a:lnTo>
                <a:cubicBezTo>
                  <a:pt x="6873" y="16156"/>
                  <a:pt x="5445" y="16156"/>
                  <a:pt x="5445" y="16156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8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8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7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7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1"/>
                  <a:pt x="8836" y="16692"/>
                </a:cubicBezTo>
                <a:cubicBezTo>
                  <a:pt x="8836" y="16962"/>
                  <a:pt x="9056" y="17183"/>
                  <a:pt x="9327" y="17183"/>
                </a:cubicBezTo>
                <a:lnTo>
                  <a:pt x="18164" y="17183"/>
                </a:lnTo>
                <a:cubicBezTo>
                  <a:pt x="18435" y="17183"/>
                  <a:pt x="18655" y="16962"/>
                  <a:pt x="18655" y="16692"/>
                </a:cubicBezTo>
                <a:cubicBezTo>
                  <a:pt x="18655" y="16421"/>
                  <a:pt x="18435" y="16200"/>
                  <a:pt x="18164" y="16200"/>
                </a:cubicBezTo>
              </a:path>
            </a:pathLst>
          </a:custGeom>
          <a:solidFill>
            <a:srgbClr val="F6AA30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grpSp>
        <p:nvGrpSpPr>
          <p:cNvPr id="36" name="Grupo 35"/>
          <p:cNvGrpSpPr/>
          <p:nvPr/>
        </p:nvGrpSpPr>
        <p:grpSpPr>
          <a:xfrm>
            <a:off x="8545366" y="2623814"/>
            <a:ext cx="2322258" cy="2257639"/>
            <a:chOff x="910876" y="2676349"/>
            <a:chExt cx="2322258" cy="2257639"/>
          </a:xfrm>
        </p:grpSpPr>
        <p:sp>
          <p:nvSpPr>
            <p:cNvPr id="37" name="Shape 3363"/>
            <p:cNvSpPr/>
            <p:nvPr/>
          </p:nvSpPr>
          <p:spPr>
            <a:xfrm>
              <a:off x="910876" y="2676349"/>
              <a:ext cx="2322257" cy="1096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74" y="5863"/>
                  </a:moveTo>
                  <a:cubicBezTo>
                    <a:pt x="15135" y="5863"/>
                    <a:pt x="18676" y="12960"/>
                    <a:pt x="1867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9566"/>
                    <a:pt x="16777" y="0"/>
                    <a:pt x="10774" y="0"/>
                  </a:cubicBezTo>
                  <a:cubicBezTo>
                    <a:pt x="4771" y="0"/>
                    <a:pt x="0" y="9566"/>
                    <a:pt x="0" y="21600"/>
                  </a:cubicBezTo>
                  <a:cubicBezTo>
                    <a:pt x="2924" y="21600"/>
                    <a:pt x="2924" y="21600"/>
                    <a:pt x="2924" y="21600"/>
                  </a:cubicBezTo>
                  <a:cubicBezTo>
                    <a:pt x="2924" y="12960"/>
                    <a:pt x="6465" y="5863"/>
                    <a:pt x="10774" y="58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8" name="Shape 3365"/>
            <p:cNvSpPr/>
            <p:nvPr/>
          </p:nvSpPr>
          <p:spPr>
            <a:xfrm rot="10800000" flipH="1">
              <a:off x="910876" y="3837487"/>
              <a:ext cx="2322258" cy="1096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74" y="5863"/>
                  </a:moveTo>
                  <a:cubicBezTo>
                    <a:pt x="15135" y="5863"/>
                    <a:pt x="18676" y="12960"/>
                    <a:pt x="1867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9566"/>
                    <a:pt x="16777" y="0"/>
                    <a:pt x="10774" y="0"/>
                  </a:cubicBezTo>
                  <a:cubicBezTo>
                    <a:pt x="4771" y="0"/>
                    <a:pt x="0" y="9566"/>
                    <a:pt x="0" y="21600"/>
                  </a:cubicBezTo>
                  <a:cubicBezTo>
                    <a:pt x="2924" y="21600"/>
                    <a:pt x="2924" y="21600"/>
                    <a:pt x="2924" y="21600"/>
                  </a:cubicBezTo>
                  <a:cubicBezTo>
                    <a:pt x="2924" y="12960"/>
                    <a:pt x="6465" y="5863"/>
                    <a:pt x="10774" y="5863"/>
                  </a:cubicBezTo>
                  <a:close/>
                </a:path>
              </a:pathLst>
            </a:custGeom>
            <a:solidFill>
              <a:srgbClr val="C1392B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</p:grpSp>
      <p:sp>
        <p:nvSpPr>
          <p:cNvPr id="47" name="Shape 3660"/>
          <p:cNvSpPr>
            <a:spLocks/>
          </p:cNvSpPr>
          <p:nvPr/>
        </p:nvSpPr>
        <p:spPr bwMode="auto">
          <a:xfrm>
            <a:off x="9444484" y="3520637"/>
            <a:ext cx="576000" cy="576000"/>
          </a:xfrm>
          <a:custGeom>
            <a:avLst/>
            <a:gdLst>
              <a:gd name="T0" fmla="*/ 1824991 w 21600"/>
              <a:gd name="T1" fmla="*/ 1824991 h 21600"/>
              <a:gd name="T2" fmla="*/ 1824991 w 21600"/>
              <a:gd name="T3" fmla="*/ 1824991 h 21600"/>
              <a:gd name="T4" fmla="*/ 1824991 w 21600"/>
              <a:gd name="T5" fmla="*/ 1824991 h 21600"/>
              <a:gd name="T6" fmla="*/ 1824991 w 21600"/>
              <a:gd name="T7" fmla="*/ 182499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1"/>
                </a:lnTo>
                <a:cubicBezTo>
                  <a:pt x="19655" y="2641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1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6"/>
                  <a:pt x="299" y="8876"/>
                  <a:pt x="297" y="8877"/>
                </a:cubicBezTo>
                <a:lnTo>
                  <a:pt x="280" y="8884"/>
                </a:lnTo>
                <a:lnTo>
                  <a:pt x="281" y="8887"/>
                </a:lnTo>
                <a:cubicBezTo>
                  <a:pt x="116" y="8967"/>
                  <a:pt x="0" y="9133"/>
                  <a:pt x="0" y="9327"/>
                </a:cubicBezTo>
                <a:cubicBezTo>
                  <a:pt x="0" y="9551"/>
                  <a:pt x="151" y="9732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700"/>
                </a:lnTo>
                <a:cubicBezTo>
                  <a:pt x="21578" y="637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6"/>
                  <a:pt x="7507" y="16344"/>
                </a:cubicBezTo>
                <a:lnTo>
                  <a:pt x="6035" y="17817"/>
                </a:lnTo>
                <a:cubicBezTo>
                  <a:pt x="5946" y="17906"/>
                  <a:pt x="5891" y="18028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1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0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3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2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8"/>
                  <a:pt x="3927" y="14101"/>
                  <a:pt x="3927" y="14237"/>
                </a:cubicBezTo>
                <a:cubicBezTo>
                  <a:pt x="3927" y="14508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C1392B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70" name="Text Placeholder 23"/>
          <p:cNvSpPr txBox="1">
            <a:spLocks/>
          </p:cNvSpPr>
          <p:nvPr/>
        </p:nvSpPr>
        <p:spPr>
          <a:xfrm>
            <a:off x="5496015" y="4947816"/>
            <a:ext cx="1692000" cy="899964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VALIDACIÓN DE SOLICITUDES</a:t>
            </a:r>
          </a:p>
        </p:txBody>
      </p:sp>
      <p:sp>
        <p:nvSpPr>
          <p:cNvPr id="72" name="Text Placeholder 23"/>
          <p:cNvSpPr txBox="1">
            <a:spLocks/>
          </p:cNvSpPr>
          <p:nvPr/>
        </p:nvSpPr>
        <p:spPr>
          <a:xfrm>
            <a:off x="9089480" y="4947816"/>
            <a:ext cx="1972030" cy="1224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OPCIONES PARA APROBAR O RECHAZAR SOLICITUDES</a:t>
            </a:r>
          </a:p>
        </p:txBody>
      </p:sp>
      <p:sp>
        <p:nvSpPr>
          <p:cNvPr id="34" name="13 CuadroTexto"/>
          <p:cNvSpPr txBox="1">
            <a:spLocks noChangeArrowheads="1"/>
          </p:cNvSpPr>
          <p:nvPr/>
        </p:nvSpPr>
        <p:spPr bwMode="auto">
          <a:xfrm>
            <a:off x="82073" y="1402135"/>
            <a:ext cx="8845635" cy="4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s-E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</a:rPr>
              <a:t>MÓDULO EVALUACIPON DE SOLICITUDES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A089001-7375-4B83-BC30-FA1D9172E7DE}"/>
              </a:ext>
            </a:extLst>
          </p:cNvPr>
          <p:cNvCxnSpPr/>
          <p:nvPr/>
        </p:nvCxnSpPr>
        <p:spPr>
          <a:xfrm rot="16200000">
            <a:off x="4285544" y="3155575"/>
            <a:ext cx="0" cy="1188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D4A2438A-25FC-499B-946C-7BC4126714B6}"/>
              </a:ext>
            </a:extLst>
          </p:cNvPr>
          <p:cNvCxnSpPr/>
          <p:nvPr/>
        </p:nvCxnSpPr>
        <p:spPr>
          <a:xfrm rot="16200000">
            <a:off x="7851128" y="3155575"/>
            <a:ext cx="0" cy="1188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065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ángulo 132"/>
          <p:cNvSpPr/>
          <p:nvPr/>
        </p:nvSpPr>
        <p:spPr>
          <a:xfrm>
            <a:off x="4944713" y="1637787"/>
            <a:ext cx="1409353" cy="602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2" name="Rectángulo 131"/>
          <p:cNvSpPr/>
          <p:nvPr/>
        </p:nvSpPr>
        <p:spPr>
          <a:xfrm>
            <a:off x="7433274" y="3376429"/>
            <a:ext cx="1244467" cy="602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Rectángulo 130"/>
          <p:cNvSpPr/>
          <p:nvPr/>
        </p:nvSpPr>
        <p:spPr>
          <a:xfrm>
            <a:off x="2498142" y="3403435"/>
            <a:ext cx="1275967" cy="602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13 CuadroTexto"/>
          <p:cNvSpPr txBox="1">
            <a:spLocks noChangeArrowheads="1"/>
          </p:cNvSpPr>
          <p:nvPr/>
        </p:nvSpPr>
        <p:spPr bwMode="auto">
          <a:xfrm>
            <a:off x="0" y="713821"/>
            <a:ext cx="8537099" cy="4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s-E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</a:rPr>
              <a:t>MÓDULO DE GESTIÓN DE CONTRATOS</a:t>
            </a:r>
          </a:p>
        </p:txBody>
      </p:sp>
      <p:grpSp>
        <p:nvGrpSpPr>
          <p:cNvPr id="65" name="Grupo 64"/>
          <p:cNvGrpSpPr/>
          <p:nvPr/>
        </p:nvGrpSpPr>
        <p:grpSpPr>
          <a:xfrm>
            <a:off x="1167134" y="1486432"/>
            <a:ext cx="1944000" cy="2520000"/>
            <a:chOff x="327214" y="1225249"/>
            <a:chExt cx="1944000" cy="2520000"/>
          </a:xfrm>
          <a:effectLst/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327214" y="1225249"/>
              <a:ext cx="1944000" cy="2520000"/>
            </a:xfrm>
            <a:custGeom>
              <a:avLst/>
              <a:gdLst>
                <a:gd name="T0" fmla="*/ 1319 w 3259"/>
                <a:gd name="T1" fmla="*/ 309 h 4315"/>
                <a:gd name="T2" fmla="*/ 944 w 3259"/>
                <a:gd name="T3" fmla="*/ 459 h 4315"/>
                <a:gd name="T4" fmla="*/ 635 w 3259"/>
                <a:gd name="T5" fmla="*/ 706 h 4315"/>
                <a:gd name="T6" fmla="*/ 411 w 3259"/>
                <a:gd name="T7" fmla="*/ 1033 h 4315"/>
                <a:gd name="T8" fmla="*/ 289 w 3259"/>
                <a:gd name="T9" fmla="*/ 1420 h 4315"/>
                <a:gd name="T10" fmla="*/ 289 w 3259"/>
                <a:gd name="T11" fmla="*/ 1839 h 4315"/>
                <a:gd name="T12" fmla="*/ 411 w 3259"/>
                <a:gd name="T13" fmla="*/ 2226 h 4315"/>
                <a:gd name="T14" fmla="*/ 635 w 3259"/>
                <a:gd name="T15" fmla="*/ 2554 h 4315"/>
                <a:gd name="T16" fmla="*/ 944 w 3259"/>
                <a:gd name="T17" fmla="*/ 2801 h 4315"/>
                <a:gd name="T18" fmla="*/ 1319 w 3259"/>
                <a:gd name="T19" fmla="*/ 2951 h 4315"/>
                <a:gd name="T20" fmla="*/ 1736 w 3259"/>
                <a:gd name="T21" fmla="*/ 2982 h 4315"/>
                <a:gd name="T22" fmla="*/ 2135 w 3259"/>
                <a:gd name="T23" fmla="*/ 2889 h 4315"/>
                <a:gd name="T24" fmla="*/ 2478 w 3259"/>
                <a:gd name="T25" fmla="*/ 2689 h 4315"/>
                <a:gd name="T26" fmla="*/ 2748 w 3259"/>
                <a:gd name="T27" fmla="*/ 2398 h 4315"/>
                <a:gd name="T28" fmla="*/ 2924 w 3259"/>
                <a:gd name="T29" fmla="*/ 2039 h 4315"/>
                <a:gd name="T30" fmla="*/ 2987 w 3259"/>
                <a:gd name="T31" fmla="*/ 1629 h 4315"/>
                <a:gd name="T32" fmla="*/ 2924 w 3259"/>
                <a:gd name="T33" fmla="*/ 1221 h 4315"/>
                <a:gd name="T34" fmla="*/ 2748 w 3259"/>
                <a:gd name="T35" fmla="*/ 861 h 4315"/>
                <a:gd name="T36" fmla="*/ 2478 w 3259"/>
                <a:gd name="T37" fmla="*/ 571 h 4315"/>
                <a:gd name="T38" fmla="*/ 2135 w 3259"/>
                <a:gd name="T39" fmla="*/ 370 h 4315"/>
                <a:gd name="T40" fmla="*/ 1736 w 3259"/>
                <a:gd name="T41" fmla="*/ 277 h 4315"/>
                <a:gd name="T42" fmla="*/ 1860 w 3259"/>
                <a:gd name="T43" fmla="*/ 17 h 4315"/>
                <a:gd name="T44" fmla="*/ 2290 w 3259"/>
                <a:gd name="T45" fmla="*/ 140 h 4315"/>
                <a:gd name="T46" fmla="*/ 2660 w 3259"/>
                <a:gd name="T47" fmla="*/ 368 h 4315"/>
                <a:gd name="T48" fmla="*/ 2958 w 3259"/>
                <a:gd name="T49" fmla="*/ 685 h 4315"/>
                <a:gd name="T50" fmla="*/ 3162 w 3259"/>
                <a:gd name="T51" fmla="*/ 1073 h 4315"/>
                <a:gd name="T52" fmla="*/ 3255 w 3259"/>
                <a:gd name="T53" fmla="*/ 1513 h 4315"/>
                <a:gd name="T54" fmla="*/ 3224 w 3259"/>
                <a:gd name="T55" fmla="*/ 1967 h 4315"/>
                <a:gd name="T56" fmla="*/ 3077 w 3259"/>
                <a:gd name="T57" fmla="*/ 2380 h 4315"/>
                <a:gd name="T58" fmla="*/ 2829 w 3259"/>
                <a:gd name="T59" fmla="*/ 2732 h 4315"/>
                <a:gd name="T60" fmla="*/ 2501 w 3259"/>
                <a:gd name="T61" fmla="*/ 3007 h 4315"/>
                <a:gd name="T62" fmla="*/ 2105 w 3259"/>
                <a:gd name="T63" fmla="*/ 3188 h 4315"/>
                <a:gd name="T64" fmla="*/ 1776 w 3259"/>
                <a:gd name="T65" fmla="*/ 3590 h 4315"/>
                <a:gd name="T66" fmla="*/ 1785 w 3259"/>
                <a:gd name="T67" fmla="*/ 3631 h 4315"/>
                <a:gd name="T68" fmla="*/ 1818 w 3259"/>
                <a:gd name="T69" fmla="*/ 3637 h 4315"/>
                <a:gd name="T70" fmla="*/ 2231 w 3259"/>
                <a:gd name="T71" fmla="*/ 4315 h 4315"/>
                <a:gd name="T72" fmla="*/ 1729 w 3259"/>
                <a:gd name="T73" fmla="*/ 3921 h 4315"/>
                <a:gd name="T74" fmla="*/ 1605 w 3259"/>
                <a:gd name="T75" fmla="*/ 3863 h 4315"/>
                <a:gd name="T76" fmla="*/ 1521 w 3259"/>
                <a:gd name="T77" fmla="*/ 3761 h 4315"/>
                <a:gd name="T78" fmla="*/ 1484 w 3259"/>
                <a:gd name="T79" fmla="*/ 3631 h 4315"/>
                <a:gd name="T80" fmla="*/ 1483 w 3259"/>
                <a:gd name="T81" fmla="*/ 3252 h 4315"/>
                <a:gd name="T82" fmla="*/ 1050 w 3259"/>
                <a:gd name="T83" fmla="*/ 3152 h 4315"/>
                <a:gd name="T84" fmla="*/ 670 w 3259"/>
                <a:gd name="T85" fmla="*/ 2945 h 4315"/>
                <a:gd name="T86" fmla="*/ 360 w 3259"/>
                <a:gd name="T87" fmla="*/ 2649 h 4315"/>
                <a:gd name="T88" fmla="*/ 136 w 3259"/>
                <a:gd name="T89" fmla="*/ 2281 h 4315"/>
                <a:gd name="T90" fmla="*/ 15 w 3259"/>
                <a:gd name="T91" fmla="*/ 1857 h 4315"/>
                <a:gd name="T92" fmla="*/ 17 w 3259"/>
                <a:gd name="T93" fmla="*/ 1399 h 4315"/>
                <a:gd name="T94" fmla="*/ 140 w 3259"/>
                <a:gd name="T95" fmla="*/ 971 h 4315"/>
                <a:gd name="T96" fmla="*/ 368 w 3259"/>
                <a:gd name="T97" fmla="*/ 599 h 4315"/>
                <a:gd name="T98" fmla="*/ 685 w 3259"/>
                <a:gd name="T99" fmla="*/ 303 h 4315"/>
                <a:gd name="T100" fmla="*/ 1073 w 3259"/>
                <a:gd name="T101" fmla="*/ 98 h 4315"/>
                <a:gd name="T102" fmla="*/ 1513 w 3259"/>
                <a:gd name="T103" fmla="*/ 5 h 4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59" h="4315">
                  <a:moveTo>
                    <a:pt x="1629" y="273"/>
                  </a:moveTo>
                  <a:lnTo>
                    <a:pt x="1523" y="277"/>
                  </a:lnTo>
                  <a:lnTo>
                    <a:pt x="1420" y="290"/>
                  </a:lnTo>
                  <a:lnTo>
                    <a:pt x="1319" y="309"/>
                  </a:lnTo>
                  <a:lnTo>
                    <a:pt x="1221" y="335"/>
                  </a:lnTo>
                  <a:lnTo>
                    <a:pt x="1125" y="370"/>
                  </a:lnTo>
                  <a:lnTo>
                    <a:pt x="1033" y="411"/>
                  </a:lnTo>
                  <a:lnTo>
                    <a:pt x="944" y="459"/>
                  </a:lnTo>
                  <a:lnTo>
                    <a:pt x="860" y="512"/>
                  </a:lnTo>
                  <a:lnTo>
                    <a:pt x="780" y="571"/>
                  </a:lnTo>
                  <a:lnTo>
                    <a:pt x="706" y="635"/>
                  </a:lnTo>
                  <a:lnTo>
                    <a:pt x="635" y="706"/>
                  </a:lnTo>
                  <a:lnTo>
                    <a:pt x="571" y="781"/>
                  </a:lnTo>
                  <a:lnTo>
                    <a:pt x="512" y="861"/>
                  </a:lnTo>
                  <a:lnTo>
                    <a:pt x="458" y="944"/>
                  </a:lnTo>
                  <a:lnTo>
                    <a:pt x="411" y="1033"/>
                  </a:lnTo>
                  <a:lnTo>
                    <a:pt x="369" y="1125"/>
                  </a:lnTo>
                  <a:lnTo>
                    <a:pt x="335" y="1221"/>
                  </a:lnTo>
                  <a:lnTo>
                    <a:pt x="309" y="1319"/>
                  </a:lnTo>
                  <a:lnTo>
                    <a:pt x="289" y="1420"/>
                  </a:lnTo>
                  <a:lnTo>
                    <a:pt x="276" y="1523"/>
                  </a:lnTo>
                  <a:lnTo>
                    <a:pt x="272" y="1629"/>
                  </a:lnTo>
                  <a:lnTo>
                    <a:pt x="276" y="1735"/>
                  </a:lnTo>
                  <a:lnTo>
                    <a:pt x="289" y="1839"/>
                  </a:lnTo>
                  <a:lnTo>
                    <a:pt x="309" y="1941"/>
                  </a:lnTo>
                  <a:lnTo>
                    <a:pt x="335" y="2039"/>
                  </a:lnTo>
                  <a:lnTo>
                    <a:pt x="369" y="2135"/>
                  </a:lnTo>
                  <a:lnTo>
                    <a:pt x="411" y="2226"/>
                  </a:lnTo>
                  <a:lnTo>
                    <a:pt x="458" y="2314"/>
                  </a:lnTo>
                  <a:lnTo>
                    <a:pt x="512" y="2398"/>
                  </a:lnTo>
                  <a:lnTo>
                    <a:pt x="571" y="2478"/>
                  </a:lnTo>
                  <a:lnTo>
                    <a:pt x="635" y="2554"/>
                  </a:lnTo>
                  <a:lnTo>
                    <a:pt x="706" y="2623"/>
                  </a:lnTo>
                  <a:lnTo>
                    <a:pt x="780" y="2689"/>
                  </a:lnTo>
                  <a:lnTo>
                    <a:pt x="860" y="2748"/>
                  </a:lnTo>
                  <a:lnTo>
                    <a:pt x="944" y="2801"/>
                  </a:lnTo>
                  <a:lnTo>
                    <a:pt x="1033" y="2848"/>
                  </a:lnTo>
                  <a:lnTo>
                    <a:pt x="1125" y="2889"/>
                  </a:lnTo>
                  <a:lnTo>
                    <a:pt x="1221" y="2923"/>
                  </a:lnTo>
                  <a:lnTo>
                    <a:pt x="1319" y="2951"/>
                  </a:lnTo>
                  <a:lnTo>
                    <a:pt x="1420" y="2970"/>
                  </a:lnTo>
                  <a:lnTo>
                    <a:pt x="1523" y="2982"/>
                  </a:lnTo>
                  <a:lnTo>
                    <a:pt x="1629" y="2986"/>
                  </a:lnTo>
                  <a:lnTo>
                    <a:pt x="1736" y="2982"/>
                  </a:lnTo>
                  <a:lnTo>
                    <a:pt x="1839" y="2970"/>
                  </a:lnTo>
                  <a:lnTo>
                    <a:pt x="1941" y="2951"/>
                  </a:lnTo>
                  <a:lnTo>
                    <a:pt x="2039" y="2923"/>
                  </a:lnTo>
                  <a:lnTo>
                    <a:pt x="2135" y="2889"/>
                  </a:lnTo>
                  <a:lnTo>
                    <a:pt x="2227" y="2848"/>
                  </a:lnTo>
                  <a:lnTo>
                    <a:pt x="2315" y="2801"/>
                  </a:lnTo>
                  <a:lnTo>
                    <a:pt x="2398" y="2748"/>
                  </a:lnTo>
                  <a:lnTo>
                    <a:pt x="2478" y="2689"/>
                  </a:lnTo>
                  <a:lnTo>
                    <a:pt x="2554" y="2623"/>
                  </a:lnTo>
                  <a:lnTo>
                    <a:pt x="2624" y="2554"/>
                  </a:lnTo>
                  <a:lnTo>
                    <a:pt x="2689" y="2478"/>
                  </a:lnTo>
                  <a:lnTo>
                    <a:pt x="2748" y="2398"/>
                  </a:lnTo>
                  <a:lnTo>
                    <a:pt x="2802" y="2314"/>
                  </a:lnTo>
                  <a:lnTo>
                    <a:pt x="2849" y="2226"/>
                  </a:lnTo>
                  <a:lnTo>
                    <a:pt x="2890" y="2135"/>
                  </a:lnTo>
                  <a:lnTo>
                    <a:pt x="2924" y="2039"/>
                  </a:lnTo>
                  <a:lnTo>
                    <a:pt x="2951" y="1941"/>
                  </a:lnTo>
                  <a:lnTo>
                    <a:pt x="2971" y="1839"/>
                  </a:lnTo>
                  <a:lnTo>
                    <a:pt x="2983" y="1735"/>
                  </a:lnTo>
                  <a:lnTo>
                    <a:pt x="2987" y="1629"/>
                  </a:lnTo>
                  <a:lnTo>
                    <a:pt x="2983" y="1523"/>
                  </a:lnTo>
                  <a:lnTo>
                    <a:pt x="2971" y="1420"/>
                  </a:lnTo>
                  <a:lnTo>
                    <a:pt x="2951" y="1319"/>
                  </a:lnTo>
                  <a:lnTo>
                    <a:pt x="2924" y="1221"/>
                  </a:lnTo>
                  <a:lnTo>
                    <a:pt x="2890" y="1125"/>
                  </a:lnTo>
                  <a:lnTo>
                    <a:pt x="2849" y="1033"/>
                  </a:lnTo>
                  <a:lnTo>
                    <a:pt x="2802" y="944"/>
                  </a:lnTo>
                  <a:lnTo>
                    <a:pt x="2748" y="861"/>
                  </a:lnTo>
                  <a:lnTo>
                    <a:pt x="2689" y="781"/>
                  </a:lnTo>
                  <a:lnTo>
                    <a:pt x="2624" y="706"/>
                  </a:lnTo>
                  <a:lnTo>
                    <a:pt x="2554" y="635"/>
                  </a:lnTo>
                  <a:lnTo>
                    <a:pt x="2478" y="571"/>
                  </a:lnTo>
                  <a:lnTo>
                    <a:pt x="2398" y="512"/>
                  </a:lnTo>
                  <a:lnTo>
                    <a:pt x="2315" y="459"/>
                  </a:lnTo>
                  <a:lnTo>
                    <a:pt x="2227" y="411"/>
                  </a:lnTo>
                  <a:lnTo>
                    <a:pt x="2135" y="370"/>
                  </a:lnTo>
                  <a:lnTo>
                    <a:pt x="2039" y="335"/>
                  </a:lnTo>
                  <a:lnTo>
                    <a:pt x="1941" y="309"/>
                  </a:lnTo>
                  <a:lnTo>
                    <a:pt x="1839" y="290"/>
                  </a:lnTo>
                  <a:lnTo>
                    <a:pt x="1736" y="277"/>
                  </a:lnTo>
                  <a:lnTo>
                    <a:pt x="1629" y="273"/>
                  </a:lnTo>
                  <a:close/>
                  <a:moveTo>
                    <a:pt x="1629" y="0"/>
                  </a:moveTo>
                  <a:lnTo>
                    <a:pt x="1746" y="5"/>
                  </a:lnTo>
                  <a:lnTo>
                    <a:pt x="1860" y="17"/>
                  </a:lnTo>
                  <a:lnTo>
                    <a:pt x="1973" y="37"/>
                  </a:lnTo>
                  <a:lnTo>
                    <a:pt x="2081" y="64"/>
                  </a:lnTo>
                  <a:lnTo>
                    <a:pt x="2186" y="98"/>
                  </a:lnTo>
                  <a:lnTo>
                    <a:pt x="2290" y="140"/>
                  </a:lnTo>
                  <a:lnTo>
                    <a:pt x="2388" y="187"/>
                  </a:lnTo>
                  <a:lnTo>
                    <a:pt x="2484" y="242"/>
                  </a:lnTo>
                  <a:lnTo>
                    <a:pt x="2574" y="303"/>
                  </a:lnTo>
                  <a:lnTo>
                    <a:pt x="2660" y="368"/>
                  </a:lnTo>
                  <a:lnTo>
                    <a:pt x="2743" y="440"/>
                  </a:lnTo>
                  <a:lnTo>
                    <a:pt x="2820" y="517"/>
                  </a:lnTo>
                  <a:lnTo>
                    <a:pt x="2891" y="599"/>
                  </a:lnTo>
                  <a:lnTo>
                    <a:pt x="2958" y="685"/>
                  </a:lnTo>
                  <a:lnTo>
                    <a:pt x="3018" y="777"/>
                  </a:lnTo>
                  <a:lnTo>
                    <a:pt x="3072" y="871"/>
                  </a:lnTo>
                  <a:lnTo>
                    <a:pt x="3120" y="971"/>
                  </a:lnTo>
                  <a:lnTo>
                    <a:pt x="3162" y="1073"/>
                  </a:lnTo>
                  <a:lnTo>
                    <a:pt x="3196" y="1179"/>
                  </a:lnTo>
                  <a:lnTo>
                    <a:pt x="3224" y="1287"/>
                  </a:lnTo>
                  <a:lnTo>
                    <a:pt x="3243" y="1399"/>
                  </a:lnTo>
                  <a:lnTo>
                    <a:pt x="3255" y="1513"/>
                  </a:lnTo>
                  <a:lnTo>
                    <a:pt x="3259" y="1629"/>
                  </a:lnTo>
                  <a:lnTo>
                    <a:pt x="3255" y="1744"/>
                  </a:lnTo>
                  <a:lnTo>
                    <a:pt x="3243" y="1857"/>
                  </a:lnTo>
                  <a:lnTo>
                    <a:pt x="3224" y="1967"/>
                  </a:lnTo>
                  <a:lnTo>
                    <a:pt x="3198" y="2076"/>
                  </a:lnTo>
                  <a:lnTo>
                    <a:pt x="3164" y="2181"/>
                  </a:lnTo>
                  <a:lnTo>
                    <a:pt x="3124" y="2281"/>
                  </a:lnTo>
                  <a:lnTo>
                    <a:pt x="3077" y="2380"/>
                  </a:lnTo>
                  <a:lnTo>
                    <a:pt x="3023" y="2474"/>
                  </a:lnTo>
                  <a:lnTo>
                    <a:pt x="2964" y="2564"/>
                  </a:lnTo>
                  <a:lnTo>
                    <a:pt x="2900" y="2651"/>
                  </a:lnTo>
                  <a:lnTo>
                    <a:pt x="2829" y="2732"/>
                  </a:lnTo>
                  <a:lnTo>
                    <a:pt x="2755" y="2808"/>
                  </a:lnTo>
                  <a:lnTo>
                    <a:pt x="2675" y="2880"/>
                  </a:lnTo>
                  <a:lnTo>
                    <a:pt x="2590" y="2945"/>
                  </a:lnTo>
                  <a:lnTo>
                    <a:pt x="2501" y="3007"/>
                  </a:lnTo>
                  <a:lnTo>
                    <a:pt x="2408" y="3062"/>
                  </a:lnTo>
                  <a:lnTo>
                    <a:pt x="2311" y="3110"/>
                  </a:lnTo>
                  <a:lnTo>
                    <a:pt x="2210" y="3152"/>
                  </a:lnTo>
                  <a:lnTo>
                    <a:pt x="2105" y="3188"/>
                  </a:lnTo>
                  <a:lnTo>
                    <a:pt x="1999" y="3216"/>
                  </a:lnTo>
                  <a:lnTo>
                    <a:pt x="1889" y="3237"/>
                  </a:lnTo>
                  <a:lnTo>
                    <a:pt x="1777" y="3252"/>
                  </a:lnTo>
                  <a:lnTo>
                    <a:pt x="1776" y="3590"/>
                  </a:lnTo>
                  <a:lnTo>
                    <a:pt x="1776" y="3600"/>
                  </a:lnTo>
                  <a:lnTo>
                    <a:pt x="1779" y="3613"/>
                  </a:lnTo>
                  <a:lnTo>
                    <a:pt x="1781" y="3624"/>
                  </a:lnTo>
                  <a:lnTo>
                    <a:pt x="1785" y="3631"/>
                  </a:lnTo>
                  <a:lnTo>
                    <a:pt x="1788" y="3631"/>
                  </a:lnTo>
                  <a:lnTo>
                    <a:pt x="1793" y="3634"/>
                  </a:lnTo>
                  <a:lnTo>
                    <a:pt x="1804" y="3635"/>
                  </a:lnTo>
                  <a:lnTo>
                    <a:pt x="1818" y="3637"/>
                  </a:lnTo>
                  <a:lnTo>
                    <a:pt x="2229" y="3637"/>
                  </a:lnTo>
                  <a:lnTo>
                    <a:pt x="2229" y="3252"/>
                  </a:lnTo>
                  <a:lnTo>
                    <a:pt x="2852" y="3783"/>
                  </a:lnTo>
                  <a:lnTo>
                    <a:pt x="2231" y="4315"/>
                  </a:lnTo>
                  <a:lnTo>
                    <a:pt x="2231" y="3930"/>
                  </a:lnTo>
                  <a:lnTo>
                    <a:pt x="1818" y="3930"/>
                  </a:lnTo>
                  <a:lnTo>
                    <a:pt x="1771" y="3929"/>
                  </a:lnTo>
                  <a:lnTo>
                    <a:pt x="1729" y="3921"/>
                  </a:lnTo>
                  <a:lnTo>
                    <a:pt x="1691" y="3910"/>
                  </a:lnTo>
                  <a:lnTo>
                    <a:pt x="1658" y="3897"/>
                  </a:lnTo>
                  <a:lnTo>
                    <a:pt x="1629" y="3882"/>
                  </a:lnTo>
                  <a:lnTo>
                    <a:pt x="1605" y="3863"/>
                  </a:lnTo>
                  <a:lnTo>
                    <a:pt x="1584" y="3846"/>
                  </a:lnTo>
                  <a:lnTo>
                    <a:pt x="1567" y="3828"/>
                  </a:lnTo>
                  <a:lnTo>
                    <a:pt x="1540" y="3795"/>
                  </a:lnTo>
                  <a:lnTo>
                    <a:pt x="1521" y="3761"/>
                  </a:lnTo>
                  <a:lnTo>
                    <a:pt x="1505" y="3727"/>
                  </a:lnTo>
                  <a:lnTo>
                    <a:pt x="1494" y="3693"/>
                  </a:lnTo>
                  <a:lnTo>
                    <a:pt x="1488" y="3662"/>
                  </a:lnTo>
                  <a:lnTo>
                    <a:pt x="1484" y="3631"/>
                  </a:lnTo>
                  <a:lnTo>
                    <a:pt x="1481" y="3607"/>
                  </a:lnTo>
                  <a:lnTo>
                    <a:pt x="1481" y="3584"/>
                  </a:lnTo>
                  <a:lnTo>
                    <a:pt x="1483" y="3567"/>
                  </a:lnTo>
                  <a:lnTo>
                    <a:pt x="1483" y="3252"/>
                  </a:lnTo>
                  <a:lnTo>
                    <a:pt x="1370" y="3237"/>
                  </a:lnTo>
                  <a:lnTo>
                    <a:pt x="1261" y="3216"/>
                  </a:lnTo>
                  <a:lnTo>
                    <a:pt x="1154" y="3188"/>
                  </a:lnTo>
                  <a:lnTo>
                    <a:pt x="1050" y="3152"/>
                  </a:lnTo>
                  <a:lnTo>
                    <a:pt x="949" y="3110"/>
                  </a:lnTo>
                  <a:lnTo>
                    <a:pt x="853" y="3061"/>
                  </a:lnTo>
                  <a:lnTo>
                    <a:pt x="760" y="3007"/>
                  </a:lnTo>
                  <a:lnTo>
                    <a:pt x="670" y="2945"/>
                  </a:lnTo>
                  <a:lnTo>
                    <a:pt x="585" y="2880"/>
                  </a:lnTo>
                  <a:lnTo>
                    <a:pt x="505" y="2808"/>
                  </a:lnTo>
                  <a:lnTo>
                    <a:pt x="429" y="2732"/>
                  </a:lnTo>
                  <a:lnTo>
                    <a:pt x="360" y="2649"/>
                  </a:lnTo>
                  <a:lnTo>
                    <a:pt x="294" y="2564"/>
                  </a:lnTo>
                  <a:lnTo>
                    <a:pt x="236" y="2474"/>
                  </a:lnTo>
                  <a:lnTo>
                    <a:pt x="183" y="2380"/>
                  </a:lnTo>
                  <a:lnTo>
                    <a:pt x="136" y="2281"/>
                  </a:lnTo>
                  <a:lnTo>
                    <a:pt x="95" y="2181"/>
                  </a:lnTo>
                  <a:lnTo>
                    <a:pt x="63" y="2076"/>
                  </a:lnTo>
                  <a:lnTo>
                    <a:pt x="35" y="1967"/>
                  </a:lnTo>
                  <a:lnTo>
                    <a:pt x="15" y="1857"/>
                  </a:lnTo>
                  <a:lnTo>
                    <a:pt x="4" y="1744"/>
                  </a:lnTo>
                  <a:lnTo>
                    <a:pt x="0" y="1629"/>
                  </a:lnTo>
                  <a:lnTo>
                    <a:pt x="5" y="1513"/>
                  </a:lnTo>
                  <a:lnTo>
                    <a:pt x="17" y="1399"/>
                  </a:lnTo>
                  <a:lnTo>
                    <a:pt x="36" y="1287"/>
                  </a:lnTo>
                  <a:lnTo>
                    <a:pt x="64" y="1179"/>
                  </a:lnTo>
                  <a:lnTo>
                    <a:pt x="98" y="1073"/>
                  </a:lnTo>
                  <a:lnTo>
                    <a:pt x="140" y="971"/>
                  </a:lnTo>
                  <a:lnTo>
                    <a:pt x="187" y="871"/>
                  </a:lnTo>
                  <a:lnTo>
                    <a:pt x="242" y="777"/>
                  </a:lnTo>
                  <a:lnTo>
                    <a:pt x="302" y="685"/>
                  </a:lnTo>
                  <a:lnTo>
                    <a:pt x="368" y="599"/>
                  </a:lnTo>
                  <a:lnTo>
                    <a:pt x="440" y="517"/>
                  </a:lnTo>
                  <a:lnTo>
                    <a:pt x="517" y="440"/>
                  </a:lnTo>
                  <a:lnTo>
                    <a:pt x="598" y="368"/>
                  </a:lnTo>
                  <a:lnTo>
                    <a:pt x="685" y="303"/>
                  </a:lnTo>
                  <a:lnTo>
                    <a:pt x="777" y="242"/>
                  </a:lnTo>
                  <a:lnTo>
                    <a:pt x="871" y="187"/>
                  </a:lnTo>
                  <a:lnTo>
                    <a:pt x="970" y="140"/>
                  </a:lnTo>
                  <a:lnTo>
                    <a:pt x="1073" y="98"/>
                  </a:lnTo>
                  <a:lnTo>
                    <a:pt x="1179" y="64"/>
                  </a:lnTo>
                  <a:lnTo>
                    <a:pt x="1287" y="37"/>
                  </a:lnTo>
                  <a:lnTo>
                    <a:pt x="1399" y="17"/>
                  </a:lnTo>
                  <a:lnTo>
                    <a:pt x="1513" y="5"/>
                  </a:lnTo>
                  <a:lnTo>
                    <a:pt x="162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2" name="Grupo 1"/>
            <p:cNvGrpSpPr/>
            <p:nvPr/>
          </p:nvGrpSpPr>
          <p:grpSpPr>
            <a:xfrm>
              <a:off x="497639" y="1382137"/>
              <a:ext cx="1598928" cy="1584000"/>
              <a:chOff x="663782" y="2293153"/>
              <a:chExt cx="2176114" cy="2155039"/>
            </a:xfrm>
          </p:grpSpPr>
          <p:sp>
            <p:nvSpPr>
              <p:cNvPr id="4" name="Freeform 6"/>
              <p:cNvSpPr>
                <a:spLocks/>
              </p:cNvSpPr>
              <p:nvPr/>
            </p:nvSpPr>
            <p:spPr bwMode="auto">
              <a:xfrm>
                <a:off x="663782" y="2305304"/>
                <a:ext cx="941408" cy="2130740"/>
              </a:xfrm>
              <a:custGeom>
                <a:avLst/>
                <a:gdLst>
                  <a:gd name="T0" fmla="*/ 1213 w 1213"/>
                  <a:gd name="T1" fmla="*/ 0 h 2806"/>
                  <a:gd name="T2" fmla="*/ 1213 w 1213"/>
                  <a:gd name="T3" fmla="*/ 2806 h 2806"/>
                  <a:gd name="T4" fmla="*/ 1111 w 1213"/>
                  <a:gd name="T5" fmla="*/ 2788 h 2806"/>
                  <a:gd name="T6" fmla="*/ 1012 w 1213"/>
                  <a:gd name="T7" fmla="*/ 2761 h 2806"/>
                  <a:gd name="T8" fmla="*/ 915 w 1213"/>
                  <a:gd name="T9" fmla="*/ 2730 h 2806"/>
                  <a:gd name="T10" fmla="*/ 824 w 1213"/>
                  <a:gd name="T11" fmla="*/ 2691 h 2806"/>
                  <a:gd name="T12" fmla="*/ 733 w 1213"/>
                  <a:gd name="T13" fmla="*/ 2645 h 2806"/>
                  <a:gd name="T14" fmla="*/ 648 w 1213"/>
                  <a:gd name="T15" fmla="*/ 2594 h 2806"/>
                  <a:gd name="T16" fmla="*/ 567 w 1213"/>
                  <a:gd name="T17" fmla="*/ 2538 h 2806"/>
                  <a:gd name="T18" fmla="*/ 490 w 1213"/>
                  <a:gd name="T19" fmla="*/ 2475 h 2806"/>
                  <a:gd name="T20" fmla="*/ 416 w 1213"/>
                  <a:gd name="T21" fmla="*/ 2407 h 2806"/>
                  <a:gd name="T22" fmla="*/ 349 w 1213"/>
                  <a:gd name="T23" fmla="*/ 2335 h 2806"/>
                  <a:gd name="T24" fmla="*/ 287 w 1213"/>
                  <a:gd name="T25" fmla="*/ 2257 h 2806"/>
                  <a:gd name="T26" fmla="*/ 229 w 1213"/>
                  <a:gd name="T27" fmla="*/ 2176 h 2806"/>
                  <a:gd name="T28" fmla="*/ 178 w 1213"/>
                  <a:gd name="T29" fmla="*/ 2091 h 2806"/>
                  <a:gd name="T30" fmla="*/ 132 w 1213"/>
                  <a:gd name="T31" fmla="*/ 2002 h 2806"/>
                  <a:gd name="T32" fmla="*/ 93 w 1213"/>
                  <a:gd name="T33" fmla="*/ 1909 h 2806"/>
                  <a:gd name="T34" fmla="*/ 60 w 1213"/>
                  <a:gd name="T35" fmla="*/ 1813 h 2806"/>
                  <a:gd name="T36" fmla="*/ 34 w 1213"/>
                  <a:gd name="T37" fmla="*/ 1714 h 2806"/>
                  <a:gd name="T38" fmla="*/ 15 w 1213"/>
                  <a:gd name="T39" fmla="*/ 1613 h 2806"/>
                  <a:gd name="T40" fmla="*/ 4 w 1213"/>
                  <a:gd name="T41" fmla="*/ 1508 h 2806"/>
                  <a:gd name="T42" fmla="*/ 0 w 1213"/>
                  <a:gd name="T43" fmla="*/ 1402 h 2806"/>
                  <a:gd name="T44" fmla="*/ 4 w 1213"/>
                  <a:gd name="T45" fmla="*/ 1296 h 2806"/>
                  <a:gd name="T46" fmla="*/ 15 w 1213"/>
                  <a:gd name="T47" fmla="*/ 1193 h 2806"/>
                  <a:gd name="T48" fmla="*/ 34 w 1213"/>
                  <a:gd name="T49" fmla="*/ 1092 h 2806"/>
                  <a:gd name="T50" fmla="*/ 60 w 1213"/>
                  <a:gd name="T51" fmla="*/ 992 h 2806"/>
                  <a:gd name="T52" fmla="*/ 93 w 1213"/>
                  <a:gd name="T53" fmla="*/ 897 h 2806"/>
                  <a:gd name="T54" fmla="*/ 132 w 1213"/>
                  <a:gd name="T55" fmla="*/ 804 h 2806"/>
                  <a:gd name="T56" fmla="*/ 178 w 1213"/>
                  <a:gd name="T57" fmla="*/ 715 h 2806"/>
                  <a:gd name="T58" fmla="*/ 229 w 1213"/>
                  <a:gd name="T59" fmla="*/ 630 h 2806"/>
                  <a:gd name="T60" fmla="*/ 287 w 1213"/>
                  <a:gd name="T61" fmla="*/ 548 h 2806"/>
                  <a:gd name="T62" fmla="*/ 349 w 1213"/>
                  <a:gd name="T63" fmla="*/ 471 h 2806"/>
                  <a:gd name="T64" fmla="*/ 416 w 1213"/>
                  <a:gd name="T65" fmla="*/ 398 h 2806"/>
                  <a:gd name="T66" fmla="*/ 490 w 1213"/>
                  <a:gd name="T67" fmla="*/ 331 h 2806"/>
                  <a:gd name="T68" fmla="*/ 567 w 1213"/>
                  <a:gd name="T69" fmla="*/ 268 h 2806"/>
                  <a:gd name="T70" fmla="*/ 648 w 1213"/>
                  <a:gd name="T71" fmla="*/ 212 h 2806"/>
                  <a:gd name="T72" fmla="*/ 733 w 1213"/>
                  <a:gd name="T73" fmla="*/ 161 h 2806"/>
                  <a:gd name="T74" fmla="*/ 824 w 1213"/>
                  <a:gd name="T75" fmla="*/ 115 h 2806"/>
                  <a:gd name="T76" fmla="*/ 915 w 1213"/>
                  <a:gd name="T77" fmla="*/ 76 h 2806"/>
                  <a:gd name="T78" fmla="*/ 1012 w 1213"/>
                  <a:gd name="T79" fmla="*/ 43 h 2806"/>
                  <a:gd name="T80" fmla="*/ 1111 w 1213"/>
                  <a:gd name="T81" fmla="*/ 18 h 2806"/>
                  <a:gd name="T82" fmla="*/ 1213 w 1213"/>
                  <a:gd name="T83" fmla="*/ 0 h 2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213" h="2806">
                    <a:moveTo>
                      <a:pt x="1213" y="0"/>
                    </a:moveTo>
                    <a:lnTo>
                      <a:pt x="1213" y="2806"/>
                    </a:lnTo>
                    <a:lnTo>
                      <a:pt x="1111" y="2788"/>
                    </a:lnTo>
                    <a:lnTo>
                      <a:pt x="1012" y="2761"/>
                    </a:lnTo>
                    <a:lnTo>
                      <a:pt x="915" y="2730"/>
                    </a:lnTo>
                    <a:lnTo>
                      <a:pt x="824" y="2691"/>
                    </a:lnTo>
                    <a:lnTo>
                      <a:pt x="733" y="2645"/>
                    </a:lnTo>
                    <a:lnTo>
                      <a:pt x="648" y="2594"/>
                    </a:lnTo>
                    <a:lnTo>
                      <a:pt x="567" y="2538"/>
                    </a:lnTo>
                    <a:lnTo>
                      <a:pt x="490" y="2475"/>
                    </a:lnTo>
                    <a:lnTo>
                      <a:pt x="416" y="2407"/>
                    </a:lnTo>
                    <a:lnTo>
                      <a:pt x="349" y="2335"/>
                    </a:lnTo>
                    <a:lnTo>
                      <a:pt x="287" y="2257"/>
                    </a:lnTo>
                    <a:lnTo>
                      <a:pt x="229" y="2176"/>
                    </a:lnTo>
                    <a:lnTo>
                      <a:pt x="178" y="2091"/>
                    </a:lnTo>
                    <a:lnTo>
                      <a:pt x="132" y="2002"/>
                    </a:lnTo>
                    <a:lnTo>
                      <a:pt x="93" y="1909"/>
                    </a:lnTo>
                    <a:lnTo>
                      <a:pt x="60" y="1813"/>
                    </a:lnTo>
                    <a:lnTo>
                      <a:pt x="34" y="1714"/>
                    </a:lnTo>
                    <a:lnTo>
                      <a:pt x="15" y="1613"/>
                    </a:lnTo>
                    <a:lnTo>
                      <a:pt x="4" y="1508"/>
                    </a:lnTo>
                    <a:lnTo>
                      <a:pt x="0" y="1402"/>
                    </a:lnTo>
                    <a:lnTo>
                      <a:pt x="4" y="1296"/>
                    </a:lnTo>
                    <a:lnTo>
                      <a:pt x="15" y="1193"/>
                    </a:lnTo>
                    <a:lnTo>
                      <a:pt x="34" y="1092"/>
                    </a:lnTo>
                    <a:lnTo>
                      <a:pt x="60" y="992"/>
                    </a:lnTo>
                    <a:lnTo>
                      <a:pt x="93" y="897"/>
                    </a:lnTo>
                    <a:lnTo>
                      <a:pt x="132" y="804"/>
                    </a:lnTo>
                    <a:lnTo>
                      <a:pt x="178" y="715"/>
                    </a:lnTo>
                    <a:lnTo>
                      <a:pt x="229" y="630"/>
                    </a:lnTo>
                    <a:lnTo>
                      <a:pt x="287" y="548"/>
                    </a:lnTo>
                    <a:lnTo>
                      <a:pt x="349" y="471"/>
                    </a:lnTo>
                    <a:lnTo>
                      <a:pt x="416" y="398"/>
                    </a:lnTo>
                    <a:lnTo>
                      <a:pt x="490" y="331"/>
                    </a:lnTo>
                    <a:lnTo>
                      <a:pt x="567" y="268"/>
                    </a:lnTo>
                    <a:lnTo>
                      <a:pt x="648" y="212"/>
                    </a:lnTo>
                    <a:lnTo>
                      <a:pt x="733" y="161"/>
                    </a:lnTo>
                    <a:lnTo>
                      <a:pt x="824" y="115"/>
                    </a:lnTo>
                    <a:lnTo>
                      <a:pt x="915" y="76"/>
                    </a:lnTo>
                    <a:lnTo>
                      <a:pt x="1012" y="43"/>
                    </a:lnTo>
                    <a:lnTo>
                      <a:pt x="1111" y="18"/>
                    </a:lnTo>
                    <a:lnTo>
                      <a:pt x="1213" y="0"/>
                    </a:lnTo>
                    <a:close/>
                  </a:path>
                </a:pathLst>
              </a:custGeom>
              <a:solidFill>
                <a:srgbClr val="16A98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" name="Freeform 7"/>
              <p:cNvSpPr>
                <a:spLocks/>
              </p:cNvSpPr>
              <p:nvPr/>
            </p:nvSpPr>
            <p:spPr bwMode="auto">
              <a:xfrm>
                <a:off x="1605191" y="2293153"/>
                <a:ext cx="1234705" cy="2155039"/>
              </a:xfrm>
              <a:custGeom>
                <a:avLst/>
                <a:gdLst>
                  <a:gd name="T0" fmla="*/ 205 w 1626"/>
                  <a:gd name="T1" fmla="*/ 0 h 2838"/>
                  <a:gd name="T2" fmla="*/ 312 w 1626"/>
                  <a:gd name="T3" fmla="*/ 4 h 2838"/>
                  <a:gd name="T4" fmla="*/ 415 w 1626"/>
                  <a:gd name="T5" fmla="*/ 16 h 2838"/>
                  <a:gd name="T6" fmla="*/ 517 w 1626"/>
                  <a:gd name="T7" fmla="*/ 34 h 2838"/>
                  <a:gd name="T8" fmla="*/ 615 w 1626"/>
                  <a:gd name="T9" fmla="*/ 60 h 2838"/>
                  <a:gd name="T10" fmla="*/ 711 w 1626"/>
                  <a:gd name="T11" fmla="*/ 93 h 2838"/>
                  <a:gd name="T12" fmla="*/ 804 w 1626"/>
                  <a:gd name="T13" fmla="*/ 132 h 2838"/>
                  <a:gd name="T14" fmla="*/ 893 w 1626"/>
                  <a:gd name="T15" fmla="*/ 177 h 2838"/>
                  <a:gd name="T16" fmla="*/ 978 w 1626"/>
                  <a:gd name="T17" fmla="*/ 229 h 2838"/>
                  <a:gd name="T18" fmla="*/ 1060 w 1626"/>
                  <a:gd name="T19" fmla="*/ 285 h 2838"/>
                  <a:gd name="T20" fmla="*/ 1137 w 1626"/>
                  <a:gd name="T21" fmla="*/ 348 h 2838"/>
                  <a:gd name="T22" fmla="*/ 1209 w 1626"/>
                  <a:gd name="T23" fmla="*/ 415 h 2838"/>
                  <a:gd name="T24" fmla="*/ 1277 w 1626"/>
                  <a:gd name="T25" fmla="*/ 488 h 2838"/>
                  <a:gd name="T26" fmla="*/ 1340 w 1626"/>
                  <a:gd name="T27" fmla="*/ 564 h 2838"/>
                  <a:gd name="T28" fmla="*/ 1396 w 1626"/>
                  <a:gd name="T29" fmla="*/ 647 h 2838"/>
                  <a:gd name="T30" fmla="*/ 1447 w 1626"/>
                  <a:gd name="T31" fmla="*/ 732 h 2838"/>
                  <a:gd name="T32" fmla="*/ 1493 w 1626"/>
                  <a:gd name="T33" fmla="*/ 821 h 2838"/>
                  <a:gd name="T34" fmla="*/ 1533 w 1626"/>
                  <a:gd name="T35" fmla="*/ 913 h 2838"/>
                  <a:gd name="T36" fmla="*/ 1565 w 1626"/>
                  <a:gd name="T37" fmla="*/ 1010 h 2838"/>
                  <a:gd name="T38" fmla="*/ 1590 w 1626"/>
                  <a:gd name="T39" fmla="*/ 1108 h 2838"/>
                  <a:gd name="T40" fmla="*/ 1610 w 1626"/>
                  <a:gd name="T41" fmla="*/ 1209 h 2838"/>
                  <a:gd name="T42" fmla="*/ 1622 w 1626"/>
                  <a:gd name="T43" fmla="*/ 1313 h 2838"/>
                  <a:gd name="T44" fmla="*/ 1626 w 1626"/>
                  <a:gd name="T45" fmla="*/ 1418 h 2838"/>
                  <a:gd name="T46" fmla="*/ 1622 w 1626"/>
                  <a:gd name="T47" fmla="*/ 1524 h 2838"/>
                  <a:gd name="T48" fmla="*/ 1610 w 1626"/>
                  <a:gd name="T49" fmla="*/ 1629 h 2838"/>
                  <a:gd name="T50" fmla="*/ 1590 w 1626"/>
                  <a:gd name="T51" fmla="*/ 1730 h 2838"/>
                  <a:gd name="T52" fmla="*/ 1565 w 1626"/>
                  <a:gd name="T53" fmla="*/ 1828 h 2838"/>
                  <a:gd name="T54" fmla="*/ 1533 w 1626"/>
                  <a:gd name="T55" fmla="*/ 1924 h 2838"/>
                  <a:gd name="T56" fmla="*/ 1493 w 1626"/>
                  <a:gd name="T57" fmla="*/ 2017 h 2838"/>
                  <a:gd name="T58" fmla="*/ 1447 w 1626"/>
                  <a:gd name="T59" fmla="*/ 2106 h 2838"/>
                  <a:gd name="T60" fmla="*/ 1396 w 1626"/>
                  <a:gd name="T61" fmla="*/ 2191 h 2838"/>
                  <a:gd name="T62" fmla="*/ 1340 w 1626"/>
                  <a:gd name="T63" fmla="*/ 2272 h 2838"/>
                  <a:gd name="T64" fmla="*/ 1277 w 1626"/>
                  <a:gd name="T65" fmla="*/ 2349 h 2838"/>
                  <a:gd name="T66" fmla="*/ 1209 w 1626"/>
                  <a:gd name="T67" fmla="*/ 2421 h 2838"/>
                  <a:gd name="T68" fmla="*/ 1137 w 1626"/>
                  <a:gd name="T69" fmla="*/ 2489 h 2838"/>
                  <a:gd name="T70" fmla="*/ 1060 w 1626"/>
                  <a:gd name="T71" fmla="*/ 2552 h 2838"/>
                  <a:gd name="T72" fmla="*/ 978 w 1626"/>
                  <a:gd name="T73" fmla="*/ 2609 h 2838"/>
                  <a:gd name="T74" fmla="*/ 893 w 1626"/>
                  <a:gd name="T75" fmla="*/ 2660 h 2838"/>
                  <a:gd name="T76" fmla="*/ 804 w 1626"/>
                  <a:gd name="T77" fmla="*/ 2705 h 2838"/>
                  <a:gd name="T78" fmla="*/ 711 w 1626"/>
                  <a:gd name="T79" fmla="*/ 2745 h 2838"/>
                  <a:gd name="T80" fmla="*/ 615 w 1626"/>
                  <a:gd name="T81" fmla="*/ 2777 h 2838"/>
                  <a:gd name="T82" fmla="*/ 517 w 1626"/>
                  <a:gd name="T83" fmla="*/ 2804 h 2838"/>
                  <a:gd name="T84" fmla="*/ 415 w 1626"/>
                  <a:gd name="T85" fmla="*/ 2822 h 2838"/>
                  <a:gd name="T86" fmla="*/ 312 w 1626"/>
                  <a:gd name="T87" fmla="*/ 2834 h 2838"/>
                  <a:gd name="T88" fmla="*/ 205 w 1626"/>
                  <a:gd name="T89" fmla="*/ 2838 h 2838"/>
                  <a:gd name="T90" fmla="*/ 102 w 1626"/>
                  <a:gd name="T91" fmla="*/ 2834 h 2838"/>
                  <a:gd name="T92" fmla="*/ 0 w 1626"/>
                  <a:gd name="T93" fmla="*/ 2822 h 2838"/>
                  <a:gd name="T94" fmla="*/ 0 w 1626"/>
                  <a:gd name="T95" fmla="*/ 16 h 2838"/>
                  <a:gd name="T96" fmla="*/ 102 w 1626"/>
                  <a:gd name="T97" fmla="*/ 4 h 2838"/>
                  <a:gd name="T98" fmla="*/ 205 w 1626"/>
                  <a:gd name="T99" fmla="*/ 0 h 2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626" h="2838">
                    <a:moveTo>
                      <a:pt x="205" y="0"/>
                    </a:moveTo>
                    <a:lnTo>
                      <a:pt x="312" y="4"/>
                    </a:lnTo>
                    <a:lnTo>
                      <a:pt x="415" y="16"/>
                    </a:lnTo>
                    <a:lnTo>
                      <a:pt x="517" y="34"/>
                    </a:lnTo>
                    <a:lnTo>
                      <a:pt x="615" y="60"/>
                    </a:lnTo>
                    <a:lnTo>
                      <a:pt x="711" y="93"/>
                    </a:lnTo>
                    <a:lnTo>
                      <a:pt x="804" y="132"/>
                    </a:lnTo>
                    <a:lnTo>
                      <a:pt x="893" y="177"/>
                    </a:lnTo>
                    <a:lnTo>
                      <a:pt x="978" y="229"/>
                    </a:lnTo>
                    <a:lnTo>
                      <a:pt x="1060" y="285"/>
                    </a:lnTo>
                    <a:lnTo>
                      <a:pt x="1137" y="348"/>
                    </a:lnTo>
                    <a:lnTo>
                      <a:pt x="1209" y="415"/>
                    </a:lnTo>
                    <a:lnTo>
                      <a:pt x="1277" y="488"/>
                    </a:lnTo>
                    <a:lnTo>
                      <a:pt x="1340" y="564"/>
                    </a:lnTo>
                    <a:lnTo>
                      <a:pt x="1396" y="647"/>
                    </a:lnTo>
                    <a:lnTo>
                      <a:pt x="1447" y="732"/>
                    </a:lnTo>
                    <a:lnTo>
                      <a:pt x="1493" y="821"/>
                    </a:lnTo>
                    <a:lnTo>
                      <a:pt x="1533" y="913"/>
                    </a:lnTo>
                    <a:lnTo>
                      <a:pt x="1565" y="1010"/>
                    </a:lnTo>
                    <a:lnTo>
                      <a:pt x="1590" y="1108"/>
                    </a:lnTo>
                    <a:lnTo>
                      <a:pt x="1610" y="1209"/>
                    </a:lnTo>
                    <a:lnTo>
                      <a:pt x="1622" y="1313"/>
                    </a:lnTo>
                    <a:lnTo>
                      <a:pt x="1626" y="1418"/>
                    </a:lnTo>
                    <a:lnTo>
                      <a:pt x="1622" y="1524"/>
                    </a:lnTo>
                    <a:lnTo>
                      <a:pt x="1610" y="1629"/>
                    </a:lnTo>
                    <a:lnTo>
                      <a:pt x="1590" y="1730"/>
                    </a:lnTo>
                    <a:lnTo>
                      <a:pt x="1565" y="1828"/>
                    </a:lnTo>
                    <a:lnTo>
                      <a:pt x="1533" y="1924"/>
                    </a:lnTo>
                    <a:lnTo>
                      <a:pt x="1493" y="2017"/>
                    </a:lnTo>
                    <a:lnTo>
                      <a:pt x="1447" y="2106"/>
                    </a:lnTo>
                    <a:lnTo>
                      <a:pt x="1396" y="2191"/>
                    </a:lnTo>
                    <a:lnTo>
                      <a:pt x="1340" y="2272"/>
                    </a:lnTo>
                    <a:lnTo>
                      <a:pt x="1277" y="2349"/>
                    </a:lnTo>
                    <a:lnTo>
                      <a:pt x="1209" y="2421"/>
                    </a:lnTo>
                    <a:lnTo>
                      <a:pt x="1137" y="2489"/>
                    </a:lnTo>
                    <a:lnTo>
                      <a:pt x="1060" y="2552"/>
                    </a:lnTo>
                    <a:lnTo>
                      <a:pt x="978" y="2609"/>
                    </a:lnTo>
                    <a:lnTo>
                      <a:pt x="893" y="2660"/>
                    </a:lnTo>
                    <a:lnTo>
                      <a:pt x="804" y="2705"/>
                    </a:lnTo>
                    <a:lnTo>
                      <a:pt x="711" y="2745"/>
                    </a:lnTo>
                    <a:lnTo>
                      <a:pt x="615" y="2777"/>
                    </a:lnTo>
                    <a:lnTo>
                      <a:pt x="517" y="2804"/>
                    </a:lnTo>
                    <a:lnTo>
                      <a:pt x="415" y="2822"/>
                    </a:lnTo>
                    <a:lnTo>
                      <a:pt x="312" y="2834"/>
                    </a:lnTo>
                    <a:lnTo>
                      <a:pt x="205" y="2838"/>
                    </a:lnTo>
                    <a:lnTo>
                      <a:pt x="102" y="2834"/>
                    </a:lnTo>
                    <a:lnTo>
                      <a:pt x="0" y="2822"/>
                    </a:lnTo>
                    <a:lnTo>
                      <a:pt x="0" y="16"/>
                    </a:lnTo>
                    <a:lnTo>
                      <a:pt x="102" y="4"/>
                    </a:lnTo>
                    <a:lnTo>
                      <a:pt x="205" y="0"/>
                    </a:lnTo>
                    <a:close/>
                  </a:path>
                </a:pathLst>
              </a:custGeom>
              <a:gradFill>
                <a:gsLst>
                  <a:gs pos="0">
                    <a:srgbClr val="16A986"/>
                  </a:gs>
                  <a:gs pos="50000">
                    <a:srgbClr val="16A986">
                      <a:alpha val="60000"/>
                      <a:lumMod val="98000"/>
                      <a:lumOff val="2000"/>
                    </a:srgbClr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7" name="TextBox 35"/>
            <p:cNvSpPr txBox="1"/>
            <p:nvPr/>
          </p:nvSpPr>
          <p:spPr>
            <a:xfrm>
              <a:off x="555855" y="2019077"/>
              <a:ext cx="639919" cy="584775"/>
            </a:xfrm>
            <a:prstGeom prst="rect">
              <a:avLst/>
            </a:prstGeom>
            <a:noFill/>
            <a:effectLst>
              <a:outerShdw blurRad="38100" dist="25400" dir="2700000" algn="tl" rotWithShape="0">
                <a:prstClr val="black">
                  <a:alpha val="39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3200" b="1" dirty="0">
                  <a:solidFill>
                    <a:schemeClr val="bg1"/>
                  </a:solidFill>
                  <a:latin typeface="Roboto"/>
                  <a:cs typeface="Arial" panose="020B0604020202020204" pitchFamily="34" charset="0"/>
                </a:rPr>
                <a:t>01</a:t>
              </a:r>
            </a:p>
          </p:txBody>
        </p:sp>
        <p:grpSp>
          <p:nvGrpSpPr>
            <p:cNvPr id="36" name="Group 57"/>
            <p:cNvGrpSpPr/>
            <p:nvPr/>
          </p:nvGrpSpPr>
          <p:grpSpPr>
            <a:xfrm>
              <a:off x="1374705" y="1755160"/>
              <a:ext cx="432000" cy="540000"/>
              <a:chOff x="3824288" y="2613025"/>
              <a:chExt cx="1701228" cy="1989517"/>
            </a:xfrm>
            <a:solidFill>
              <a:schemeClr val="bg1"/>
            </a:solidFill>
          </p:grpSpPr>
          <p:sp>
            <p:nvSpPr>
              <p:cNvPr id="37" name="Freeform 15"/>
              <p:cNvSpPr>
                <a:spLocks noEditPoints="1"/>
              </p:cNvSpPr>
              <p:nvPr/>
            </p:nvSpPr>
            <p:spPr bwMode="auto">
              <a:xfrm>
                <a:off x="3824288" y="2613025"/>
                <a:ext cx="1701228" cy="1989517"/>
              </a:xfrm>
              <a:custGeom>
                <a:avLst/>
                <a:gdLst>
                  <a:gd name="T0" fmla="*/ 200 w 1235"/>
                  <a:gd name="T1" fmla="*/ 599 h 1400"/>
                  <a:gd name="T2" fmla="*/ 215 w 1235"/>
                  <a:gd name="T3" fmla="*/ 1152 h 1400"/>
                  <a:gd name="T4" fmla="*/ 896 w 1235"/>
                  <a:gd name="T5" fmla="*/ 1062 h 1400"/>
                  <a:gd name="T6" fmla="*/ 1047 w 1235"/>
                  <a:gd name="T7" fmla="*/ 915 h 1400"/>
                  <a:gd name="T8" fmla="*/ 1140 w 1235"/>
                  <a:gd name="T9" fmla="*/ 669 h 1400"/>
                  <a:gd name="T10" fmla="*/ 200 w 1235"/>
                  <a:gd name="T11" fmla="*/ 452 h 1400"/>
                  <a:gd name="T12" fmla="*/ 774 w 1235"/>
                  <a:gd name="T13" fmla="*/ 317 h 1400"/>
                  <a:gd name="T14" fmla="*/ 591 w 1235"/>
                  <a:gd name="T15" fmla="*/ 329 h 1400"/>
                  <a:gd name="T16" fmla="*/ 679 w 1235"/>
                  <a:gd name="T17" fmla="*/ 406 h 1400"/>
                  <a:gd name="T18" fmla="*/ 529 w 1235"/>
                  <a:gd name="T19" fmla="*/ 242 h 1400"/>
                  <a:gd name="T20" fmla="*/ 442 w 1235"/>
                  <a:gd name="T21" fmla="*/ 373 h 1400"/>
                  <a:gd name="T22" fmla="*/ 537 w 1235"/>
                  <a:gd name="T23" fmla="*/ 334 h 1400"/>
                  <a:gd name="T24" fmla="*/ 619 w 1235"/>
                  <a:gd name="T25" fmla="*/ 273 h 1400"/>
                  <a:gd name="T26" fmla="*/ 316 w 1235"/>
                  <a:gd name="T27" fmla="*/ 186 h 1400"/>
                  <a:gd name="T28" fmla="*/ 308 w 1235"/>
                  <a:gd name="T29" fmla="*/ 211 h 1400"/>
                  <a:gd name="T30" fmla="*/ 330 w 1235"/>
                  <a:gd name="T31" fmla="*/ 226 h 1400"/>
                  <a:gd name="T32" fmla="*/ 351 w 1235"/>
                  <a:gd name="T33" fmla="*/ 211 h 1400"/>
                  <a:gd name="T34" fmla="*/ 343 w 1235"/>
                  <a:gd name="T35" fmla="*/ 186 h 1400"/>
                  <a:gd name="T36" fmla="*/ 1020 w 1235"/>
                  <a:gd name="T37" fmla="*/ 406 h 1400"/>
                  <a:gd name="T38" fmla="*/ 1191 w 1235"/>
                  <a:gd name="T39" fmla="*/ 91 h 1400"/>
                  <a:gd name="T40" fmla="*/ 617 w 1235"/>
                  <a:gd name="T41" fmla="*/ 75 h 1400"/>
                  <a:gd name="T42" fmla="*/ 752 w 1235"/>
                  <a:gd name="T43" fmla="*/ 271 h 1400"/>
                  <a:gd name="T44" fmla="*/ 896 w 1235"/>
                  <a:gd name="T45" fmla="*/ 44 h 1400"/>
                  <a:gd name="T46" fmla="*/ 896 w 1235"/>
                  <a:gd name="T47" fmla="*/ 44 h 1400"/>
                  <a:gd name="T48" fmla="*/ 217 w 1235"/>
                  <a:gd name="T49" fmla="*/ 91 h 1400"/>
                  <a:gd name="T50" fmla="*/ 175 w 1235"/>
                  <a:gd name="T51" fmla="*/ 236 h 1400"/>
                  <a:gd name="T52" fmla="*/ 250 w 1235"/>
                  <a:gd name="T53" fmla="*/ 340 h 1400"/>
                  <a:gd name="T54" fmla="*/ 306 w 1235"/>
                  <a:gd name="T55" fmla="*/ 267 h 1400"/>
                  <a:gd name="T56" fmla="*/ 262 w 1235"/>
                  <a:gd name="T57" fmla="*/ 203 h 1400"/>
                  <a:gd name="T58" fmla="*/ 330 w 1235"/>
                  <a:gd name="T59" fmla="*/ 135 h 1400"/>
                  <a:gd name="T60" fmla="*/ 398 w 1235"/>
                  <a:gd name="T61" fmla="*/ 203 h 1400"/>
                  <a:gd name="T62" fmla="*/ 351 w 1235"/>
                  <a:gd name="T63" fmla="*/ 267 h 1400"/>
                  <a:gd name="T64" fmla="*/ 409 w 1235"/>
                  <a:gd name="T65" fmla="*/ 340 h 1400"/>
                  <a:gd name="T66" fmla="*/ 485 w 1235"/>
                  <a:gd name="T67" fmla="*/ 236 h 1400"/>
                  <a:gd name="T68" fmla="*/ 442 w 1235"/>
                  <a:gd name="T69" fmla="*/ 91 h 1400"/>
                  <a:gd name="T70" fmla="*/ 851 w 1235"/>
                  <a:gd name="T71" fmla="*/ 0 h 1400"/>
                  <a:gd name="T72" fmla="*/ 940 w 1235"/>
                  <a:gd name="T73" fmla="*/ 226 h 1400"/>
                  <a:gd name="T74" fmla="*/ 878 w 1235"/>
                  <a:gd name="T75" fmla="*/ 311 h 1400"/>
                  <a:gd name="T76" fmla="*/ 971 w 1235"/>
                  <a:gd name="T77" fmla="*/ 406 h 1400"/>
                  <a:gd name="T78" fmla="*/ 1134 w 1235"/>
                  <a:gd name="T79" fmla="*/ 406 h 1400"/>
                  <a:gd name="T80" fmla="*/ 1191 w 1235"/>
                  <a:gd name="T81" fmla="*/ 520 h 1400"/>
                  <a:gd name="T82" fmla="*/ 1154 w 1235"/>
                  <a:gd name="T83" fmla="*/ 810 h 1400"/>
                  <a:gd name="T84" fmla="*/ 997 w 1235"/>
                  <a:gd name="T85" fmla="*/ 1040 h 1400"/>
                  <a:gd name="T86" fmla="*/ 398 w 1235"/>
                  <a:gd name="T87" fmla="*/ 1197 h 1400"/>
                  <a:gd name="T88" fmla="*/ 155 w 1235"/>
                  <a:gd name="T89" fmla="*/ 599 h 1400"/>
                  <a:gd name="T90" fmla="*/ 161 w 1235"/>
                  <a:gd name="T91" fmla="*/ 406 h 1400"/>
                  <a:gd name="T92" fmla="*/ 159 w 1235"/>
                  <a:gd name="T93" fmla="*/ 317 h 1400"/>
                  <a:gd name="T94" fmla="*/ 130 w 1235"/>
                  <a:gd name="T95" fmla="*/ 157 h 1400"/>
                  <a:gd name="T96" fmla="*/ 241 w 1235"/>
                  <a:gd name="T97" fmla="*/ 21 h 1400"/>
                  <a:gd name="T98" fmla="*/ 419 w 1235"/>
                  <a:gd name="T99" fmla="*/ 21 h 1400"/>
                  <a:gd name="T100" fmla="*/ 528 w 1235"/>
                  <a:gd name="T101" fmla="*/ 155 h 1400"/>
                  <a:gd name="T102" fmla="*/ 745 w 1235"/>
                  <a:gd name="T103" fmla="*/ 147 h 1400"/>
                  <a:gd name="T104" fmla="*/ 882 w 1235"/>
                  <a:gd name="T105" fmla="*/ 257 h 1400"/>
                  <a:gd name="T106" fmla="*/ 851 w 1235"/>
                  <a:gd name="T107" fmla="*/ 135 h 1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235" h="1400">
                    <a:moveTo>
                      <a:pt x="200" y="452"/>
                    </a:moveTo>
                    <a:lnTo>
                      <a:pt x="194" y="499"/>
                    </a:lnTo>
                    <a:lnTo>
                      <a:pt x="194" y="549"/>
                    </a:lnTo>
                    <a:lnTo>
                      <a:pt x="200" y="599"/>
                    </a:lnTo>
                    <a:lnTo>
                      <a:pt x="202" y="607"/>
                    </a:lnTo>
                    <a:lnTo>
                      <a:pt x="70" y="843"/>
                    </a:lnTo>
                    <a:lnTo>
                      <a:pt x="215" y="876"/>
                    </a:lnTo>
                    <a:lnTo>
                      <a:pt x="215" y="1152"/>
                    </a:lnTo>
                    <a:lnTo>
                      <a:pt x="442" y="1152"/>
                    </a:lnTo>
                    <a:lnTo>
                      <a:pt x="442" y="1356"/>
                    </a:lnTo>
                    <a:lnTo>
                      <a:pt x="896" y="1356"/>
                    </a:lnTo>
                    <a:lnTo>
                      <a:pt x="896" y="1062"/>
                    </a:lnTo>
                    <a:lnTo>
                      <a:pt x="906" y="1056"/>
                    </a:lnTo>
                    <a:lnTo>
                      <a:pt x="960" y="1013"/>
                    </a:lnTo>
                    <a:lnTo>
                      <a:pt x="1006" y="967"/>
                    </a:lnTo>
                    <a:lnTo>
                      <a:pt x="1047" y="915"/>
                    </a:lnTo>
                    <a:lnTo>
                      <a:pt x="1082" y="859"/>
                    </a:lnTo>
                    <a:lnTo>
                      <a:pt x="1109" y="799"/>
                    </a:lnTo>
                    <a:lnTo>
                      <a:pt x="1129" y="735"/>
                    </a:lnTo>
                    <a:lnTo>
                      <a:pt x="1140" y="669"/>
                    </a:lnTo>
                    <a:lnTo>
                      <a:pt x="1146" y="601"/>
                    </a:lnTo>
                    <a:lnTo>
                      <a:pt x="1146" y="520"/>
                    </a:lnTo>
                    <a:lnTo>
                      <a:pt x="1140" y="452"/>
                    </a:lnTo>
                    <a:lnTo>
                      <a:pt x="200" y="452"/>
                    </a:lnTo>
                    <a:close/>
                    <a:moveTo>
                      <a:pt x="688" y="317"/>
                    </a:moveTo>
                    <a:lnTo>
                      <a:pt x="729" y="406"/>
                    </a:lnTo>
                    <a:lnTo>
                      <a:pt x="814" y="406"/>
                    </a:lnTo>
                    <a:lnTo>
                      <a:pt x="774" y="317"/>
                    </a:lnTo>
                    <a:lnTo>
                      <a:pt x="688" y="317"/>
                    </a:lnTo>
                    <a:close/>
                    <a:moveTo>
                      <a:pt x="624" y="317"/>
                    </a:moveTo>
                    <a:lnTo>
                      <a:pt x="607" y="319"/>
                    </a:lnTo>
                    <a:lnTo>
                      <a:pt x="591" y="329"/>
                    </a:lnTo>
                    <a:lnTo>
                      <a:pt x="582" y="344"/>
                    </a:lnTo>
                    <a:lnTo>
                      <a:pt x="578" y="362"/>
                    </a:lnTo>
                    <a:lnTo>
                      <a:pt x="578" y="406"/>
                    </a:lnTo>
                    <a:lnTo>
                      <a:pt x="679" y="406"/>
                    </a:lnTo>
                    <a:lnTo>
                      <a:pt x="638" y="317"/>
                    </a:lnTo>
                    <a:lnTo>
                      <a:pt x="624" y="317"/>
                    </a:lnTo>
                    <a:close/>
                    <a:moveTo>
                      <a:pt x="590" y="211"/>
                    </a:moveTo>
                    <a:lnTo>
                      <a:pt x="529" y="242"/>
                    </a:lnTo>
                    <a:lnTo>
                      <a:pt x="518" y="280"/>
                    </a:lnTo>
                    <a:lnTo>
                      <a:pt x="498" y="315"/>
                    </a:lnTo>
                    <a:lnTo>
                      <a:pt x="473" y="346"/>
                    </a:lnTo>
                    <a:lnTo>
                      <a:pt x="442" y="373"/>
                    </a:lnTo>
                    <a:lnTo>
                      <a:pt x="442" y="406"/>
                    </a:lnTo>
                    <a:lnTo>
                      <a:pt x="533" y="406"/>
                    </a:lnTo>
                    <a:lnTo>
                      <a:pt x="533" y="362"/>
                    </a:lnTo>
                    <a:lnTo>
                      <a:pt x="537" y="334"/>
                    </a:lnTo>
                    <a:lnTo>
                      <a:pt x="549" y="311"/>
                    </a:lnTo>
                    <a:lnTo>
                      <a:pt x="568" y="292"/>
                    </a:lnTo>
                    <a:lnTo>
                      <a:pt x="591" y="278"/>
                    </a:lnTo>
                    <a:lnTo>
                      <a:pt x="619" y="273"/>
                    </a:lnTo>
                    <a:lnTo>
                      <a:pt x="590" y="211"/>
                    </a:lnTo>
                    <a:close/>
                    <a:moveTo>
                      <a:pt x="330" y="182"/>
                    </a:moveTo>
                    <a:lnTo>
                      <a:pt x="322" y="182"/>
                    </a:lnTo>
                    <a:lnTo>
                      <a:pt x="316" y="186"/>
                    </a:lnTo>
                    <a:lnTo>
                      <a:pt x="310" y="189"/>
                    </a:lnTo>
                    <a:lnTo>
                      <a:pt x="308" y="197"/>
                    </a:lnTo>
                    <a:lnTo>
                      <a:pt x="306" y="203"/>
                    </a:lnTo>
                    <a:lnTo>
                      <a:pt x="308" y="211"/>
                    </a:lnTo>
                    <a:lnTo>
                      <a:pt x="310" y="216"/>
                    </a:lnTo>
                    <a:lnTo>
                      <a:pt x="316" y="222"/>
                    </a:lnTo>
                    <a:lnTo>
                      <a:pt x="322" y="224"/>
                    </a:lnTo>
                    <a:lnTo>
                      <a:pt x="330" y="226"/>
                    </a:lnTo>
                    <a:lnTo>
                      <a:pt x="338" y="224"/>
                    </a:lnTo>
                    <a:lnTo>
                      <a:pt x="343" y="222"/>
                    </a:lnTo>
                    <a:lnTo>
                      <a:pt x="347" y="216"/>
                    </a:lnTo>
                    <a:lnTo>
                      <a:pt x="351" y="211"/>
                    </a:lnTo>
                    <a:lnTo>
                      <a:pt x="351" y="203"/>
                    </a:lnTo>
                    <a:lnTo>
                      <a:pt x="351" y="197"/>
                    </a:lnTo>
                    <a:lnTo>
                      <a:pt x="347" y="189"/>
                    </a:lnTo>
                    <a:lnTo>
                      <a:pt x="343" y="186"/>
                    </a:lnTo>
                    <a:lnTo>
                      <a:pt x="338" y="182"/>
                    </a:lnTo>
                    <a:lnTo>
                      <a:pt x="330" y="182"/>
                    </a:lnTo>
                    <a:close/>
                    <a:moveTo>
                      <a:pt x="1134" y="143"/>
                    </a:moveTo>
                    <a:lnTo>
                      <a:pt x="1020" y="406"/>
                    </a:lnTo>
                    <a:lnTo>
                      <a:pt x="1084" y="406"/>
                    </a:lnTo>
                    <a:lnTo>
                      <a:pt x="1185" y="168"/>
                    </a:lnTo>
                    <a:lnTo>
                      <a:pt x="1134" y="143"/>
                    </a:lnTo>
                    <a:close/>
                    <a:moveTo>
                      <a:pt x="1191" y="91"/>
                    </a:moveTo>
                    <a:lnTo>
                      <a:pt x="1165" y="110"/>
                    </a:lnTo>
                    <a:lnTo>
                      <a:pt x="1191" y="122"/>
                    </a:lnTo>
                    <a:lnTo>
                      <a:pt x="1191" y="91"/>
                    </a:lnTo>
                    <a:close/>
                    <a:moveTo>
                      <a:pt x="617" y="75"/>
                    </a:moveTo>
                    <a:lnTo>
                      <a:pt x="591" y="160"/>
                    </a:lnTo>
                    <a:lnTo>
                      <a:pt x="613" y="151"/>
                    </a:lnTo>
                    <a:lnTo>
                      <a:pt x="667" y="271"/>
                    </a:lnTo>
                    <a:lnTo>
                      <a:pt x="752" y="271"/>
                    </a:lnTo>
                    <a:lnTo>
                      <a:pt x="685" y="126"/>
                    </a:lnTo>
                    <a:lnTo>
                      <a:pt x="706" y="114"/>
                    </a:lnTo>
                    <a:lnTo>
                      <a:pt x="617" y="75"/>
                    </a:lnTo>
                    <a:close/>
                    <a:moveTo>
                      <a:pt x="896" y="44"/>
                    </a:moveTo>
                    <a:lnTo>
                      <a:pt x="896" y="91"/>
                    </a:lnTo>
                    <a:lnTo>
                      <a:pt x="940" y="91"/>
                    </a:lnTo>
                    <a:lnTo>
                      <a:pt x="940" y="44"/>
                    </a:lnTo>
                    <a:lnTo>
                      <a:pt x="896" y="44"/>
                    </a:lnTo>
                    <a:close/>
                    <a:moveTo>
                      <a:pt x="330" y="44"/>
                    </a:moveTo>
                    <a:lnTo>
                      <a:pt x="287" y="50"/>
                    </a:lnTo>
                    <a:lnTo>
                      <a:pt x="250" y="68"/>
                    </a:lnTo>
                    <a:lnTo>
                      <a:pt x="217" y="91"/>
                    </a:lnTo>
                    <a:lnTo>
                      <a:pt x="192" y="124"/>
                    </a:lnTo>
                    <a:lnTo>
                      <a:pt x="177" y="162"/>
                    </a:lnTo>
                    <a:lnTo>
                      <a:pt x="171" y="203"/>
                    </a:lnTo>
                    <a:lnTo>
                      <a:pt x="175" y="236"/>
                    </a:lnTo>
                    <a:lnTo>
                      <a:pt x="184" y="269"/>
                    </a:lnTo>
                    <a:lnTo>
                      <a:pt x="202" y="296"/>
                    </a:lnTo>
                    <a:lnTo>
                      <a:pt x="223" y="321"/>
                    </a:lnTo>
                    <a:lnTo>
                      <a:pt x="250" y="340"/>
                    </a:lnTo>
                    <a:lnTo>
                      <a:pt x="262" y="346"/>
                    </a:lnTo>
                    <a:lnTo>
                      <a:pt x="262" y="406"/>
                    </a:lnTo>
                    <a:lnTo>
                      <a:pt x="306" y="406"/>
                    </a:lnTo>
                    <a:lnTo>
                      <a:pt x="306" y="267"/>
                    </a:lnTo>
                    <a:lnTo>
                      <a:pt x="289" y="257"/>
                    </a:lnTo>
                    <a:lnTo>
                      <a:pt x="274" y="244"/>
                    </a:lnTo>
                    <a:lnTo>
                      <a:pt x="264" y="224"/>
                    </a:lnTo>
                    <a:lnTo>
                      <a:pt x="262" y="203"/>
                    </a:lnTo>
                    <a:lnTo>
                      <a:pt x="268" y="178"/>
                    </a:lnTo>
                    <a:lnTo>
                      <a:pt x="281" y="157"/>
                    </a:lnTo>
                    <a:lnTo>
                      <a:pt x="303" y="141"/>
                    </a:lnTo>
                    <a:lnTo>
                      <a:pt x="330" y="135"/>
                    </a:lnTo>
                    <a:lnTo>
                      <a:pt x="355" y="141"/>
                    </a:lnTo>
                    <a:lnTo>
                      <a:pt x="378" y="157"/>
                    </a:lnTo>
                    <a:lnTo>
                      <a:pt x="392" y="178"/>
                    </a:lnTo>
                    <a:lnTo>
                      <a:pt x="398" y="203"/>
                    </a:lnTo>
                    <a:lnTo>
                      <a:pt x="394" y="224"/>
                    </a:lnTo>
                    <a:lnTo>
                      <a:pt x="384" y="244"/>
                    </a:lnTo>
                    <a:lnTo>
                      <a:pt x="370" y="257"/>
                    </a:lnTo>
                    <a:lnTo>
                      <a:pt x="351" y="267"/>
                    </a:lnTo>
                    <a:lnTo>
                      <a:pt x="351" y="406"/>
                    </a:lnTo>
                    <a:lnTo>
                      <a:pt x="398" y="406"/>
                    </a:lnTo>
                    <a:lnTo>
                      <a:pt x="398" y="346"/>
                    </a:lnTo>
                    <a:lnTo>
                      <a:pt x="409" y="340"/>
                    </a:lnTo>
                    <a:lnTo>
                      <a:pt x="436" y="321"/>
                    </a:lnTo>
                    <a:lnTo>
                      <a:pt x="458" y="296"/>
                    </a:lnTo>
                    <a:lnTo>
                      <a:pt x="473" y="269"/>
                    </a:lnTo>
                    <a:lnTo>
                      <a:pt x="485" y="236"/>
                    </a:lnTo>
                    <a:lnTo>
                      <a:pt x="489" y="203"/>
                    </a:lnTo>
                    <a:lnTo>
                      <a:pt x="483" y="162"/>
                    </a:lnTo>
                    <a:lnTo>
                      <a:pt x="465" y="124"/>
                    </a:lnTo>
                    <a:lnTo>
                      <a:pt x="442" y="91"/>
                    </a:lnTo>
                    <a:lnTo>
                      <a:pt x="409" y="68"/>
                    </a:lnTo>
                    <a:lnTo>
                      <a:pt x="372" y="50"/>
                    </a:lnTo>
                    <a:lnTo>
                      <a:pt x="330" y="44"/>
                    </a:lnTo>
                    <a:close/>
                    <a:moveTo>
                      <a:pt x="851" y="0"/>
                    </a:moveTo>
                    <a:lnTo>
                      <a:pt x="987" y="0"/>
                    </a:lnTo>
                    <a:lnTo>
                      <a:pt x="987" y="135"/>
                    </a:lnTo>
                    <a:lnTo>
                      <a:pt x="940" y="135"/>
                    </a:lnTo>
                    <a:lnTo>
                      <a:pt x="940" y="226"/>
                    </a:lnTo>
                    <a:lnTo>
                      <a:pt x="937" y="255"/>
                    </a:lnTo>
                    <a:lnTo>
                      <a:pt x="923" y="278"/>
                    </a:lnTo>
                    <a:lnTo>
                      <a:pt x="904" y="300"/>
                    </a:lnTo>
                    <a:lnTo>
                      <a:pt x="878" y="311"/>
                    </a:lnTo>
                    <a:lnTo>
                      <a:pt x="851" y="317"/>
                    </a:lnTo>
                    <a:lnTo>
                      <a:pt x="824" y="317"/>
                    </a:lnTo>
                    <a:lnTo>
                      <a:pt x="865" y="406"/>
                    </a:lnTo>
                    <a:lnTo>
                      <a:pt x="971" y="406"/>
                    </a:lnTo>
                    <a:lnTo>
                      <a:pt x="1103" y="99"/>
                    </a:lnTo>
                    <a:lnTo>
                      <a:pt x="1235" y="0"/>
                    </a:lnTo>
                    <a:lnTo>
                      <a:pt x="1235" y="162"/>
                    </a:lnTo>
                    <a:lnTo>
                      <a:pt x="1134" y="406"/>
                    </a:lnTo>
                    <a:lnTo>
                      <a:pt x="1179" y="406"/>
                    </a:lnTo>
                    <a:lnTo>
                      <a:pt x="1181" y="425"/>
                    </a:lnTo>
                    <a:lnTo>
                      <a:pt x="1189" y="472"/>
                    </a:lnTo>
                    <a:lnTo>
                      <a:pt x="1191" y="520"/>
                    </a:lnTo>
                    <a:lnTo>
                      <a:pt x="1191" y="601"/>
                    </a:lnTo>
                    <a:lnTo>
                      <a:pt x="1187" y="673"/>
                    </a:lnTo>
                    <a:lnTo>
                      <a:pt x="1173" y="742"/>
                    </a:lnTo>
                    <a:lnTo>
                      <a:pt x="1154" y="810"/>
                    </a:lnTo>
                    <a:lnTo>
                      <a:pt x="1125" y="874"/>
                    </a:lnTo>
                    <a:lnTo>
                      <a:pt x="1090" y="934"/>
                    </a:lnTo>
                    <a:lnTo>
                      <a:pt x="1047" y="990"/>
                    </a:lnTo>
                    <a:lnTo>
                      <a:pt x="997" y="1040"/>
                    </a:lnTo>
                    <a:lnTo>
                      <a:pt x="940" y="1087"/>
                    </a:lnTo>
                    <a:lnTo>
                      <a:pt x="940" y="1400"/>
                    </a:lnTo>
                    <a:lnTo>
                      <a:pt x="398" y="1400"/>
                    </a:lnTo>
                    <a:lnTo>
                      <a:pt x="398" y="1197"/>
                    </a:lnTo>
                    <a:lnTo>
                      <a:pt x="171" y="1197"/>
                    </a:lnTo>
                    <a:lnTo>
                      <a:pt x="171" y="913"/>
                    </a:lnTo>
                    <a:lnTo>
                      <a:pt x="0" y="874"/>
                    </a:lnTo>
                    <a:lnTo>
                      <a:pt x="155" y="599"/>
                    </a:lnTo>
                    <a:lnTo>
                      <a:pt x="149" y="541"/>
                    </a:lnTo>
                    <a:lnTo>
                      <a:pt x="149" y="483"/>
                    </a:lnTo>
                    <a:lnTo>
                      <a:pt x="157" y="425"/>
                    </a:lnTo>
                    <a:lnTo>
                      <a:pt x="161" y="406"/>
                    </a:lnTo>
                    <a:lnTo>
                      <a:pt x="215" y="406"/>
                    </a:lnTo>
                    <a:lnTo>
                      <a:pt x="215" y="373"/>
                    </a:lnTo>
                    <a:lnTo>
                      <a:pt x="184" y="346"/>
                    </a:lnTo>
                    <a:lnTo>
                      <a:pt x="159" y="317"/>
                    </a:lnTo>
                    <a:lnTo>
                      <a:pt x="142" y="282"/>
                    </a:lnTo>
                    <a:lnTo>
                      <a:pt x="130" y="244"/>
                    </a:lnTo>
                    <a:lnTo>
                      <a:pt x="126" y="203"/>
                    </a:lnTo>
                    <a:lnTo>
                      <a:pt x="130" y="157"/>
                    </a:lnTo>
                    <a:lnTo>
                      <a:pt x="146" y="114"/>
                    </a:lnTo>
                    <a:lnTo>
                      <a:pt x="171" y="77"/>
                    </a:lnTo>
                    <a:lnTo>
                      <a:pt x="202" y="44"/>
                    </a:lnTo>
                    <a:lnTo>
                      <a:pt x="241" y="21"/>
                    </a:lnTo>
                    <a:lnTo>
                      <a:pt x="283" y="6"/>
                    </a:lnTo>
                    <a:lnTo>
                      <a:pt x="330" y="0"/>
                    </a:lnTo>
                    <a:lnTo>
                      <a:pt x="376" y="6"/>
                    </a:lnTo>
                    <a:lnTo>
                      <a:pt x="419" y="21"/>
                    </a:lnTo>
                    <a:lnTo>
                      <a:pt x="456" y="44"/>
                    </a:lnTo>
                    <a:lnTo>
                      <a:pt x="487" y="75"/>
                    </a:lnTo>
                    <a:lnTo>
                      <a:pt x="512" y="112"/>
                    </a:lnTo>
                    <a:lnTo>
                      <a:pt x="528" y="155"/>
                    </a:lnTo>
                    <a:lnTo>
                      <a:pt x="533" y="201"/>
                    </a:lnTo>
                    <a:lnTo>
                      <a:pt x="586" y="13"/>
                    </a:lnTo>
                    <a:lnTo>
                      <a:pt x="814" y="112"/>
                    </a:lnTo>
                    <a:lnTo>
                      <a:pt x="745" y="147"/>
                    </a:lnTo>
                    <a:lnTo>
                      <a:pt x="803" y="271"/>
                    </a:lnTo>
                    <a:lnTo>
                      <a:pt x="851" y="271"/>
                    </a:lnTo>
                    <a:lnTo>
                      <a:pt x="869" y="267"/>
                    </a:lnTo>
                    <a:lnTo>
                      <a:pt x="882" y="257"/>
                    </a:lnTo>
                    <a:lnTo>
                      <a:pt x="892" y="244"/>
                    </a:lnTo>
                    <a:lnTo>
                      <a:pt x="896" y="226"/>
                    </a:lnTo>
                    <a:lnTo>
                      <a:pt x="896" y="135"/>
                    </a:lnTo>
                    <a:lnTo>
                      <a:pt x="851" y="135"/>
                    </a:lnTo>
                    <a:lnTo>
                      <a:pt x="8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Freeform 16"/>
              <p:cNvSpPr>
                <a:spLocks/>
              </p:cNvSpPr>
              <p:nvPr/>
            </p:nvSpPr>
            <p:spPr bwMode="auto">
              <a:xfrm>
                <a:off x="4240213" y="3438525"/>
                <a:ext cx="360363" cy="177800"/>
              </a:xfrm>
              <a:custGeom>
                <a:avLst/>
                <a:gdLst>
                  <a:gd name="T0" fmla="*/ 0 w 227"/>
                  <a:gd name="T1" fmla="*/ 0 h 112"/>
                  <a:gd name="T2" fmla="*/ 44 w 227"/>
                  <a:gd name="T3" fmla="*/ 0 h 112"/>
                  <a:gd name="T4" fmla="*/ 48 w 227"/>
                  <a:gd name="T5" fmla="*/ 23 h 112"/>
                  <a:gd name="T6" fmla="*/ 58 w 227"/>
                  <a:gd name="T7" fmla="*/ 43 h 112"/>
                  <a:gd name="T8" fmla="*/ 72 w 227"/>
                  <a:gd name="T9" fmla="*/ 56 h 112"/>
                  <a:gd name="T10" fmla="*/ 91 w 227"/>
                  <a:gd name="T11" fmla="*/ 64 h 112"/>
                  <a:gd name="T12" fmla="*/ 112 w 227"/>
                  <a:gd name="T13" fmla="*/ 68 h 112"/>
                  <a:gd name="T14" fmla="*/ 134 w 227"/>
                  <a:gd name="T15" fmla="*/ 64 h 112"/>
                  <a:gd name="T16" fmla="*/ 153 w 227"/>
                  <a:gd name="T17" fmla="*/ 56 h 112"/>
                  <a:gd name="T18" fmla="*/ 167 w 227"/>
                  <a:gd name="T19" fmla="*/ 43 h 112"/>
                  <a:gd name="T20" fmla="*/ 176 w 227"/>
                  <a:gd name="T21" fmla="*/ 23 h 112"/>
                  <a:gd name="T22" fmla="*/ 180 w 227"/>
                  <a:gd name="T23" fmla="*/ 0 h 112"/>
                  <a:gd name="T24" fmla="*/ 227 w 227"/>
                  <a:gd name="T25" fmla="*/ 0 h 112"/>
                  <a:gd name="T26" fmla="*/ 223 w 227"/>
                  <a:gd name="T27" fmla="*/ 31 h 112"/>
                  <a:gd name="T28" fmla="*/ 211 w 227"/>
                  <a:gd name="T29" fmla="*/ 58 h 112"/>
                  <a:gd name="T30" fmla="*/ 192 w 227"/>
                  <a:gd name="T31" fmla="*/ 81 h 112"/>
                  <a:gd name="T32" fmla="*/ 171 w 227"/>
                  <a:gd name="T33" fmla="*/ 99 h 112"/>
                  <a:gd name="T34" fmla="*/ 143 w 227"/>
                  <a:gd name="T35" fmla="*/ 108 h 112"/>
                  <a:gd name="T36" fmla="*/ 112 w 227"/>
                  <a:gd name="T37" fmla="*/ 112 h 112"/>
                  <a:gd name="T38" fmla="*/ 83 w 227"/>
                  <a:gd name="T39" fmla="*/ 108 h 112"/>
                  <a:gd name="T40" fmla="*/ 56 w 227"/>
                  <a:gd name="T41" fmla="*/ 99 h 112"/>
                  <a:gd name="T42" fmla="*/ 33 w 227"/>
                  <a:gd name="T43" fmla="*/ 81 h 112"/>
                  <a:gd name="T44" fmla="*/ 15 w 227"/>
                  <a:gd name="T45" fmla="*/ 58 h 112"/>
                  <a:gd name="T46" fmla="*/ 4 w 227"/>
                  <a:gd name="T47" fmla="*/ 31 h 112"/>
                  <a:gd name="T48" fmla="*/ 0 w 227"/>
                  <a:gd name="T49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27" h="112">
                    <a:moveTo>
                      <a:pt x="0" y="0"/>
                    </a:moveTo>
                    <a:lnTo>
                      <a:pt x="44" y="0"/>
                    </a:lnTo>
                    <a:lnTo>
                      <a:pt x="48" y="23"/>
                    </a:lnTo>
                    <a:lnTo>
                      <a:pt x="58" y="43"/>
                    </a:lnTo>
                    <a:lnTo>
                      <a:pt x="72" y="56"/>
                    </a:lnTo>
                    <a:lnTo>
                      <a:pt x="91" y="64"/>
                    </a:lnTo>
                    <a:lnTo>
                      <a:pt x="112" y="68"/>
                    </a:lnTo>
                    <a:lnTo>
                      <a:pt x="134" y="64"/>
                    </a:lnTo>
                    <a:lnTo>
                      <a:pt x="153" y="56"/>
                    </a:lnTo>
                    <a:lnTo>
                      <a:pt x="167" y="43"/>
                    </a:lnTo>
                    <a:lnTo>
                      <a:pt x="176" y="23"/>
                    </a:lnTo>
                    <a:lnTo>
                      <a:pt x="180" y="0"/>
                    </a:lnTo>
                    <a:lnTo>
                      <a:pt x="227" y="0"/>
                    </a:lnTo>
                    <a:lnTo>
                      <a:pt x="223" y="31"/>
                    </a:lnTo>
                    <a:lnTo>
                      <a:pt x="211" y="58"/>
                    </a:lnTo>
                    <a:lnTo>
                      <a:pt x="192" y="81"/>
                    </a:lnTo>
                    <a:lnTo>
                      <a:pt x="171" y="99"/>
                    </a:lnTo>
                    <a:lnTo>
                      <a:pt x="143" y="108"/>
                    </a:lnTo>
                    <a:lnTo>
                      <a:pt x="112" y="112"/>
                    </a:lnTo>
                    <a:lnTo>
                      <a:pt x="83" y="108"/>
                    </a:lnTo>
                    <a:lnTo>
                      <a:pt x="56" y="99"/>
                    </a:lnTo>
                    <a:lnTo>
                      <a:pt x="33" y="81"/>
                    </a:lnTo>
                    <a:lnTo>
                      <a:pt x="15" y="58"/>
                    </a:lnTo>
                    <a:lnTo>
                      <a:pt x="4" y="3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103" name="Text Placeholder 23"/>
          <p:cNvSpPr txBox="1">
            <a:spLocks/>
          </p:cNvSpPr>
          <p:nvPr/>
        </p:nvSpPr>
        <p:spPr>
          <a:xfrm>
            <a:off x="1275134" y="4212384"/>
            <a:ext cx="1728000" cy="10720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FORMULARIO DE VALIDACIÓN DE DATOS BASE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76" name="Grupo 75"/>
          <p:cNvGrpSpPr/>
          <p:nvPr/>
        </p:nvGrpSpPr>
        <p:grpSpPr>
          <a:xfrm>
            <a:off x="3611334" y="1624094"/>
            <a:ext cx="1944000" cy="2520000"/>
            <a:chOff x="2611195" y="2957208"/>
            <a:chExt cx="1944000" cy="2520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7" name="Freeform 8"/>
            <p:cNvSpPr>
              <a:spLocks noEditPoints="1"/>
            </p:cNvSpPr>
            <p:nvPr/>
          </p:nvSpPr>
          <p:spPr bwMode="auto">
            <a:xfrm flipV="1">
              <a:off x="2611195" y="2957208"/>
              <a:ext cx="1944000" cy="2520000"/>
            </a:xfrm>
            <a:custGeom>
              <a:avLst/>
              <a:gdLst>
                <a:gd name="T0" fmla="*/ 1319 w 3259"/>
                <a:gd name="T1" fmla="*/ 309 h 4315"/>
                <a:gd name="T2" fmla="*/ 944 w 3259"/>
                <a:gd name="T3" fmla="*/ 459 h 4315"/>
                <a:gd name="T4" fmla="*/ 635 w 3259"/>
                <a:gd name="T5" fmla="*/ 706 h 4315"/>
                <a:gd name="T6" fmla="*/ 411 w 3259"/>
                <a:gd name="T7" fmla="*/ 1033 h 4315"/>
                <a:gd name="T8" fmla="*/ 289 w 3259"/>
                <a:gd name="T9" fmla="*/ 1420 h 4315"/>
                <a:gd name="T10" fmla="*/ 289 w 3259"/>
                <a:gd name="T11" fmla="*/ 1839 h 4315"/>
                <a:gd name="T12" fmla="*/ 411 w 3259"/>
                <a:gd name="T13" fmla="*/ 2226 h 4315"/>
                <a:gd name="T14" fmla="*/ 635 w 3259"/>
                <a:gd name="T15" fmla="*/ 2554 h 4315"/>
                <a:gd name="T16" fmla="*/ 944 w 3259"/>
                <a:gd name="T17" fmla="*/ 2801 h 4315"/>
                <a:gd name="T18" fmla="*/ 1319 w 3259"/>
                <a:gd name="T19" fmla="*/ 2951 h 4315"/>
                <a:gd name="T20" fmla="*/ 1736 w 3259"/>
                <a:gd name="T21" fmla="*/ 2982 h 4315"/>
                <a:gd name="T22" fmla="*/ 2135 w 3259"/>
                <a:gd name="T23" fmla="*/ 2889 h 4315"/>
                <a:gd name="T24" fmla="*/ 2478 w 3259"/>
                <a:gd name="T25" fmla="*/ 2689 h 4315"/>
                <a:gd name="T26" fmla="*/ 2748 w 3259"/>
                <a:gd name="T27" fmla="*/ 2398 h 4315"/>
                <a:gd name="T28" fmla="*/ 2924 w 3259"/>
                <a:gd name="T29" fmla="*/ 2039 h 4315"/>
                <a:gd name="T30" fmla="*/ 2987 w 3259"/>
                <a:gd name="T31" fmla="*/ 1629 h 4315"/>
                <a:gd name="T32" fmla="*/ 2924 w 3259"/>
                <a:gd name="T33" fmla="*/ 1221 h 4315"/>
                <a:gd name="T34" fmla="*/ 2748 w 3259"/>
                <a:gd name="T35" fmla="*/ 861 h 4315"/>
                <a:gd name="T36" fmla="*/ 2478 w 3259"/>
                <a:gd name="T37" fmla="*/ 571 h 4315"/>
                <a:gd name="T38" fmla="*/ 2135 w 3259"/>
                <a:gd name="T39" fmla="*/ 370 h 4315"/>
                <a:gd name="T40" fmla="*/ 1736 w 3259"/>
                <a:gd name="T41" fmla="*/ 277 h 4315"/>
                <a:gd name="T42" fmla="*/ 1860 w 3259"/>
                <a:gd name="T43" fmla="*/ 17 h 4315"/>
                <a:gd name="T44" fmla="*/ 2290 w 3259"/>
                <a:gd name="T45" fmla="*/ 140 h 4315"/>
                <a:gd name="T46" fmla="*/ 2660 w 3259"/>
                <a:gd name="T47" fmla="*/ 368 h 4315"/>
                <a:gd name="T48" fmla="*/ 2958 w 3259"/>
                <a:gd name="T49" fmla="*/ 685 h 4315"/>
                <a:gd name="T50" fmla="*/ 3162 w 3259"/>
                <a:gd name="T51" fmla="*/ 1073 h 4315"/>
                <a:gd name="T52" fmla="*/ 3255 w 3259"/>
                <a:gd name="T53" fmla="*/ 1513 h 4315"/>
                <a:gd name="T54" fmla="*/ 3224 w 3259"/>
                <a:gd name="T55" fmla="*/ 1967 h 4315"/>
                <a:gd name="T56" fmla="*/ 3077 w 3259"/>
                <a:gd name="T57" fmla="*/ 2380 h 4315"/>
                <a:gd name="T58" fmla="*/ 2829 w 3259"/>
                <a:gd name="T59" fmla="*/ 2732 h 4315"/>
                <a:gd name="T60" fmla="*/ 2501 w 3259"/>
                <a:gd name="T61" fmla="*/ 3007 h 4315"/>
                <a:gd name="T62" fmla="*/ 2105 w 3259"/>
                <a:gd name="T63" fmla="*/ 3188 h 4315"/>
                <a:gd name="T64" fmla="*/ 1776 w 3259"/>
                <a:gd name="T65" fmla="*/ 3590 h 4315"/>
                <a:gd name="T66" fmla="*/ 1785 w 3259"/>
                <a:gd name="T67" fmla="*/ 3631 h 4315"/>
                <a:gd name="T68" fmla="*/ 1818 w 3259"/>
                <a:gd name="T69" fmla="*/ 3637 h 4315"/>
                <a:gd name="T70" fmla="*/ 2231 w 3259"/>
                <a:gd name="T71" fmla="*/ 4315 h 4315"/>
                <a:gd name="T72" fmla="*/ 1729 w 3259"/>
                <a:gd name="T73" fmla="*/ 3921 h 4315"/>
                <a:gd name="T74" fmla="*/ 1605 w 3259"/>
                <a:gd name="T75" fmla="*/ 3863 h 4315"/>
                <a:gd name="T76" fmla="*/ 1521 w 3259"/>
                <a:gd name="T77" fmla="*/ 3761 h 4315"/>
                <a:gd name="T78" fmla="*/ 1484 w 3259"/>
                <a:gd name="T79" fmla="*/ 3631 h 4315"/>
                <a:gd name="T80" fmla="*/ 1483 w 3259"/>
                <a:gd name="T81" fmla="*/ 3252 h 4315"/>
                <a:gd name="T82" fmla="*/ 1050 w 3259"/>
                <a:gd name="T83" fmla="*/ 3152 h 4315"/>
                <a:gd name="T84" fmla="*/ 670 w 3259"/>
                <a:gd name="T85" fmla="*/ 2945 h 4315"/>
                <a:gd name="T86" fmla="*/ 360 w 3259"/>
                <a:gd name="T87" fmla="*/ 2649 h 4315"/>
                <a:gd name="T88" fmla="*/ 136 w 3259"/>
                <a:gd name="T89" fmla="*/ 2281 h 4315"/>
                <a:gd name="T90" fmla="*/ 15 w 3259"/>
                <a:gd name="T91" fmla="*/ 1857 h 4315"/>
                <a:gd name="T92" fmla="*/ 17 w 3259"/>
                <a:gd name="T93" fmla="*/ 1399 h 4315"/>
                <a:gd name="T94" fmla="*/ 140 w 3259"/>
                <a:gd name="T95" fmla="*/ 971 h 4315"/>
                <a:gd name="T96" fmla="*/ 368 w 3259"/>
                <a:gd name="T97" fmla="*/ 599 h 4315"/>
                <a:gd name="T98" fmla="*/ 685 w 3259"/>
                <a:gd name="T99" fmla="*/ 303 h 4315"/>
                <a:gd name="T100" fmla="*/ 1073 w 3259"/>
                <a:gd name="T101" fmla="*/ 98 h 4315"/>
                <a:gd name="T102" fmla="*/ 1513 w 3259"/>
                <a:gd name="T103" fmla="*/ 5 h 4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59" h="4315">
                  <a:moveTo>
                    <a:pt x="1629" y="273"/>
                  </a:moveTo>
                  <a:lnTo>
                    <a:pt x="1523" y="277"/>
                  </a:lnTo>
                  <a:lnTo>
                    <a:pt x="1420" y="290"/>
                  </a:lnTo>
                  <a:lnTo>
                    <a:pt x="1319" y="309"/>
                  </a:lnTo>
                  <a:lnTo>
                    <a:pt x="1221" y="335"/>
                  </a:lnTo>
                  <a:lnTo>
                    <a:pt x="1125" y="370"/>
                  </a:lnTo>
                  <a:lnTo>
                    <a:pt x="1033" y="411"/>
                  </a:lnTo>
                  <a:lnTo>
                    <a:pt x="944" y="459"/>
                  </a:lnTo>
                  <a:lnTo>
                    <a:pt x="860" y="512"/>
                  </a:lnTo>
                  <a:lnTo>
                    <a:pt x="780" y="571"/>
                  </a:lnTo>
                  <a:lnTo>
                    <a:pt x="706" y="635"/>
                  </a:lnTo>
                  <a:lnTo>
                    <a:pt x="635" y="706"/>
                  </a:lnTo>
                  <a:lnTo>
                    <a:pt x="571" y="781"/>
                  </a:lnTo>
                  <a:lnTo>
                    <a:pt x="512" y="861"/>
                  </a:lnTo>
                  <a:lnTo>
                    <a:pt x="458" y="944"/>
                  </a:lnTo>
                  <a:lnTo>
                    <a:pt x="411" y="1033"/>
                  </a:lnTo>
                  <a:lnTo>
                    <a:pt x="369" y="1125"/>
                  </a:lnTo>
                  <a:lnTo>
                    <a:pt x="335" y="1221"/>
                  </a:lnTo>
                  <a:lnTo>
                    <a:pt x="309" y="1319"/>
                  </a:lnTo>
                  <a:lnTo>
                    <a:pt x="289" y="1420"/>
                  </a:lnTo>
                  <a:lnTo>
                    <a:pt x="276" y="1523"/>
                  </a:lnTo>
                  <a:lnTo>
                    <a:pt x="272" y="1629"/>
                  </a:lnTo>
                  <a:lnTo>
                    <a:pt x="276" y="1735"/>
                  </a:lnTo>
                  <a:lnTo>
                    <a:pt x="289" y="1839"/>
                  </a:lnTo>
                  <a:lnTo>
                    <a:pt x="309" y="1941"/>
                  </a:lnTo>
                  <a:lnTo>
                    <a:pt x="335" y="2039"/>
                  </a:lnTo>
                  <a:lnTo>
                    <a:pt x="369" y="2135"/>
                  </a:lnTo>
                  <a:lnTo>
                    <a:pt x="411" y="2226"/>
                  </a:lnTo>
                  <a:lnTo>
                    <a:pt x="458" y="2314"/>
                  </a:lnTo>
                  <a:lnTo>
                    <a:pt x="512" y="2398"/>
                  </a:lnTo>
                  <a:lnTo>
                    <a:pt x="571" y="2478"/>
                  </a:lnTo>
                  <a:lnTo>
                    <a:pt x="635" y="2554"/>
                  </a:lnTo>
                  <a:lnTo>
                    <a:pt x="706" y="2623"/>
                  </a:lnTo>
                  <a:lnTo>
                    <a:pt x="780" y="2689"/>
                  </a:lnTo>
                  <a:lnTo>
                    <a:pt x="860" y="2748"/>
                  </a:lnTo>
                  <a:lnTo>
                    <a:pt x="944" y="2801"/>
                  </a:lnTo>
                  <a:lnTo>
                    <a:pt x="1033" y="2848"/>
                  </a:lnTo>
                  <a:lnTo>
                    <a:pt x="1125" y="2889"/>
                  </a:lnTo>
                  <a:lnTo>
                    <a:pt x="1221" y="2923"/>
                  </a:lnTo>
                  <a:lnTo>
                    <a:pt x="1319" y="2951"/>
                  </a:lnTo>
                  <a:lnTo>
                    <a:pt x="1420" y="2970"/>
                  </a:lnTo>
                  <a:lnTo>
                    <a:pt x="1523" y="2982"/>
                  </a:lnTo>
                  <a:lnTo>
                    <a:pt x="1629" y="2986"/>
                  </a:lnTo>
                  <a:lnTo>
                    <a:pt x="1736" y="2982"/>
                  </a:lnTo>
                  <a:lnTo>
                    <a:pt x="1839" y="2970"/>
                  </a:lnTo>
                  <a:lnTo>
                    <a:pt x="1941" y="2951"/>
                  </a:lnTo>
                  <a:lnTo>
                    <a:pt x="2039" y="2923"/>
                  </a:lnTo>
                  <a:lnTo>
                    <a:pt x="2135" y="2889"/>
                  </a:lnTo>
                  <a:lnTo>
                    <a:pt x="2227" y="2848"/>
                  </a:lnTo>
                  <a:lnTo>
                    <a:pt x="2315" y="2801"/>
                  </a:lnTo>
                  <a:lnTo>
                    <a:pt x="2398" y="2748"/>
                  </a:lnTo>
                  <a:lnTo>
                    <a:pt x="2478" y="2689"/>
                  </a:lnTo>
                  <a:lnTo>
                    <a:pt x="2554" y="2623"/>
                  </a:lnTo>
                  <a:lnTo>
                    <a:pt x="2624" y="2554"/>
                  </a:lnTo>
                  <a:lnTo>
                    <a:pt x="2689" y="2478"/>
                  </a:lnTo>
                  <a:lnTo>
                    <a:pt x="2748" y="2398"/>
                  </a:lnTo>
                  <a:lnTo>
                    <a:pt x="2802" y="2314"/>
                  </a:lnTo>
                  <a:lnTo>
                    <a:pt x="2849" y="2226"/>
                  </a:lnTo>
                  <a:lnTo>
                    <a:pt x="2890" y="2135"/>
                  </a:lnTo>
                  <a:lnTo>
                    <a:pt x="2924" y="2039"/>
                  </a:lnTo>
                  <a:lnTo>
                    <a:pt x="2951" y="1941"/>
                  </a:lnTo>
                  <a:lnTo>
                    <a:pt x="2971" y="1839"/>
                  </a:lnTo>
                  <a:lnTo>
                    <a:pt x="2983" y="1735"/>
                  </a:lnTo>
                  <a:lnTo>
                    <a:pt x="2987" y="1629"/>
                  </a:lnTo>
                  <a:lnTo>
                    <a:pt x="2983" y="1523"/>
                  </a:lnTo>
                  <a:lnTo>
                    <a:pt x="2971" y="1420"/>
                  </a:lnTo>
                  <a:lnTo>
                    <a:pt x="2951" y="1319"/>
                  </a:lnTo>
                  <a:lnTo>
                    <a:pt x="2924" y="1221"/>
                  </a:lnTo>
                  <a:lnTo>
                    <a:pt x="2890" y="1125"/>
                  </a:lnTo>
                  <a:lnTo>
                    <a:pt x="2849" y="1033"/>
                  </a:lnTo>
                  <a:lnTo>
                    <a:pt x="2802" y="944"/>
                  </a:lnTo>
                  <a:lnTo>
                    <a:pt x="2748" y="861"/>
                  </a:lnTo>
                  <a:lnTo>
                    <a:pt x="2689" y="781"/>
                  </a:lnTo>
                  <a:lnTo>
                    <a:pt x="2624" y="706"/>
                  </a:lnTo>
                  <a:lnTo>
                    <a:pt x="2554" y="635"/>
                  </a:lnTo>
                  <a:lnTo>
                    <a:pt x="2478" y="571"/>
                  </a:lnTo>
                  <a:lnTo>
                    <a:pt x="2398" y="512"/>
                  </a:lnTo>
                  <a:lnTo>
                    <a:pt x="2315" y="459"/>
                  </a:lnTo>
                  <a:lnTo>
                    <a:pt x="2227" y="411"/>
                  </a:lnTo>
                  <a:lnTo>
                    <a:pt x="2135" y="370"/>
                  </a:lnTo>
                  <a:lnTo>
                    <a:pt x="2039" y="335"/>
                  </a:lnTo>
                  <a:lnTo>
                    <a:pt x="1941" y="309"/>
                  </a:lnTo>
                  <a:lnTo>
                    <a:pt x="1839" y="290"/>
                  </a:lnTo>
                  <a:lnTo>
                    <a:pt x="1736" y="277"/>
                  </a:lnTo>
                  <a:lnTo>
                    <a:pt x="1629" y="273"/>
                  </a:lnTo>
                  <a:close/>
                  <a:moveTo>
                    <a:pt x="1629" y="0"/>
                  </a:moveTo>
                  <a:lnTo>
                    <a:pt x="1746" y="5"/>
                  </a:lnTo>
                  <a:lnTo>
                    <a:pt x="1860" y="17"/>
                  </a:lnTo>
                  <a:lnTo>
                    <a:pt x="1973" y="37"/>
                  </a:lnTo>
                  <a:lnTo>
                    <a:pt x="2081" y="64"/>
                  </a:lnTo>
                  <a:lnTo>
                    <a:pt x="2186" y="98"/>
                  </a:lnTo>
                  <a:lnTo>
                    <a:pt x="2290" y="140"/>
                  </a:lnTo>
                  <a:lnTo>
                    <a:pt x="2388" y="187"/>
                  </a:lnTo>
                  <a:lnTo>
                    <a:pt x="2484" y="242"/>
                  </a:lnTo>
                  <a:lnTo>
                    <a:pt x="2574" y="303"/>
                  </a:lnTo>
                  <a:lnTo>
                    <a:pt x="2660" y="368"/>
                  </a:lnTo>
                  <a:lnTo>
                    <a:pt x="2743" y="440"/>
                  </a:lnTo>
                  <a:lnTo>
                    <a:pt x="2820" y="517"/>
                  </a:lnTo>
                  <a:lnTo>
                    <a:pt x="2891" y="599"/>
                  </a:lnTo>
                  <a:lnTo>
                    <a:pt x="2958" y="685"/>
                  </a:lnTo>
                  <a:lnTo>
                    <a:pt x="3018" y="777"/>
                  </a:lnTo>
                  <a:lnTo>
                    <a:pt x="3072" y="871"/>
                  </a:lnTo>
                  <a:lnTo>
                    <a:pt x="3120" y="971"/>
                  </a:lnTo>
                  <a:lnTo>
                    <a:pt x="3162" y="1073"/>
                  </a:lnTo>
                  <a:lnTo>
                    <a:pt x="3196" y="1179"/>
                  </a:lnTo>
                  <a:lnTo>
                    <a:pt x="3224" y="1287"/>
                  </a:lnTo>
                  <a:lnTo>
                    <a:pt x="3243" y="1399"/>
                  </a:lnTo>
                  <a:lnTo>
                    <a:pt x="3255" y="1513"/>
                  </a:lnTo>
                  <a:lnTo>
                    <a:pt x="3259" y="1629"/>
                  </a:lnTo>
                  <a:lnTo>
                    <a:pt x="3255" y="1744"/>
                  </a:lnTo>
                  <a:lnTo>
                    <a:pt x="3243" y="1857"/>
                  </a:lnTo>
                  <a:lnTo>
                    <a:pt x="3224" y="1967"/>
                  </a:lnTo>
                  <a:lnTo>
                    <a:pt x="3198" y="2076"/>
                  </a:lnTo>
                  <a:lnTo>
                    <a:pt x="3164" y="2181"/>
                  </a:lnTo>
                  <a:lnTo>
                    <a:pt x="3124" y="2281"/>
                  </a:lnTo>
                  <a:lnTo>
                    <a:pt x="3077" y="2380"/>
                  </a:lnTo>
                  <a:lnTo>
                    <a:pt x="3023" y="2474"/>
                  </a:lnTo>
                  <a:lnTo>
                    <a:pt x="2964" y="2564"/>
                  </a:lnTo>
                  <a:lnTo>
                    <a:pt x="2900" y="2651"/>
                  </a:lnTo>
                  <a:lnTo>
                    <a:pt x="2829" y="2732"/>
                  </a:lnTo>
                  <a:lnTo>
                    <a:pt x="2755" y="2808"/>
                  </a:lnTo>
                  <a:lnTo>
                    <a:pt x="2675" y="2880"/>
                  </a:lnTo>
                  <a:lnTo>
                    <a:pt x="2590" y="2945"/>
                  </a:lnTo>
                  <a:lnTo>
                    <a:pt x="2501" y="3007"/>
                  </a:lnTo>
                  <a:lnTo>
                    <a:pt x="2408" y="3062"/>
                  </a:lnTo>
                  <a:lnTo>
                    <a:pt x="2311" y="3110"/>
                  </a:lnTo>
                  <a:lnTo>
                    <a:pt x="2210" y="3152"/>
                  </a:lnTo>
                  <a:lnTo>
                    <a:pt x="2105" y="3188"/>
                  </a:lnTo>
                  <a:lnTo>
                    <a:pt x="1999" y="3216"/>
                  </a:lnTo>
                  <a:lnTo>
                    <a:pt x="1889" y="3237"/>
                  </a:lnTo>
                  <a:lnTo>
                    <a:pt x="1777" y="3252"/>
                  </a:lnTo>
                  <a:lnTo>
                    <a:pt x="1776" y="3590"/>
                  </a:lnTo>
                  <a:lnTo>
                    <a:pt x="1776" y="3600"/>
                  </a:lnTo>
                  <a:lnTo>
                    <a:pt x="1779" y="3613"/>
                  </a:lnTo>
                  <a:lnTo>
                    <a:pt x="1781" y="3624"/>
                  </a:lnTo>
                  <a:lnTo>
                    <a:pt x="1785" y="3631"/>
                  </a:lnTo>
                  <a:lnTo>
                    <a:pt x="1788" y="3631"/>
                  </a:lnTo>
                  <a:lnTo>
                    <a:pt x="1793" y="3634"/>
                  </a:lnTo>
                  <a:lnTo>
                    <a:pt x="1804" y="3635"/>
                  </a:lnTo>
                  <a:lnTo>
                    <a:pt x="1818" y="3637"/>
                  </a:lnTo>
                  <a:lnTo>
                    <a:pt x="2229" y="3637"/>
                  </a:lnTo>
                  <a:lnTo>
                    <a:pt x="2229" y="3252"/>
                  </a:lnTo>
                  <a:lnTo>
                    <a:pt x="2852" y="3783"/>
                  </a:lnTo>
                  <a:lnTo>
                    <a:pt x="2231" y="4315"/>
                  </a:lnTo>
                  <a:lnTo>
                    <a:pt x="2231" y="3930"/>
                  </a:lnTo>
                  <a:lnTo>
                    <a:pt x="1818" y="3930"/>
                  </a:lnTo>
                  <a:lnTo>
                    <a:pt x="1771" y="3929"/>
                  </a:lnTo>
                  <a:lnTo>
                    <a:pt x="1729" y="3921"/>
                  </a:lnTo>
                  <a:lnTo>
                    <a:pt x="1691" y="3910"/>
                  </a:lnTo>
                  <a:lnTo>
                    <a:pt x="1658" y="3897"/>
                  </a:lnTo>
                  <a:lnTo>
                    <a:pt x="1629" y="3882"/>
                  </a:lnTo>
                  <a:lnTo>
                    <a:pt x="1605" y="3863"/>
                  </a:lnTo>
                  <a:lnTo>
                    <a:pt x="1584" y="3846"/>
                  </a:lnTo>
                  <a:lnTo>
                    <a:pt x="1567" y="3828"/>
                  </a:lnTo>
                  <a:lnTo>
                    <a:pt x="1540" y="3795"/>
                  </a:lnTo>
                  <a:lnTo>
                    <a:pt x="1521" y="3761"/>
                  </a:lnTo>
                  <a:lnTo>
                    <a:pt x="1505" y="3727"/>
                  </a:lnTo>
                  <a:lnTo>
                    <a:pt x="1494" y="3693"/>
                  </a:lnTo>
                  <a:lnTo>
                    <a:pt x="1488" y="3662"/>
                  </a:lnTo>
                  <a:lnTo>
                    <a:pt x="1484" y="3631"/>
                  </a:lnTo>
                  <a:lnTo>
                    <a:pt x="1481" y="3607"/>
                  </a:lnTo>
                  <a:lnTo>
                    <a:pt x="1481" y="3584"/>
                  </a:lnTo>
                  <a:lnTo>
                    <a:pt x="1483" y="3567"/>
                  </a:lnTo>
                  <a:lnTo>
                    <a:pt x="1483" y="3252"/>
                  </a:lnTo>
                  <a:lnTo>
                    <a:pt x="1370" y="3237"/>
                  </a:lnTo>
                  <a:lnTo>
                    <a:pt x="1261" y="3216"/>
                  </a:lnTo>
                  <a:lnTo>
                    <a:pt x="1154" y="3188"/>
                  </a:lnTo>
                  <a:lnTo>
                    <a:pt x="1050" y="3152"/>
                  </a:lnTo>
                  <a:lnTo>
                    <a:pt x="949" y="3110"/>
                  </a:lnTo>
                  <a:lnTo>
                    <a:pt x="853" y="3061"/>
                  </a:lnTo>
                  <a:lnTo>
                    <a:pt x="760" y="3007"/>
                  </a:lnTo>
                  <a:lnTo>
                    <a:pt x="670" y="2945"/>
                  </a:lnTo>
                  <a:lnTo>
                    <a:pt x="585" y="2880"/>
                  </a:lnTo>
                  <a:lnTo>
                    <a:pt x="505" y="2808"/>
                  </a:lnTo>
                  <a:lnTo>
                    <a:pt x="429" y="2732"/>
                  </a:lnTo>
                  <a:lnTo>
                    <a:pt x="360" y="2649"/>
                  </a:lnTo>
                  <a:lnTo>
                    <a:pt x="294" y="2564"/>
                  </a:lnTo>
                  <a:lnTo>
                    <a:pt x="236" y="2474"/>
                  </a:lnTo>
                  <a:lnTo>
                    <a:pt x="183" y="2380"/>
                  </a:lnTo>
                  <a:lnTo>
                    <a:pt x="136" y="2281"/>
                  </a:lnTo>
                  <a:lnTo>
                    <a:pt x="95" y="2181"/>
                  </a:lnTo>
                  <a:lnTo>
                    <a:pt x="63" y="2076"/>
                  </a:lnTo>
                  <a:lnTo>
                    <a:pt x="35" y="1967"/>
                  </a:lnTo>
                  <a:lnTo>
                    <a:pt x="15" y="1857"/>
                  </a:lnTo>
                  <a:lnTo>
                    <a:pt x="4" y="1744"/>
                  </a:lnTo>
                  <a:lnTo>
                    <a:pt x="0" y="1629"/>
                  </a:lnTo>
                  <a:lnTo>
                    <a:pt x="5" y="1513"/>
                  </a:lnTo>
                  <a:lnTo>
                    <a:pt x="17" y="1399"/>
                  </a:lnTo>
                  <a:lnTo>
                    <a:pt x="36" y="1287"/>
                  </a:lnTo>
                  <a:lnTo>
                    <a:pt x="64" y="1179"/>
                  </a:lnTo>
                  <a:lnTo>
                    <a:pt x="98" y="1073"/>
                  </a:lnTo>
                  <a:lnTo>
                    <a:pt x="140" y="971"/>
                  </a:lnTo>
                  <a:lnTo>
                    <a:pt x="187" y="871"/>
                  </a:lnTo>
                  <a:lnTo>
                    <a:pt x="242" y="777"/>
                  </a:lnTo>
                  <a:lnTo>
                    <a:pt x="302" y="685"/>
                  </a:lnTo>
                  <a:lnTo>
                    <a:pt x="368" y="599"/>
                  </a:lnTo>
                  <a:lnTo>
                    <a:pt x="440" y="517"/>
                  </a:lnTo>
                  <a:lnTo>
                    <a:pt x="517" y="440"/>
                  </a:lnTo>
                  <a:lnTo>
                    <a:pt x="598" y="368"/>
                  </a:lnTo>
                  <a:lnTo>
                    <a:pt x="685" y="303"/>
                  </a:lnTo>
                  <a:lnTo>
                    <a:pt x="777" y="242"/>
                  </a:lnTo>
                  <a:lnTo>
                    <a:pt x="871" y="187"/>
                  </a:lnTo>
                  <a:lnTo>
                    <a:pt x="970" y="140"/>
                  </a:lnTo>
                  <a:lnTo>
                    <a:pt x="1073" y="98"/>
                  </a:lnTo>
                  <a:lnTo>
                    <a:pt x="1179" y="64"/>
                  </a:lnTo>
                  <a:lnTo>
                    <a:pt x="1287" y="37"/>
                  </a:lnTo>
                  <a:lnTo>
                    <a:pt x="1399" y="17"/>
                  </a:lnTo>
                  <a:lnTo>
                    <a:pt x="1513" y="5"/>
                  </a:lnTo>
                  <a:lnTo>
                    <a:pt x="162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0">
              <a:noFill/>
              <a:prstDash val="solid"/>
              <a:round/>
              <a:headEnd/>
              <a:tailEnd/>
            </a:ln>
            <a:effectLst>
              <a:outerShdw blurRad="127000" dist="38100" dir="2700000" algn="tl" rotWithShape="0">
                <a:prstClr val="black">
                  <a:alpha val="21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75" name="Grupo 74"/>
            <p:cNvGrpSpPr/>
            <p:nvPr/>
          </p:nvGrpSpPr>
          <p:grpSpPr>
            <a:xfrm>
              <a:off x="2796684" y="3745249"/>
              <a:ext cx="1584000" cy="1584000"/>
              <a:chOff x="2812599" y="3711231"/>
              <a:chExt cx="1584000" cy="1584000"/>
            </a:xfrm>
          </p:grpSpPr>
          <p:grpSp>
            <p:nvGrpSpPr>
              <p:cNvPr id="68" name="Grupo 67"/>
              <p:cNvGrpSpPr/>
              <p:nvPr/>
            </p:nvGrpSpPr>
            <p:grpSpPr>
              <a:xfrm>
                <a:off x="2812599" y="3711231"/>
                <a:ext cx="1584000" cy="1584000"/>
                <a:chOff x="684098" y="2293153"/>
                <a:chExt cx="2155798" cy="2155039"/>
              </a:xfrm>
            </p:grpSpPr>
            <p:sp>
              <p:nvSpPr>
                <p:cNvPr id="73" name="Freeform 6"/>
                <p:cNvSpPr>
                  <a:spLocks/>
                </p:cNvSpPr>
                <p:nvPr/>
              </p:nvSpPr>
              <p:spPr bwMode="auto">
                <a:xfrm>
                  <a:off x="684098" y="2305303"/>
                  <a:ext cx="921093" cy="2130740"/>
                </a:xfrm>
                <a:custGeom>
                  <a:avLst/>
                  <a:gdLst>
                    <a:gd name="T0" fmla="*/ 1213 w 1213"/>
                    <a:gd name="T1" fmla="*/ 0 h 2806"/>
                    <a:gd name="T2" fmla="*/ 1213 w 1213"/>
                    <a:gd name="T3" fmla="*/ 2806 h 2806"/>
                    <a:gd name="T4" fmla="*/ 1111 w 1213"/>
                    <a:gd name="T5" fmla="*/ 2788 h 2806"/>
                    <a:gd name="T6" fmla="*/ 1012 w 1213"/>
                    <a:gd name="T7" fmla="*/ 2761 h 2806"/>
                    <a:gd name="T8" fmla="*/ 915 w 1213"/>
                    <a:gd name="T9" fmla="*/ 2730 h 2806"/>
                    <a:gd name="T10" fmla="*/ 824 w 1213"/>
                    <a:gd name="T11" fmla="*/ 2691 h 2806"/>
                    <a:gd name="T12" fmla="*/ 733 w 1213"/>
                    <a:gd name="T13" fmla="*/ 2645 h 2806"/>
                    <a:gd name="T14" fmla="*/ 648 w 1213"/>
                    <a:gd name="T15" fmla="*/ 2594 h 2806"/>
                    <a:gd name="T16" fmla="*/ 567 w 1213"/>
                    <a:gd name="T17" fmla="*/ 2538 h 2806"/>
                    <a:gd name="T18" fmla="*/ 490 w 1213"/>
                    <a:gd name="T19" fmla="*/ 2475 h 2806"/>
                    <a:gd name="T20" fmla="*/ 416 w 1213"/>
                    <a:gd name="T21" fmla="*/ 2407 h 2806"/>
                    <a:gd name="T22" fmla="*/ 349 w 1213"/>
                    <a:gd name="T23" fmla="*/ 2335 h 2806"/>
                    <a:gd name="T24" fmla="*/ 287 w 1213"/>
                    <a:gd name="T25" fmla="*/ 2257 h 2806"/>
                    <a:gd name="T26" fmla="*/ 229 w 1213"/>
                    <a:gd name="T27" fmla="*/ 2176 h 2806"/>
                    <a:gd name="T28" fmla="*/ 178 w 1213"/>
                    <a:gd name="T29" fmla="*/ 2091 h 2806"/>
                    <a:gd name="T30" fmla="*/ 132 w 1213"/>
                    <a:gd name="T31" fmla="*/ 2002 h 2806"/>
                    <a:gd name="T32" fmla="*/ 93 w 1213"/>
                    <a:gd name="T33" fmla="*/ 1909 h 2806"/>
                    <a:gd name="T34" fmla="*/ 60 w 1213"/>
                    <a:gd name="T35" fmla="*/ 1813 h 2806"/>
                    <a:gd name="T36" fmla="*/ 34 w 1213"/>
                    <a:gd name="T37" fmla="*/ 1714 h 2806"/>
                    <a:gd name="T38" fmla="*/ 15 w 1213"/>
                    <a:gd name="T39" fmla="*/ 1613 h 2806"/>
                    <a:gd name="T40" fmla="*/ 4 w 1213"/>
                    <a:gd name="T41" fmla="*/ 1508 h 2806"/>
                    <a:gd name="T42" fmla="*/ 0 w 1213"/>
                    <a:gd name="T43" fmla="*/ 1402 h 2806"/>
                    <a:gd name="T44" fmla="*/ 4 w 1213"/>
                    <a:gd name="T45" fmla="*/ 1296 h 2806"/>
                    <a:gd name="T46" fmla="*/ 15 w 1213"/>
                    <a:gd name="T47" fmla="*/ 1193 h 2806"/>
                    <a:gd name="T48" fmla="*/ 34 w 1213"/>
                    <a:gd name="T49" fmla="*/ 1092 h 2806"/>
                    <a:gd name="T50" fmla="*/ 60 w 1213"/>
                    <a:gd name="T51" fmla="*/ 992 h 2806"/>
                    <a:gd name="T52" fmla="*/ 93 w 1213"/>
                    <a:gd name="T53" fmla="*/ 897 h 2806"/>
                    <a:gd name="T54" fmla="*/ 132 w 1213"/>
                    <a:gd name="T55" fmla="*/ 804 h 2806"/>
                    <a:gd name="T56" fmla="*/ 178 w 1213"/>
                    <a:gd name="T57" fmla="*/ 715 h 2806"/>
                    <a:gd name="T58" fmla="*/ 229 w 1213"/>
                    <a:gd name="T59" fmla="*/ 630 h 2806"/>
                    <a:gd name="T60" fmla="*/ 287 w 1213"/>
                    <a:gd name="T61" fmla="*/ 548 h 2806"/>
                    <a:gd name="T62" fmla="*/ 349 w 1213"/>
                    <a:gd name="T63" fmla="*/ 471 h 2806"/>
                    <a:gd name="T64" fmla="*/ 416 w 1213"/>
                    <a:gd name="T65" fmla="*/ 398 h 2806"/>
                    <a:gd name="T66" fmla="*/ 490 w 1213"/>
                    <a:gd name="T67" fmla="*/ 331 h 2806"/>
                    <a:gd name="T68" fmla="*/ 567 w 1213"/>
                    <a:gd name="T69" fmla="*/ 268 h 2806"/>
                    <a:gd name="T70" fmla="*/ 648 w 1213"/>
                    <a:gd name="T71" fmla="*/ 212 h 2806"/>
                    <a:gd name="T72" fmla="*/ 733 w 1213"/>
                    <a:gd name="T73" fmla="*/ 161 h 2806"/>
                    <a:gd name="T74" fmla="*/ 824 w 1213"/>
                    <a:gd name="T75" fmla="*/ 115 h 2806"/>
                    <a:gd name="T76" fmla="*/ 915 w 1213"/>
                    <a:gd name="T77" fmla="*/ 76 h 2806"/>
                    <a:gd name="T78" fmla="*/ 1012 w 1213"/>
                    <a:gd name="T79" fmla="*/ 43 h 2806"/>
                    <a:gd name="T80" fmla="*/ 1111 w 1213"/>
                    <a:gd name="T81" fmla="*/ 18 h 2806"/>
                    <a:gd name="T82" fmla="*/ 1213 w 1213"/>
                    <a:gd name="T83" fmla="*/ 0 h 28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213" h="2806">
                      <a:moveTo>
                        <a:pt x="1213" y="0"/>
                      </a:moveTo>
                      <a:lnTo>
                        <a:pt x="1213" y="2806"/>
                      </a:lnTo>
                      <a:lnTo>
                        <a:pt x="1111" y="2788"/>
                      </a:lnTo>
                      <a:lnTo>
                        <a:pt x="1012" y="2761"/>
                      </a:lnTo>
                      <a:lnTo>
                        <a:pt x="915" y="2730"/>
                      </a:lnTo>
                      <a:lnTo>
                        <a:pt x="824" y="2691"/>
                      </a:lnTo>
                      <a:lnTo>
                        <a:pt x="733" y="2645"/>
                      </a:lnTo>
                      <a:lnTo>
                        <a:pt x="648" y="2594"/>
                      </a:lnTo>
                      <a:lnTo>
                        <a:pt x="567" y="2538"/>
                      </a:lnTo>
                      <a:lnTo>
                        <a:pt x="490" y="2475"/>
                      </a:lnTo>
                      <a:lnTo>
                        <a:pt x="416" y="2407"/>
                      </a:lnTo>
                      <a:lnTo>
                        <a:pt x="349" y="2335"/>
                      </a:lnTo>
                      <a:lnTo>
                        <a:pt x="287" y="2257"/>
                      </a:lnTo>
                      <a:lnTo>
                        <a:pt x="229" y="2176"/>
                      </a:lnTo>
                      <a:lnTo>
                        <a:pt x="178" y="2091"/>
                      </a:lnTo>
                      <a:lnTo>
                        <a:pt x="132" y="2002"/>
                      </a:lnTo>
                      <a:lnTo>
                        <a:pt x="93" y="1909"/>
                      </a:lnTo>
                      <a:lnTo>
                        <a:pt x="60" y="1813"/>
                      </a:lnTo>
                      <a:lnTo>
                        <a:pt x="34" y="1714"/>
                      </a:lnTo>
                      <a:lnTo>
                        <a:pt x="15" y="1613"/>
                      </a:lnTo>
                      <a:lnTo>
                        <a:pt x="4" y="1508"/>
                      </a:lnTo>
                      <a:lnTo>
                        <a:pt x="0" y="1402"/>
                      </a:lnTo>
                      <a:lnTo>
                        <a:pt x="4" y="1296"/>
                      </a:lnTo>
                      <a:lnTo>
                        <a:pt x="15" y="1193"/>
                      </a:lnTo>
                      <a:lnTo>
                        <a:pt x="34" y="1092"/>
                      </a:lnTo>
                      <a:lnTo>
                        <a:pt x="60" y="992"/>
                      </a:lnTo>
                      <a:lnTo>
                        <a:pt x="93" y="897"/>
                      </a:lnTo>
                      <a:lnTo>
                        <a:pt x="132" y="804"/>
                      </a:lnTo>
                      <a:lnTo>
                        <a:pt x="178" y="715"/>
                      </a:lnTo>
                      <a:lnTo>
                        <a:pt x="229" y="630"/>
                      </a:lnTo>
                      <a:lnTo>
                        <a:pt x="287" y="548"/>
                      </a:lnTo>
                      <a:lnTo>
                        <a:pt x="349" y="471"/>
                      </a:lnTo>
                      <a:lnTo>
                        <a:pt x="416" y="398"/>
                      </a:lnTo>
                      <a:lnTo>
                        <a:pt x="490" y="331"/>
                      </a:lnTo>
                      <a:lnTo>
                        <a:pt x="567" y="268"/>
                      </a:lnTo>
                      <a:lnTo>
                        <a:pt x="648" y="212"/>
                      </a:lnTo>
                      <a:lnTo>
                        <a:pt x="733" y="161"/>
                      </a:lnTo>
                      <a:lnTo>
                        <a:pt x="824" y="115"/>
                      </a:lnTo>
                      <a:lnTo>
                        <a:pt x="915" y="76"/>
                      </a:lnTo>
                      <a:lnTo>
                        <a:pt x="1012" y="43"/>
                      </a:lnTo>
                      <a:lnTo>
                        <a:pt x="1111" y="18"/>
                      </a:lnTo>
                      <a:lnTo>
                        <a:pt x="1213" y="0"/>
                      </a:lnTo>
                      <a:close/>
                    </a:path>
                  </a:pathLst>
                </a:custGeom>
                <a:solidFill>
                  <a:srgbClr val="F6AA3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74" name="Freeform 7"/>
                <p:cNvSpPr>
                  <a:spLocks/>
                </p:cNvSpPr>
                <p:nvPr/>
              </p:nvSpPr>
              <p:spPr bwMode="auto">
                <a:xfrm>
                  <a:off x="1605191" y="2293153"/>
                  <a:ext cx="1234705" cy="2155039"/>
                </a:xfrm>
                <a:custGeom>
                  <a:avLst/>
                  <a:gdLst>
                    <a:gd name="T0" fmla="*/ 205 w 1626"/>
                    <a:gd name="T1" fmla="*/ 0 h 2838"/>
                    <a:gd name="T2" fmla="*/ 312 w 1626"/>
                    <a:gd name="T3" fmla="*/ 4 h 2838"/>
                    <a:gd name="T4" fmla="*/ 415 w 1626"/>
                    <a:gd name="T5" fmla="*/ 16 h 2838"/>
                    <a:gd name="T6" fmla="*/ 517 w 1626"/>
                    <a:gd name="T7" fmla="*/ 34 h 2838"/>
                    <a:gd name="T8" fmla="*/ 615 w 1626"/>
                    <a:gd name="T9" fmla="*/ 60 h 2838"/>
                    <a:gd name="T10" fmla="*/ 711 w 1626"/>
                    <a:gd name="T11" fmla="*/ 93 h 2838"/>
                    <a:gd name="T12" fmla="*/ 804 w 1626"/>
                    <a:gd name="T13" fmla="*/ 132 h 2838"/>
                    <a:gd name="T14" fmla="*/ 893 w 1626"/>
                    <a:gd name="T15" fmla="*/ 177 h 2838"/>
                    <a:gd name="T16" fmla="*/ 978 w 1626"/>
                    <a:gd name="T17" fmla="*/ 229 h 2838"/>
                    <a:gd name="T18" fmla="*/ 1060 w 1626"/>
                    <a:gd name="T19" fmla="*/ 285 h 2838"/>
                    <a:gd name="T20" fmla="*/ 1137 w 1626"/>
                    <a:gd name="T21" fmla="*/ 348 h 2838"/>
                    <a:gd name="T22" fmla="*/ 1209 w 1626"/>
                    <a:gd name="T23" fmla="*/ 415 h 2838"/>
                    <a:gd name="T24" fmla="*/ 1277 w 1626"/>
                    <a:gd name="T25" fmla="*/ 488 h 2838"/>
                    <a:gd name="T26" fmla="*/ 1340 w 1626"/>
                    <a:gd name="T27" fmla="*/ 564 h 2838"/>
                    <a:gd name="T28" fmla="*/ 1396 w 1626"/>
                    <a:gd name="T29" fmla="*/ 647 h 2838"/>
                    <a:gd name="T30" fmla="*/ 1447 w 1626"/>
                    <a:gd name="T31" fmla="*/ 732 h 2838"/>
                    <a:gd name="T32" fmla="*/ 1493 w 1626"/>
                    <a:gd name="T33" fmla="*/ 821 h 2838"/>
                    <a:gd name="T34" fmla="*/ 1533 w 1626"/>
                    <a:gd name="T35" fmla="*/ 913 h 2838"/>
                    <a:gd name="T36" fmla="*/ 1565 w 1626"/>
                    <a:gd name="T37" fmla="*/ 1010 h 2838"/>
                    <a:gd name="T38" fmla="*/ 1590 w 1626"/>
                    <a:gd name="T39" fmla="*/ 1108 h 2838"/>
                    <a:gd name="T40" fmla="*/ 1610 w 1626"/>
                    <a:gd name="T41" fmla="*/ 1209 h 2838"/>
                    <a:gd name="T42" fmla="*/ 1622 w 1626"/>
                    <a:gd name="T43" fmla="*/ 1313 h 2838"/>
                    <a:gd name="T44" fmla="*/ 1626 w 1626"/>
                    <a:gd name="T45" fmla="*/ 1418 h 2838"/>
                    <a:gd name="T46" fmla="*/ 1622 w 1626"/>
                    <a:gd name="T47" fmla="*/ 1524 h 2838"/>
                    <a:gd name="T48" fmla="*/ 1610 w 1626"/>
                    <a:gd name="T49" fmla="*/ 1629 h 2838"/>
                    <a:gd name="T50" fmla="*/ 1590 w 1626"/>
                    <a:gd name="T51" fmla="*/ 1730 h 2838"/>
                    <a:gd name="T52" fmla="*/ 1565 w 1626"/>
                    <a:gd name="T53" fmla="*/ 1828 h 2838"/>
                    <a:gd name="T54" fmla="*/ 1533 w 1626"/>
                    <a:gd name="T55" fmla="*/ 1924 h 2838"/>
                    <a:gd name="T56" fmla="*/ 1493 w 1626"/>
                    <a:gd name="T57" fmla="*/ 2017 h 2838"/>
                    <a:gd name="T58" fmla="*/ 1447 w 1626"/>
                    <a:gd name="T59" fmla="*/ 2106 h 2838"/>
                    <a:gd name="T60" fmla="*/ 1396 w 1626"/>
                    <a:gd name="T61" fmla="*/ 2191 h 2838"/>
                    <a:gd name="T62" fmla="*/ 1340 w 1626"/>
                    <a:gd name="T63" fmla="*/ 2272 h 2838"/>
                    <a:gd name="T64" fmla="*/ 1277 w 1626"/>
                    <a:gd name="T65" fmla="*/ 2349 h 2838"/>
                    <a:gd name="T66" fmla="*/ 1209 w 1626"/>
                    <a:gd name="T67" fmla="*/ 2421 h 2838"/>
                    <a:gd name="T68" fmla="*/ 1137 w 1626"/>
                    <a:gd name="T69" fmla="*/ 2489 h 2838"/>
                    <a:gd name="T70" fmla="*/ 1060 w 1626"/>
                    <a:gd name="T71" fmla="*/ 2552 h 2838"/>
                    <a:gd name="T72" fmla="*/ 978 w 1626"/>
                    <a:gd name="T73" fmla="*/ 2609 h 2838"/>
                    <a:gd name="T74" fmla="*/ 893 w 1626"/>
                    <a:gd name="T75" fmla="*/ 2660 h 2838"/>
                    <a:gd name="T76" fmla="*/ 804 w 1626"/>
                    <a:gd name="T77" fmla="*/ 2705 h 2838"/>
                    <a:gd name="T78" fmla="*/ 711 w 1626"/>
                    <a:gd name="T79" fmla="*/ 2745 h 2838"/>
                    <a:gd name="T80" fmla="*/ 615 w 1626"/>
                    <a:gd name="T81" fmla="*/ 2777 h 2838"/>
                    <a:gd name="T82" fmla="*/ 517 w 1626"/>
                    <a:gd name="T83" fmla="*/ 2804 h 2838"/>
                    <a:gd name="T84" fmla="*/ 415 w 1626"/>
                    <a:gd name="T85" fmla="*/ 2822 h 2838"/>
                    <a:gd name="T86" fmla="*/ 312 w 1626"/>
                    <a:gd name="T87" fmla="*/ 2834 h 2838"/>
                    <a:gd name="T88" fmla="*/ 205 w 1626"/>
                    <a:gd name="T89" fmla="*/ 2838 h 2838"/>
                    <a:gd name="T90" fmla="*/ 102 w 1626"/>
                    <a:gd name="T91" fmla="*/ 2834 h 2838"/>
                    <a:gd name="T92" fmla="*/ 0 w 1626"/>
                    <a:gd name="T93" fmla="*/ 2822 h 2838"/>
                    <a:gd name="T94" fmla="*/ 0 w 1626"/>
                    <a:gd name="T95" fmla="*/ 16 h 2838"/>
                    <a:gd name="T96" fmla="*/ 102 w 1626"/>
                    <a:gd name="T97" fmla="*/ 4 h 2838"/>
                    <a:gd name="T98" fmla="*/ 205 w 1626"/>
                    <a:gd name="T99" fmla="*/ 0 h 28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626" h="2838">
                      <a:moveTo>
                        <a:pt x="205" y="0"/>
                      </a:moveTo>
                      <a:lnTo>
                        <a:pt x="312" y="4"/>
                      </a:lnTo>
                      <a:lnTo>
                        <a:pt x="415" y="16"/>
                      </a:lnTo>
                      <a:lnTo>
                        <a:pt x="517" y="34"/>
                      </a:lnTo>
                      <a:lnTo>
                        <a:pt x="615" y="60"/>
                      </a:lnTo>
                      <a:lnTo>
                        <a:pt x="711" y="93"/>
                      </a:lnTo>
                      <a:lnTo>
                        <a:pt x="804" y="132"/>
                      </a:lnTo>
                      <a:lnTo>
                        <a:pt x="893" y="177"/>
                      </a:lnTo>
                      <a:lnTo>
                        <a:pt x="978" y="229"/>
                      </a:lnTo>
                      <a:lnTo>
                        <a:pt x="1060" y="285"/>
                      </a:lnTo>
                      <a:lnTo>
                        <a:pt x="1137" y="348"/>
                      </a:lnTo>
                      <a:lnTo>
                        <a:pt x="1209" y="415"/>
                      </a:lnTo>
                      <a:lnTo>
                        <a:pt x="1277" y="488"/>
                      </a:lnTo>
                      <a:lnTo>
                        <a:pt x="1340" y="564"/>
                      </a:lnTo>
                      <a:lnTo>
                        <a:pt x="1396" y="647"/>
                      </a:lnTo>
                      <a:lnTo>
                        <a:pt x="1447" y="732"/>
                      </a:lnTo>
                      <a:lnTo>
                        <a:pt x="1493" y="821"/>
                      </a:lnTo>
                      <a:lnTo>
                        <a:pt x="1533" y="913"/>
                      </a:lnTo>
                      <a:lnTo>
                        <a:pt x="1565" y="1010"/>
                      </a:lnTo>
                      <a:lnTo>
                        <a:pt x="1590" y="1108"/>
                      </a:lnTo>
                      <a:lnTo>
                        <a:pt x="1610" y="1209"/>
                      </a:lnTo>
                      <a:lnTo>
                        <a:pt x="1622" y="1313"/>
                      </a:lnTo>
                      <a:lnTo>
                        <a:pt x="1626" y="1418"/>
                      </a:lnTo>
                      <a:lnTo>
                        <a:pt x="1622" y="1524"/>
                      </a:lnTo>
                      <a:lnTo>
                        <a:pt x="1610" y="1629"/>
                      </a:lnTo>
                      <a:lnTo>
                        <a:pt x="1590" y="1730"/>
                      </a:lnTo>
                      <a:lnTo>
                        <a:pt x="1565" y="1828"/>
                      </a:lnTo>
                      <a:lnTo>
                        <a:pt x="1533" y="1924"/>
                      </a:lnTo>
                      <a:lnTo>
                        <a:pt x="1493" y="2017"/>
                      </a:lnTo>
                      <a:lnTo>
                        <a:pt x="1447" y="2106"/>
                      </a:lnTo>
                      <a:lnTo>
                        <a:pt x="1396" y="2191"/>
                      </a:lnTo>
                      <a:lnTo>
                        <a:pt x="1340" y="2272"/>
                      </a:lnTo>
                      <a:lnTo>
                        <a:pt x="1277" y="2349"/>
                      </a:lnTo>
                      <a:lnTo>
                        <a:pt x="1209" y="2421"/>
                      </a:lnTo>
                      <a:lnTo>
                        <a:pt x="1137" y="2489"/>
                      </a:lnTo>
                      <a:lnTo>
                        <a:pt x="1060" y="2552"/>
                      </a:lnTo>
                      <a:lnTo>
                        <a:pt x="978" y="2609"/>
                      </a:lnTo>
                      <a:lnTo>
                        <a:pt x="893" y="2660"/>
                      </a:lnTo>
                      <a:lnTo>
                        <a:pt x="804" y="2705"/>
                      </a:lnTo>
                      <a:lnTo>
                        <a:pt x="711" y="2745"/>
                      </a:lnTo>
                      <a:lnTo>
                        <a:pt x="615" y="2777"/>
                      </a:lnTo>
                      <a:lnTo>
                        <a:pt x="517" y="2804"/>
                      </a:lnTo>
                      <a:lnTo>
                        <a:pt x="415" y="2822"/>
                      </a:lnTo>
                      <a:lnTo>
                        <a:pt x="312" y="2834"/>
                      </a:lnTo>
                      <a:lnTo>
                        <a:pt x="205" y="2838"/>
                      </a:lnTo>
                      <a:lnTo>
                        <a:pt x="102" y="2834"/>
                      </a:lnTo>
                      <a:lnTo>
                        <a:pt x="0" y="2822"/>
                      </a:lnTo>
                      <a:lnTo>
                        <a:pt x="0" y="16"/>
                      </a:lnTo>
                      <a:lnTo>
                        <a:pt x="102" y="4"/>
                      </a:lnTo>
                      <a:lnTo>
                        <a:pt x="205" y="0"/>
                      </a:lnTo>
                      <a:close/>
                    </a:path>
                  </a:pathLst>
                </a:custGeom>
                <a:gradFill>
                  <a:gsLst>
                    <a:gs pos="63000">
                      <a:srgbClr val="F6AA30">
                        <a:lumMod val="98000"/>
                        <a:lumOff val="2000"/>
                        <a:alpha val="61000"/>
                      </a:srgbClr>
                    </a:gs>
                    <a:gs pos="0">
                      <a:srgbClr val="F6AA30">
                        <a:lumMod val="98000"/>
                        <a:lumOff val="2000"/>
                        <a:alpha val="81000"/>
                      </a:srgbClr>
                    </a:gs>
                  </a:gsLst>
                  <a:lin ang="5400000" scaled="1"/>
                </a:gra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sp>
            <p:nvSpPr>
              <p:cNvPr id="69" name="TextBox 35"/>
              <p:cNvSpPr txBox="1"/>
              <p:nvPr/>
            </p:nvSpPr>
            <p:spPr>
              <a:xfrm>
                <a:off x="2855887" y="4348171"/>
                <a:ext cx="639919" cy="584775"/>
              </a:xfrm>
              <a:prstGeom prst="rect">
                <a:avLst/>
              </a:prstGeom>
              <a:noFill/>
              <a:effectLst>
                <a:outerShdw blurRad="38100" dist="25400" dir="2700000" algn="tl" rotWithShape="0">
                  <a:prstClr val="black">
                    <a:alpha val="39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3200" b="1" dirty="0">
                    <a:solidFill>
                      <a:schemeClr val="bg1"/>
                    </a:solidFill>
                    <a:latin typeface="Roboto"/>
                    <a:cs typeface="Arial" panose="020B0604020202020204" pitchFamily="34" charset="0"/>
                  </a:rPr>
                  <a:t>02</a:t>
                </a:r>
              </a:p>
            </p:txBody>
          </p:sp>
          <p:grpSp>
            <p:nvGrpSpPr>
              <p:cNvPr id="33" name="Group 54"/>
              <p:cNvGrpSpPr/>
              <p:nvPr/>
            </p:nvGrpSpPr>
            <p:grpSpPr>
              <a:xfrm>
                <a:off x="3570957" y="3969173"/>
                <a:ext cx="612000" cy="540000"/>
                <a:chOff x="6007101" y="2809875"/>
                <a:chExt cx="2338916" cy="1847621"/>
              </a:xfrm>
              <a:solidFill>
                <a:schemeClr val="bg1">
                  <a:alpha val="30000"/>
                </a:schemeClr>
              </a:solidFill>
            </p:grpSpPr>
            <p:sp>
              <p:nvSpPr>
                <p:cNvPr id="34" name="Freeform 13"/>
                <p:cNvSpPr>
                  <a:spLocks noEditPoints="1"/>
                </p:cNvSpPr>
                <p:nvPr/>
              </p:nvSpPr>
              <p:spPr bwMode="auto">
                <a:xfrm>
                  <a:off x="6007101" y="2809875"/>
                  <a:ext cx="2338916" cy="1847621"/>
                </a:xfrm>
                <a:custGeom>
                  <a:avLst/>
                  <a:gdLst>
                    <a:gd name="T0" fmla="*/ 519 w 1673"/>
                    <a:gd name="T1" fmla="*/ 1226 h 1276"/>
                    <a:gd name="T2" fmla="*/ 1151 w 1673"/>
                    <a:gd name="T3" fmla="*/ 1228 h 1276"/>
                    <a:gd name="T4" fmla="*/ 1149 w 1673"/>
                    <a:gd name="T5" fmla="*/ 885 h 1276"/>
                    <a:gd name="T6" fmla="*/ 484 w 1673"/>
                    <a:gd name="T7" fmla="*/ 721 h 1276"/>
                    <a:gd name="T8" fmla="*/ 386 w 1673"/>
                    <a:gd name="T9" fmla="*/ 1156 h 1276"/>
                    <a:gd name="T10" fmla="*/ 442 w 1673"/>
                    <a:gd name="T11" fmla="*/ 1224 h 1276"/>
                    <a:gd name="T12" fmla="*/ 471 w 1673"/>
                    <a:gd name="T13" fmla="*/ 887 h 1276"/>
                    <a:gd name="T14" fmla="*/ 521 w 1673"/>
                    <a:gd name="T15" fmla="*/ 837 h 1276"/>
                    <a:gd name="T16" fmla="*/ 1196 w 1673"/>
                    <a:gd name="T17" fmla="*/ 868 h 1276"/>
                    <a:gd name="T18" fmla="*/ 1208 w 1673"/>
                    <a:gd name="T19" fmla="*/ 1228 h 1276"/>
                    <a:gd name="T20" fmla="*/ 1281 w 1673"/>
                    <a:gd name="T21" fmla="*/ 1179 h 1276"/>
                    <a:gd name="T22" fmla="*/ 1206 w 1673"/>
                    <a:gd name="T23" fmla="*/ 742 h 1276"/>
                    <a:gd name="T24" fmla="*/ 1006 w 1673"/>
                    <a:gd name="T25" fmla="*/ 700 h 1276"/>
                    <a:gd name="T26" fmla="*/ 880 w 1673"/>
                    <a:gd name="T27" fmla="*/ 802 h 1276"/>
                    <a:gd name="T28" fmla="*/ 715 w 1673"/>
                    <a:gd name="T29" fmla="*/ 764 h 1276"/>
                    <a:gd name="T30" fmla="*/ 729 w 1673"/>
                    <a:gd name="T31" fmla="*/ 593 h 1276"/>
                    <a:gd name="T32" fmla="*/ 719 w 1673"/>
                    <a:gd name="T33" fmla="*/ 646 h 1276"/>
                    <a:gd name="T34" fmla="*/ 713 w 1673"/>
                    <a:gd name="T35" fmla="*/ 684 h 1276"/>
                    <a:gd name="T36" fmla="*/ 835 w 1673"/>
                    <a:gd name="T37" fmla="*/ 758 h 1276"/>
                    <a:gd name="T38" fmla="*/ 958 w 1673"/>
                    <a:gd name="T39" fmla="*/ 684 h 1276"/>
                    <a:gd name="T40" fmla="*/ 952 w 1673"/>
                    <a:gd name="T41" fmla="*/ 646 h 1276"/>
                    <a:gd name="T42" fmla="*/ 942 w 1673"/>
                    <a:gd name="T43" fmla="*/ 595 h 1276"/>
                    <a:gd name="T44" fmla="*/ 830 w 1673"/>
                    <a:gd name="T45" fmla="*/ 624 h 1276"/>
                    <a:gd name="T46" fmla="*/ 705 w 1673"/>
                    <a:gd name="T47" fmla="*/ 232 h 1276"/>
                    <a:gd name="T48" fmla="*/ 678 w 1673"/>
                    <a:gd name="T49" fmla="*/ 251 h 1276"/>
                    <a:gd name="T50" fmla="*/ 698 w 1673"/>
                    <a:gd name="T51" fmla="*/ 491 h 1276"/>
                    <a:gd name="T52" fmla="*/ 831 w 1673"/>
                    <a:gd name="T53" fmla="*/ 576 h 1276"/>
                    <a:gd name="T54" fmla="*/ 946 w 1673"/>
                    <a:gd name="T55" fmla="*/ 530 h 1276"/>
                    <a:gd name="T56" fmla="*/ 994 w 1673"/>
                    <a:gd name="T57" fmla="*/ 417 h 1276"/>
                    <a:gd name="T58" fmla="*/ 983 w 1673"/>
                    <a:gd name="T59" fmla="*/ 238 h 1276"/>
                    <a:gd name="T60" fmla="*/ 731 w 1673"/>
                    <a:gd name="T61" fmla="*/ 50 h 1276"/>
                    <a:gd name="T62" fmla="*/ 705 w 1673"/>
                    <a:gd name="T63" fmla="*/ 69 h 1276"/>
                    <a:gd name="T64" fmla="*/ 694 w 1673"/>
                    <a:gd name="T65" fmla="*/ 96 h 1276"/>
                    <a:gd name="T66" fmla="*/ 641 w 1673"/>
                    <a:gd name="T67" fmla="*/ 118 h 1276"/>
                    <a:gd name="T68" fmla="*/ 626 w 1673"/>
                    <a:gd name="T69" fmla="*/ 294 h 1276"/>
                    <a:gd name="T70" fmla="*/ 643 w 1673"/>
                    <a:gd name="T71" fmla="*/ 214 h 1276"/>
                    <a:gd name="T72" fmla="*/ 967 w 1673"/>
                    <a:gd name="T73" fmla="*/ 183 h 1276"/>
                    <a:gd name="T74" fmla="*/ 1039 w 1673"/>
                    <a:gd name="T75" fmla="*/ 236 h 1276"/>
                    <a:gd name="T76" fmla="*/ 1047 w 1673"/>
                    <a:gd name="T77" fmla="*/ 286 h 1276"/>
                    <a:gd name="T78" fmla="*/ 1004 w 1673"/>
                    <a:gd name="T79" fmla="*/ 69 h 1276"/>
                    <a:gd name="T80" fmla="*/ 731 w 1673"/>
                    <a:gd name="T81" fmla="*/ 0 h 1276"/>
                    <a:gd name="T82" fmla="*/ 1051 w 1673"/>
                    <a:gd name="T83" fmla="*/ 46 h 1276"/>
                    <a:gd name="T84" fmla="*/ 1095 w 1673"/>
                    <a:gd name="T85" fmla="*/ 286 h 1276"/>
                    <a:gd name="T86" fmla="*/ 1043 w 1673"/>
                    <a:gd name="T87" fmla="*/ 359 h 1276"/>
                    <a:gd name="T88" fmla="*/ 1014 w 1673"/>
                    <a:gd name="T89" fmla="*/ 524 h 1276"/>
                    <a:gd name="T90" fmla="*/ 1000 w 1673"/>
                    <a:gd name="T91" fmla="*/ 603 h 1276"/>
                    <a:gd name="T92" fmla="*/ 1254 w 1673"/>
                    <a:gd name="T93" fmla="*/ 727 h 1276"/>
                    <a:gd name="T94" fmla="*/ 1326 w 1673"/>
                    <a:gd name="T95" fmla="*/ 1197 h 1276"/>
                    <a:gd name="T96" fmla="*/ 1661 w 1673"/>
                    <a:gd name="T97" fmla="*/ 1233 h 1276"/>
                    <a:gd name="T98" fmla="*/ 1671 w 1673"/>
                    <a:gd name="T99" fmla="*/ 1261 h 1276"/>
                    <a:gd name="T100" fmla="*/ 1648 w 1673"/>
                    <a:gd name="T101" fmla="*/ 1276 h 1276"/>
                    <a:gd name="T102" fmla="*/ 4 w 1673"/>
                    <a:gd name="T103" fmla="*/ 1266 h 1276"/>
                    <a:gd name="T104" fmla="*/ 4 w 1673"/>
                    <a:gd name="T105" fmla="*/ 1237 h 1276"/>
                    <a:gd name="T106" fmla="*/ 364 w 1673"/>
                    <a:gd name="T107" fmla="*/ 1228 h 1276"/>
                    <a:gd name="T108" fmla="*/ 407 w 1673"/>
                    <a:gd name="T109" fmla="*/ 760 h 1276"/>
                    <a:gd name="T110" fmla="*/ 494 w 1673"/>
                    <a:gd name="T111" fmla="*/ 661 h 1276"/>
                    <a:gd name="T112" fmla="*/ 680 w 1673"/>
                    <a:gd name="T113" fmla="*/ 551 h 1276"/>
                    <a:gd name="T114" fmla="*/ 628 w 1673"/>
                    <a:gd name="T115" fmla="*/ 410 h 1276"/>
                    <a:gd name="T116" fmla="*/ 579 w 1673"/>
                    <a:gd name="T117" fmla="*/ 311 h 1276"/>
                    <a:gd name="T118" fmla="*/ 591 w 1673"/>
                    <a:gd name="T119" fmla="*/ 102 h 1276"/>
                    <a:gd name="T120" fmla="*/ 669 w 1673"/>
                    <a:gd name="T121" fmla="*/ 33 h 12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673" h="1276">
                      <a:moveTo>
                        <a:pt x="521" y="885"/>
                      </a:moveTo>
                      <a:lnTo>
                        <a:pt x="521" y="885"/>
                      </a:lnTo>
                      <a:lnTo>
                        <a:pt x="519" y="887"/>
                      </a:lnTo>
                      <a:lnTo>
                        <a:pt x="519" y="1226"/>
                      </a:lnTo>
                      <a:lnTo>
                        <a:pt x="521" y="1228"/>
                      </a:lnTo>
                      <a:lnTo>
                        <a:pt x="521" y="1228"/>
                      </a:lnTo>
                      <a:lnTo>
                        <a:pt x="1149" y="1228"/>
                      </a:lnTo>
                      <a:lnTo>
                        <a:pt x="1151" y="1228"/>
                      </a:lnTo>
                      <a:lnTo>
                        <a:pt x="1151" y="1226"/>
                      </a:lnTo>
                      <a:lnTo>
                        <a:pt x="1151" y="887"/>
                      </a:lnTo>
                      <a:lnTo>
                        <a:pt x="1151" y="885"/>
                      </a:lnTo>
                      <a:lnTo>
                        <a:pt x="1149" y="885"/>
                      </a:lnTo>
                      <a:lnTo>
                        <a:pt x="521" y="885"/>
                      </a:lnTo>
                      <a:close/>
                      <a:moveTo>
                        <a:pt x="655" y="659"/>
                      </a:moveTo>
                      <a:lnTo>
                        <a:pt x="510" y="707"/>
                      </a:lnTo>
                      <a:lnTo>
                        <a:pt x="484" y="721"/>
                      </a:lnTo>
                      <a:lnTo>
                        <a:pt x="465" y="742"/>
                      </a:lnTo>
                      <a:lnTo>
                        <a:pt x="455" y="769"/>
                      </a:lnTo>
                      <a:lnTo>
                        <a:pt x="386" y="1133"/>
                      </a:lnTo>
                      <a:lnTo>
                        <a:pt x="386" y="1156"/>
                      </a:lnTo>
                      <a:lnTo>
                        <a:pt x="391" y="1179"/>
                      </a:lnTo>
                      <a:lnTo>
                        <a:pt x="403" y="1199"/>
                      </a:lnTo>
                      <a:lnTo>
                        <a:pt x="420" y="1214"/>
                      </a:lnTo>
                      <a:lnTo>
                        <a:pt x="442" y="1224"/>
                      </a:lnTo>
                      <a:lnTo>
                        <a:pt x="465" y="1228"/>
                      </a:lnTo>
                      <a:lnTo>
                        <a:pt x="471" y="1228"/>
                      </a:lnTo>
                      <a:lnTo>
                        <a:pt x="471" y="1226"/>
                      </a:lnTo>
                      <a:lnTo>
                        <a:pt x="471" y="887"/>
                      </a:lnTo>
                      <a:lnTo>
                        <a:pt x="475" y="868"/>
                      </a:lnTo>
                      <a:lnTo>
                        <a:pt x="486" y="851"/>
                      </a:lnTo>
                      <a:lnTo>
                        <a:pt x="502" y="841"/>
                      </a:lnTo>
                      <a:lnTo>
                        <a:pt x="521" y="837"/>
                      </a:lnTo>
                      <a:lnTo>
                        <a:pt x="1149" y="837"/>
                      </a:lnTo>
                      <a:lnTo>
                        <a:pt x="1169" y="841"/>
                      </a:lnTo>
                      <a:lnTo>
                        <a:pt x="1186" y="851"/>
                      </a:lnTo>
                      <a:lnTo>
                        <a:pt x="1196" y="868"/>
                      </a:lnTo>
                      <a:lnTo>
                        <a:pt x="1200" y="887"/>
                      </a:lnTo>
                      <a:lnTo>
                        <a:pt x="1200" y="1226"/>
                      </a:lnTo>
                      <a:lnTo>
                        <a:pt x="1200" y="1228"/>
                      </a:lnTo>
                      <a:lnTo>
                        <a:pt x="1208" y="1228"/>
                      </a:lnTo>
                      <a:lnTo>
                        <a:pt x="1231" y="1224"/>
                      </a:lnTo>
                      <a:lnTo>
                        <a:pt x="1250" y="1214"/>
                      </a:lnTo>
                      <a:lnTo>
                        <a:pt x="1268" y="1199"/>
                      </a:lnTo>
                      <a:lnTo>
                        <a:pt x="1281" y="1179"/>
                      </a:lnTo>
                      <a:lnTo>
                        <a:pt x="1287" y="1156"/>
                      </a:lnTo>
                      <a:lnTo>
                        <a:pt x="1285" y="1133"/>
                      </a:lnTo>
                      <a:lnTo>
                        <a:pt x="1215" y="769"/>
                      </a:lnTo>
                      <a:lnTo>
                        <a:pt x="1206" y="742"/>
                      </a:lnTo>
                      <a:lnTo>
                        <a:pt x="1188" y="721"/>
                      </a:lnTo>
                      <a:lnTo>
                        <a:pt x="1163" y="707"/>
                      </a:lnTo>
                      <a:lnTo>
                        <a:pt x="1016" y="659"/>
                      </a:lnTo>
                      <a:lnTo>
                        <a:pt x="1006" y="700"/>
                      </a:lnTo>
                      <a:lnTo>
                        <a:pt x="985" y="735"/>
                      </a:lnTo>
                      <a:lnTo>
                        <a:pt x="958" y="764"/>
                      </a:lnTo>
                      <a:lnTo>
                        <a:pt x="921" y="787"/>
                      </a:lnTo>
                      <a:lnTo>
                        <a:pt x="880" y="802"/>
                      </a:lnTo>
                      <a:lnTo>
                        <a:pt x="835" y="806"/>
                      </a:lnTo>
                      <a:lnTo>
                        <a:pt x="791" y="802"/>
                      </a:lnTo>
                      <a:lnTo>
                        <a:pt x="750" y="787"/>
                      </a:lnTo>
                      <a:lnTo>
                        <a:pt x="715" y="764"/>
                      </a:lnTo>
                      <a:lnTo>
                        <a:pt x="686" y="735"/>
                      </a:lnTo>
                      <a:lnTo>
                        <a:pt x="667" y="700"/>
                      </a:lnTo>
                      <a:lnTo>
                        <a:pt x="655" y="659"/>
                      </a:lnTo>
                      <a:close/>
                      <a:moveTo>
                        <a:pt x="729" y="593"/>
                      </a:moveTo>
                      <a:lnTo>
                        <a:pt x="729" y="626"/>
                      </a:lnTo>
                      <a:lnTo>
                        <a:pt x="729" y="634"/>
                      </a:lnTo>
                      <a:lnTo>
                        <a:pt x="725" y="640"/>
                      </a:lnTo>
                      <a:lnTo>
                        <a:pt x="719" y="646"/>
                      </a:lnTo>
                      <a:lnTo>
                        <a:pt x="713" y="649"/>
                      </a:lnTo>
                      <a:lnTo>
                        <a:pt x="705" y="649"/>
                      </a:lnTo>
                      <a:lnTo>
                        <a:pt x="704" y="649"/>
                      </a:lnTo>
                      <a:lnTo>
                        <a:pt x="713" y="684"/>
                      </a:lnTo>
                      <a:lnTo>
                        <a:pt x="733" y="713"/>
                      </a:lnTo>
                      <a:lnTo>
                        <a:pt x="762" y="736"/>
                      </a:lnTo>
                      <a:lnTo>
                        <a:pt x="797" y="752"/>
                      </a:lnTo>
                      <a:lnTo>
                        <a:pt x="835" y="758"/>
                      </a:lnTo>
                      <a:lnTo>
                        <a:pt x="876" y="752"/>
                      </a:lnTo>
                      <a:lnTo>
                        <a:pt x="911" y="736"/>
                      </a:lnTo>
                      <a:lnTo>
                        <a:pt x="938" y="713"/>
                      </a:lnTo>
                      <a:lnTo>
                        <a:pt x="958" y="684"/>
                      </a:lnTo>
                      <a:lnTo>
                        <a:pt x="967" y="649"/>
                      </a:lnTo>
                      <a:lnTo>
                        <a:pt x="967" y="649"/>
                      </a:lnTo>
                      <a:lnTo>
                        <a:pt x="959" y="649"/>
                      </a:lnTo>
                      <a:lnTo>
                        <a:pt x="952" y="646"/>
                      </a:lnTo>
                      <a:lnTo>
                        <a:pt x="948" y="640"/>
                      </a:lnTo>
                      <a:lnTo>
                        <a:pt x="944" y="634"/>
                      </a:lnTo>
                      <a:lnTo>
                        <a:pt x="942" y="626"/>
                      </a:lnTo>
                      <a:lnTo>
                        <a:pt x="942" y="595"/>
                      </a:lnTo>
                      <a:lnTo>
                        <a:pt x="909" y="611"/>
                      </a:lnTo>
                      <a:lnTo>
                        <a:pt x="874" y="620"/>
                      </a:lnTo>
                      <a:lnTo>
                        <a:pt x="835" y="624"/>
                      </a:lnTo>
                      <a:lnTo>
                        <a:pt x="830" y="624"/>
                      </a:lnTo>
                      <a:lnTo>
                        <a:pt x="795" y="620"/>
                      </a:lnTo>
                      <a:lnTo>
                        <a:pt x="760" y="609"/>
                      </a:lnTo>
                      <a:lnTo>
                        <a:pt x="729" y="593"/>
                      </a:lnTo>
                      <a:close/>
                      <a:moveTo>
                        <a:pt x="705" y="232"/>
                      </a:moveTo>
                      <a:lnTo>
                        <a:pt x="696" y="234"/>
                      </a:lnTo>
                      <a:lnTo>
                        <a:pt x="688" y="238"/>
                      </a:lnTo>
                      <a:lnTo>
                        <a:pt x="682" y="243"/>
                      </a:lnTo>
                      <a:lnTo>
                        <a:pt x="678" y="251"/>
                      </a:lnTo>
                      <a:lnTo>
                        <a:pt x="676" y="261"/>
                      </a:lnTo>
                      <a:lnTo>
                        <a:pt x="676" y="410"/>
                      </a:lnTo>
                      <a:lnTo>
                        <a:pt x="682" y="452"/>
                      </a:lnTo>
                      <a:lnTo>
                        <a:pt x="698" y="491"/>
                      </a:lnTo>
                      <a:lnTo>
                        <a:pt x="723" y="524"/>
                      </a:lnTo>
                      <a:lnTo>
                        <a:pt x="754" y="551"/>
                      </a:lnTo>
                      <a:lnTo>
                        <a:pt x="791" y="568"/>
                      </a:lnTo>
                      <a:lnTo>
                        <a:pt x="831" y="576"/>
                      </a:lnTo>
                      <a:lnTo>
                        <a:pt x="863" y="572"/>
                      </a:lnTo>
                      <a:lnTo>
                        <a:pt x="894" y="564"/>
                      </a:lnTo>
                      <a:lnTo>
                        <a:pt x="921" y="551"/>
                      </a:lnTo>
                      <a:lnTo>
                        <a:pt x="946" y="530"/>
                      </a:lnTo>
                      <a:lnTo>
                        <a:pt x="967" y="506"/>
                      </a:lnTo>
                      <a:lnTo>
                        <a:pt x="983" y="479"/>
                      </a:lnTo>
                      <a:lnTo>
                        <a:pt x="990" y="448"/>
                      </a:lnTo>
                      <a:lnTo>
                        <a:pt x="994" y="417"/>
                      </a:lnTo>
                      <a:lnTo>
                        <a:pt x="994" y="261"/>
                      </a:lnTo>
                      <a:lnTo>
                        <a:pt x="992" y="251"/>
                      </a:lnTo>
                      <a:lnTo>
                        <a:pt x="989" y="243"/>
                      </a:lnTo>
                      <a:lnTo>
                        <a:pt x="983" y="238"/>
                      </a:lnTo>
                      <a:lnTo>
                        <a:pt x="975" y="234"/>
                      </a:lnTo>
                      <a:lnTo>
                        <a:pt x="967" y="232"/>
                      </a:lnTo>
                      <a:lnTo>
                        <a:pt x="705" y="232"/>
                      </a:lnTo>
                      <a:close/>
                      <a:moveTo>
                        <a:pt x="731" y="50"/>
                      </a:moveTo>
                      <a:lnTo>
                        <a:pt x="723" y="52"/>
                      </a:lnTo>
                      <a:lnTo>
                        <a:pt x="715" y="56"/>
                      </a:lnTo>
                      <a:lnTo>
                        <a:pt x="709" y="62"/>
                      </a:lnTo>
                      <a:lnTo>
                        <a:pt x="705" y="69"/>
                      </a:lnTo>
                      <a:lnTo>
                        <a:pt x="704" y="77"/>
                      </a:lnTo>
                      <a:lnTo>
                        <a:pt x="702" y="85"/>
                      </a:lnTo>
                      <a:lnTo>
                        <a:pt x="698" y="92"/>
                      </a:lnTo>
                      <a:lnTo>
                        <a:pt x="694" y="96"/>
                      </a:lnTo>
                      <a:lnTo>
                        <a:pt x="686" y="100"/>
                      </a:lnTo>
                      <a:lnTo>
                        <a:pt x="678" y="102"/>
                      </a:lnTo>
                      <a:lnTo>
                        <a:pt x="657" y="106"/>
                      </a:lnTo>
                      <a:lnTo>
                        <a:pt x="641" y="118"/>
                      </a:lnTo>
                      <a:lnTo>
                        <a:pt x="630" y="135"/>
                      </a:lnTo>
                      <a:lnTo>
                        <a:pt x="624" y="156"/>
                      </a:lnTo>
                      <a:lnTo>
                        <a:pt x="624" y="286"/>
                      </a:lnTo>
                      <a:lnTo>
                        <a:pt x="626" y="294"/>
                      </a:lnTo>
                      <a:lnTo>
                        <a:pt x="628" y="299"/>
                      </a:lnTo>
                      <a:lnTo>
                        <a:pt x="628" y="261"/>
                      </a:lnTo>
                      <a:lnTo>
                        <a:pt x="632" y="236"/>
                      </a:lnTo>
                      <a:lnTo>
                        <a:pt x="643" y="214"/>
                      </a:lnTo>
                      <a:lnTo>
                        <a:pt x="659" y="199"/>
                      </a:lnTo>
                      <a:lnTo>
                        <a:pt x="680" y="187"/>
                      </a:lnTo>
                      <a:lnTo>
                        <a:pt x="705" y="183"/>
                      </a:lnTo>
                      <a:lnTo>
                        <a:pt x="967" y="183"/>
                      </a:lnTo>
                      <a:lnTo>
                        <a:pt x="990" y="187"/>
                      </a:lnTo>
                      <a:lnTo>
                        <a:pt x="1012" y="199"/>
                      </a:lnTo>
                      <a:lnTo>
                        <a:pt x="1029" y="214"/>
                      </a:lnTo>
                      <a:lnTo>
                        <a:pt x="1039" y="236"/>
                      </a:lnTo>
                      <a:lnTo>
                        <a:pt x="1043" y="261"/>
                      </a:lnTo>
                      <a:lnTo>
                        <a:pt x="1043" y="299"/>
                      </a:lnTo>
                      <a:lnTo>
                        <a:pt x="1047" y="294"/>
                      </a:lnTo>
                      <a:lnTo>
                        <a:pt x="1047" y="286"/>
                      </a:lnTo>
                      <a:lnTo>
                        <a:pt x="1047" y="156"/>
                      </a:lnTo>
                      <a:lnTo>
                        <a:pt x="1041" y="121"/>
                      </a:lnTo>
                      <a:lnTo>
                        <a:pt x="1027" y="92"/>
                      </a:lnTo>
                      <a:lnTo>
                        <a:pt x="1004" y="69"/>
                      </a:lnTo>
                      <a:lnTo>
                        <a:pt x="975" y="56"/>
                      </a:lnTo>
                      <a:lnTo>
                        <a:pt x="940" y="50"/>
                      </a:lnTo>
                      <a:lnTo>
                        <a:pt x="731" y="50"/>
                      </a:lnTo>
                      <a:close/>
                      <a:moveTo>
                        <a:pt x="731" y="0"/>
                      </a:moveTo>
                      <a:lnTo>
                        <a:pt x="940" y="0"/>
                      </a:lnTo>
                      <a:lnTo>
                        <a:pt x="983" y="5"/>
                      </a:lnTo>
                      <a:lnTo>
                        <a:pt x="1020" y="21"/>
                      </a:lnTo>
                      <a:lnTo>
                        <a:pt x="1051" y="46"/>
                      </a:lnTo>
                      <a:lnTo>
                        <a:pt x="1074" y="77"/>
                      </a:lnTo>
                      <a:lnTo>
                        <a:pt x="1091" y="114"/>
                      </a:lnTo>
                      <a:lnTo>
                        <a:pt x="1095" y="156"/>
                      </a:lnTo>
                      <a:lnTo>
                        <a:pt x="1095" y="286"/>
                      </a:lnTo>
                      <a:lnTo>
                        <a:pt x="1091" y="311"/>
                      </a:lnTo>
                      <a:lnTo>
                        <a:pt x="1082" y="332"/>
                      </a:lnTo>
                      <a:lnTo>
                        <a:pt x="1064" y="348"/>
                      </a:lnTo>
                      <a:lnTo>
                        <a:pt x="1043" y="359"/>
                      </a:lnTo>
                      <a:lnTo>
                        <a:pt x="1043" y="417"/>
                      </a:lnTo>
                      <a:lnTo>
                        <a:pt x="1041" y="454"/>
                      </a:lnTo>
                      <a:lnTo>
                        <a:pt x="1029" y="491"/>
                      </a:lnTo>
                      <a:lnTo>
                        <a:pt x="1014" y="524"/>
                      </a:lnTo>
                      <a:lnTo>
                        <a:pt x="990" y="555"/>
                      </a:lnTo>
                      <a:lnTo>
                        <a:pt x="990" y="601"/>
                      </a:lnTo>
                      <a:lnTo>
                        <a:pt x="996" y="601"/>
                      </a:lnTo>
                      <a:lnTo>
                        <a:pt x="1000" y="603"/>
                      </a:lnTo>
                      <a:lnTo>
                        <a:pt x="1179" y="661"/>
                      </a:lnTo>
                      <a:lnTo>
                        <a:pt x="1210" y="677"/>
                      </a:lnTo>
                      <a:lnTo>
                        <a:pt x="1235" y="700"/>
                      </a:lnTo>
                      <a:lnTo>
                        <a:pt x="1254" y="727"/>
                      </a:lnTo>
                      <a:lnTo>
                        <a:pt x="1264" y="760"/>
                      </a:lnTo>
                      <a:lnTo>
                        <a:pt x="1334" y="1123"/>
                      </a:lnTo>
                      <a:lnTo>
                        <a:pt x="1336" y="1160"/>
                      </a:lnTo>
                      <a:lnTo>
                        <a:pt x="1326" y="1197"/>
                      </a:lnTo>
                      <a:lnTo>
                        <a:pt x="1308" y="1228"/>
                      </a:lnTo>
                      <a:lnTo>
                        <a:pt x="1648" y="1228"/>
                      </a:lnTo>
                      <a:lnTo>
                        <a:pt x="1655" y="1230"/>
                      </a:lnTo>
                      <a:lnTo>
                        <a:pt x="1661" y="1233"/>
                      </a:lnTo>
                      <a:lnTo>
                        <a:pt x="1667" y="1237"/>
                      </a:lnTo>
                      <a:lnTo>
                        <a:pt x="1671" y="1245"/>
                      </a:lnTo>
                      <a:lnTo>
                        <a:pt x="1673" y="1253"/>
                      </a:lnTo>
                      <a:lnTo>
                        <a:pt x="1671" y="1261"/>
                      </a:lnTo>
                      <a:lnTo>
                        <a:pt x="1667" y="1266"/>
                      </a:lnTo>
                      <a:lnTo>
                        <a:pt x="1661" y="1272"/>
                      </a:lnTo>
                      <a:lnTo>
                        <a:pt x="1655" y="1276"/>
                      </a:lnTo>
                      <a:lnTo>
                        <a:pt x="1648" y="1276"/>
                      </a:lnTo>
                      <a:lnTo>
                        <a:pt x="25" y="1276"/>
                      </a:lnTo>
                      <a:lnTo>
                        <a:pt x="17" y="1276"/>
                      </a:lnTo>
                      <a:lnTo>
                        <a:pt x="9" y="1272"/>
                      </a:lnTo>
                      <a:lnTo>
                        <a:pt x="4" y="1266"/>
                      </a:lnTo>
                      <a:lnTo>
                        <a:pt x="2" y="1261"/>
                      </a:lnTo>
                      <a:lnTo>
                        <a:pt x="0" y="1253"/>
                      </a:lnTo>
                      <a:lnTo>
                        <a:pt x="2" y="1245"/>
                      </a:lnTo>
                      <a:lnTo>
                        <a:pt x="4" y="1237"/>
                      </a:lnTo>
                      <a:lnTo>
                        <a:pt x="9" y="1233"/>
                      </a:lnTo>
                      <a:lnTo>
                        <a:pt x="17" y="1230"/>
                      </a:lnTo>
                      <a:lnTo>
                        <a:pt x="25" y="1228"/>
                      </a:lnTo>
                      <a:lnTo>
                        <a:pt x="364" y="1228"/>
                      </a:lnTo>
                      <a:lnTo>
                        <a:pt x="345" y="1197"/>
                      </a:lnTo>
                      <a:lnTo>
                        <a:pt x="337" y="1160"/>
                      </a:lnTo>
                      <a:lnTo>
                        <a:pt x="337" y="1123"/>
                      </a:lnTo>
                      <a:lnTo>
                        <a:pt x="407" y="760"/>
                      </a:lnTo>
                      <a:lnTo>
                        <a:pt x="419" y="727"/>
                      </a:lnTo>
                      <a:lnTo>
                        <a:pt x="438" y="700"/>
                      </a:lnTo>
                      <a:lnTo>
                        <a:pt x="463" y="677"/>
                      </a:lnTo>
                      <a:lnTo>
                        <a:pt x="494" y="661"/>
                      </a:lnTo>
                      <a:lnTo>
                        <a:pt x="671" y="603"/>
                      </a:lnTo>
                      <a:lnTo>
                        <a:pt x="676" y="601"/>
                      </a:lnTo>
                      <a:lnTo>
                        <a:pt x="680" y="601"/>
                      </a:lnTo>
                      <a:lnTo>
                        <a:pt x="680" y="551"/>
                      </a:lnTo>
                      <a:lnTo>
                        <a:pt x="659" y="520"/>
                      </a:lnTo>
                      <a:lnTo>
                        <a:pt x="641" y="487"/>
                      </a:lnTo>
                      <a:lnTo>
                        <a:pt x="632" y="448"/>
                      </a:lnTo>
                      <a:lnTo>
                        <a:pt x="628" y="410"/>
                      </a:lnTo>
                      <a:lnTo>
                        <a:pt x="628" y="359"/>
                      </a:lnTo>
                      <a:lnTo>
                        <a:pt x="607" y="348"/>
                      </a:lnTo>
                      <a:lnTo>
                        <a:pt x="591" y="332"/>
                      </a:lnTo>
                      <a:lnTo>
                        <a:pt x="579" y="311"/>
                      </a:lnTo>
                      <a:lnTo>
                        <a:pt x="576" y="286"/>
                      </a:lnTo>
                      <a:lnTo>
                        <a:pt x="576" y="156"/>
                      </a:lnTo>
                      <a:lnTo>
                        <a:pt x="579" y="127"/>
                      </a:lnTo>
                      <a:lnTo>
                        <a:pt x="591" y="102"/>
                      </a:lnTo>
                      <a:lnTo>
                        <a:pt x="609" y="81"/>
                      </a:lnTo>
                      <a:lnTo>
                        <a:pt x="632" y="65"/>
                      </a:lnTo>
                      <a:lnTo>
                        <a:pt x="657" y="56"/>
                      </a:lnTo>
                      <a:lnTo>
                        <a:pt x="669" y="33"/>
                      </a:lnTo>
                      <a:lnTo>
                        <a:pt x="684" y="15"/>
                      </a:lnTo>
                      <a:lnTo>
                        <a:pt x="705" y="5"/>
                      </a:lnTo>
                      <a:lnTo>
                        <a:pt x="73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35" name="Freeform 14"/>
                <p:cNvSpPr>
                  <a:spLocks noEditPoints="1"/>
                </p:cNvSpPr>
                <p:nvPr/>
              </p:nvSpPr>
              <p:spPr bwMode="auto">
                <a:xfrm>
                  <a:off x="7213601" y="4387850"/>
                  <a:ext cx="242888" cy="241300"/>
                </a:xfrm>
                <a:custGeom>
                  <a:avLst/>
                  <a:gdLst>
                    <a:gd name="T0" fmla="*/ 75 w 153"/>
                    <a:gd name="T1" fmla="*/ 48 h 152"/>
                    <a:gd name="T2" fmla="*/ 68 w 153"/>
                    <a:gd name="T3" fmla="*/ 50 h 152"/>
                    <a:gd name="T4" fmla="*/ 60 w 153"/>
                    <a:gd name="T5" fmla="*/ 54 h 152"/>
                    <a:gd name="T6" fmla="*/ 54 w 153"/>
                    <a:gd name="T7" fmla="*/ 60 h 152"/>
                    <a:gd name="T8" fmla="*/ 50 w 153"/>
                    <a:gd name="T9" fmla="*/ 67 h 152"/>
                    <a:gd name="T10" fmla="*/ 48 w 153"/>
                    <a:gd name="T11" fmla="*/ 75 h 152"/>
                    <a:gd name="T12" fmla="*/ 50 w 153"/>
                    <a:gd name="T13" fmla="*/ 85 h 152"/>
                    <a:gd name="T14" fmla="*/ 54 w 153"/>
                    <a:gd name="T15" fmla="*/ 92 h 152"/>
                    <a:gd name="T16" fmla="*/ 60 w 153"/>
                    <a:gd name="T17" fmla="*/ 98 h 152"/>
                    <a:gd name="T18" fmla="*/ 68 w 153"/>
                    <a:gd name="T19" fmla="*/ 102 h 152"/>
                    <a:gd name="T20" fmla="*/ 75 w 153"/>
                    <a:gd name="T21" fmla="*/ 104 h 152"/>
                    <a:gd name="T22" fmla="*/ 85 w 153"/>
                    <a:gd name="T23" fmla="*/ 102 h 152"/>
                    <a:gd name="T24" fmla="*/ 93 w 153"/>
                    <a:gd name="T25" fmla="*/ 98 h 152"/>
                    <a:gd name="T26" fmla="*/ 99 w 153"/>
                    <a:gd name="T27" fmla="*/ 92 h 152"/>
                    <a:gd name="T28" fmla="*/ 103 w 153"/>
                    <a:gd name="T29" fmla="*/ 85 h 152"/>
                    <a:gd name="T30" fmla="*/ 104 w 153"/>
                    <a:gd name="T31" fmla="*/ 75 h 152"/>
                    <a:gd name="T32" fmla="*/ 103 w 153"/>
                    <a:gd name="T33" fmla="*/ 67 h 152"/>
                    <a:gd name="T34" fmla="*/ 99 w 153"/>
                    <a:gd name="T35" fmla="*/ 60 h 152"/>
                    <a:gd name="T36" fmla="*/ 93 w 153"/>
                    <a:gd name="T37" fmla="*/ 54 h 152"/>
                    <a:gd name="T38" fmla="*/ 85 w 153"/>
                    <a:gd name="T39" fmla="*/ 50 h 152"/>
                    <a:gd name="T40" fmla="*/ 75 w 153"/>
                    <a:gd name="T41" fmla="*/ 48 h 152"/>
                    <a:gd name="T42" fmla="*/ 75 w 153"/>
                    <a:gd name="T43" fmla="*/ 0 h 152"/>
                    <a:gd name="T44" fmla="*/ 101 w 153"/>
                    <a:gd name="T45" fmla="*/ 4 h 152"/>
                    <a:gd name="T46" fmla="*/ 122 w 153"/>
                    <a:gd name="T47" fmla="*/ 13 h 152"/>
                    <a:gd name="T48" fmla="*/ 137 w 153"/>
                    <a:gd name="T49" fmla="*/ 31 h 152"/>
                    <a:gd name="T50" fmla="*/ 149 w 153"/>
                    <a:gd name="T51" fmla="*/ 52 h 152"/>
                    <a:gd name="T52" fmla="*/ 153 w 153"/>
                    <a:gd name="T53" fmla="*/ 75 h 152"/>
                    <a:gd name="T54" fmla="*/ 149 w 153"/>
                    <a:gd name="T55" fmla="*/ 100 h 152"/>
                    <a:gd name="T56" fmla="*/ 137 w 153"/>
                    <a:gd name="T57" fmla="*/ 121 h 152"/>
                    <a:gd name="T58" fmla="*/ 122 w 153"/>
                    <a:gd name="T59" fmla="*/ 137 h 152"/>
                    <a:gd name="T60" fmla="*/ 101 w 153"/>
                    <a:gd name="T61" fmla="*/ 149 h 152"/>
                    <a:gd name="T62" fmla="*/ 75 w 153"/>
                    <a:gd name="T63" fmla="*/ 152 h 152"/>
                    <a:gd name="T64" fmla="*/ 52 w 153"/>
                    <a:gd name="T65" fmla="*/ 149 h 152"/>
                    <a:gd name="T66" fmla="*/ 31 w 153"/>
                    <a:gd name="T67" fmla="*/ 137 h 152"/>
                    <a:gd name="T68" fmla="*/ 13 w 153"/>
                    <a:gd name="T69" fmla="*/ 121 h 152"/>
                    <a:gd name="T70" fmla="*/ 4 w 153"/>
                    <a:gd name="T71" fmla="*/ 100 h 152"/>
                    <a:gd name="T72" fmla="*/ 0 w 153"/>
                    <a:gd name="T73" fmla="*/ 75 h 152"/>
                    <a:gd name="T74" fmla="*/ 4 w 153"/>
                    <a:gd name="T75" fmla="*/ 52 h 152"/>
                    <a:gd name="T76" fmla="*/ 13 w 153"/>
                    <a:gd name="T77" fmla="*/ 31 h 152"/>
                    <a:gd name="T78" fmla="*/ 31 w 153"/>
                    <a:gd name="T79" fmla="*/ 13 h 152"/>
                    <a:gd name="T80" fmla="*/ 52 w 153"/>
                    <a:gd name="T81" fmla="*/ 4 h 152"/>
                    <a:gd name="T82" fmla="*/ 75 w 153"/>
                    <a:gd name="T83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53" h="152">
                      <a:moveTo>
                        <a:pt x="75" y="48"/>
                      </a:moveTo>
                      <a:lnTo>
                        <a:pt x="68" y="50"/>
                      </a:lnTo>
                      <a:lnTo>
                        <a:pt x="60" y="54"/>
                      </a:lnTo>
                      <a:lnTo>
                        <a:pt x="54" y="60"/>
                      </a:lnTo>
                      <a:lnTo>
                        <a:pt x="50" y="67"/>
                      </a:lnTo>
                      <a:lnTo>
                        <a:pt x="48" y="75"/>
                      </a:lnTo>
                      <a:lnTo>
                        <a:pt x="50" y="85"/>
                      </a:lnTo>
                      <a:lnTo>
                        <a:pt x="54" y="92"/>
                      </a:lnTo>
                      <a:lnTo>
                        <a:pt x="60" y="98"/>
                      </a:lnTo>
                      <a:lnTo>
                        <a:pt x="68" y="102"/>
                      </a:lnTo>
                      <a:lnTo>
                        <a:pt x="75" y="104"/>
                      </a:lnTo>
                      <a:lnTo>
                        <a:pt x="85" y="102"/>
                      </a:lnTo>
                      <a:lnTo>
                        <a:pt x="93" y="98"/>
                      </a:lnTo>
                      <a:lnTo>
                        <a:pt x="99" y="92"/>
                      </a:lnTo>
                      <a:lnTo>
                        <a:pt x="103" y="85"/>
                      </a:lnTo>
                      <a:lnTo>
                        <a:pt x="104" y="75"/>
                      </a:lnTo>
                      <a:lnTo>
                        <a:pt x="103" y="67"/>
                      </a:lnTo>
                      <a:lnTo>
                        <a:pt x="99" y="60"/>
                      </a:lnTo>
                      <a:lnTo>
                        <a:pt x="93" y="54"/>
                      </a:lnTo>
                      <a:lnTo>
                        <a:pt x="85" y="50"/>
                      </a:lnTo>
                      <a:lnTo>
                        <a:pt x="75" y="48"/>
                      </a:lnTo>
                      <a:close/>
                      <a:moveTo>
                        <a:pt x="75" y="0"/>
                      </a:moveTo>
                      <a:lnTo>
                        <a:pt x="101" y="4"/>
                      </a:lnTo>
                      <a:lnTo>
                        <a:pt x="122" y="13"/>
                      </a:lnTo>
                      <a:lnTo>
                        <a:pt x="137" y="31"/>
                      </a:lnTo>
                      <a:lnTo>
                        <a:pt x="149" y="52"/>
                      </a:lnTo>
                      <a:lnTo>
                        <a:pt x="153" y="75"/>
                      </a:lnTo>
                      <a:lnTo>
                        <a:pt x="149" y="100"/>
                      </a:lnTo>
                      <a:lnTo>
                        <a:pt x="137" y="121"/>
                      </a:lnTo>
                      <a:lnTo>
                        <a:pt x="122" y="137"/>
                      </a:lnTo>
                      <a:lnTo>
                        <a:pt x="101" y="149"/>
                      </a:lnTo>
                      <a:lnTo>
                        <a:pt x="75" y="152"/>
                      </a:lnTo>
                      <a:lnTo>
                        <a:pt x="52" y="149"/>
                      </a:lnTo>
                      <a:lnTo>
                        <a:pt x="31" y="137"/>
                      </a:lnTo>
                      <a:lnTo>
                        <a:pt x="13" y="121"/>
                      </a:lnTo>
                      <a:lnTo>
                        <a:pt x="4" y="100"/>
                      </a:lnTo>
                      <a:lnTo>
                        <a:pt x="0" y="75"/>
                      </a:lnTo>
                      <a:lnTo>
                        <a:pt x="4" y="52"/>
                      </a:lnTo>
                      <a:lnTo>
                        <a:pt x="13" y="31"/>
                      </a:lnTo>
                      <a:lnTo>
                        <a:pt x="31" y="13"/>
                      </a:lnTo>
                      <a:lnTo>
                        <a:pt x="52" y="4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115" name="Text Placeholder 23"/>
          <p:cNvSpPr txBox="1">
            <a:spLocks/>
          </p:cNvSpPr>
          <p:nvPr/>
        </p:nvSpPr>
        <p:spPr>
          <a:xfrm>
            <a:off x="3719333" y="4448397"/>
            <a:ext cx="1728000" cy="120966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CONTRATO MARCO CON CARGA DE CAMPOS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6100244" y="1471969"/>
            <a:ext cx="1944000" cy="2520000"/>
            <a:chOff x="5124001" y="1279288"/>
            <a:chExt cx="1944000" cy="2520000"/>
          </a:xfrm>
        </p:grpSpPr>
        <p:grpSp>
          <p:nvGrpSpPr>
            <p:cNvPr id="77" name="Grupo 76"/>
            <p:cNvGrpSpPr/>
            <p:nvPr/>
          </p:nvGrpSpPr>
          <p:grpSpPr>
            <a:xfrm>
              <a:off x="5124001" y="1279288"/>
              <a:ext cx="1944000" cy="2520000"/>
              <a:chOff x="327214" y="1225249"/>
              <a:chExt cx="1944000" cy="252000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78" name="Freeform 8"/>
              <p:cNvSpPr>
                <a:spLocks noEditPoints="1"/>
              </p:cNvSpPr>
              <p:nvPr/>
            </p:nvSpPr>
            <p:spPr bwMode="auto">
              <a:xfrm>
                <a:off x="327214" y="1225249"/>
                <a:ext cx="1944000" cy="2520000"/>
              </a:xfrm>
              <a:custGeom>
                <a:avLst/>
                <a:gdLst>
                  <a:gd name="T0" fmla="*/ 1319 w 3259"/>
                  <a:gd name="T1" fmla="*/ 309 h 4315"/>
                  <a:gd name="T2" fmla="*/ 944 w 3259"/>
                  <a:gd name="T3" fmla="*/ 459 h 4315"/>
                  <a:gd name="T4" fmla="*/ 635 w 3259"/>
                  <a:gd name="T5" fmla="*/ 706 h 4315"/>
                  <a:gd name="T6" fmla="*/ 411 w 3259"/>
                  <a:gd name="T7" fmla="*/ 1033 h 4315"/>
                  <a:gd name="T8" fmla="*/ 289 w 3259"/>
                  <a:gd name="T9" fmla="*/ 1420 h 4315"/>
                  <a:gd name="T10" fmla="*/ 289 w 3259"/>
                  <a:gd name="T11" fmla="*/ 1839 h 4315"/>
                  <a:gd name="T12" fmla="*/ 411 w 3259"/>
                  <a:gd name="T13" fmla="*/ 2226 h 4315"/>
                  <a:gd name="T14" fmla="*/ 635 w 3259"/>
                  <a:gd name="T15" fmla="*/ 2554 h 4315"/>
                  <a:gd name="T16" fmla="*/ 944 w 3259"/>
                  <a:gd name="T17" fmla="*/ 2801 h 4315"/>
                  <a:gd name="T18" fmla="*/ 1319 w 3259"/>
                  <a:gd name="T19" fmla="*/ 2951 h 4315"/>
                  <a:gd name="T20" fmla="*/ 1736 w 3259"/>
                  <a:gd name="T21" fmla="*/ 2982 h 4315"/>
                  <a:gd name="T22" fmla="*/ 2135 w 3259"/>
                  <a:gd name="T23" fmla="*/ 2889 h 4315"/>
                  <a:gd name="T24" fmla="*/ 2478 w 3259"/>
                  <a:gd name="T25" fmla="*/ 2689 h 4315"/>
                  <a:gd name="T26" fmla="*/ 2748 w 3259"/>
                  <a:gd name="T27" fmla="*/ 2398 h 4315"/>
                  <a:gd name="T28" fmla="*/ 2924 w 3259"/>
                  <a:gd name="T29" fmla="*/ 2039 h 4315"/>
                  <a:gd name="T30" fmla="*/ 2987 w 3259"/>
                  <a:gd name="T31" fmla="*/ 1629 h 4315"/>
                  <a:gd name="T32" fmla="*/ 2924 w 3259"/>
                  <a:gd name="T33" fmla="*/ 1221 h 4315"/>
                  <a:gd name="T34" fmla="*/ 2748 w 3259"/>
                  <a:gd name="T35" fmla="*/ 861 h 4315"/>
                  <a:gd name="T36" fmla="*/ 2478 w 3259"/>
                  <a:gd name="T37" fmla="*/ 571 h 4315"/>
                  <a:gd name="T38" fmla="*/ 2135 w 3259"/>
                  <a:gd name="T39" fmla="*/ 370 h 4315"/>
                  <a:gd name="T40" fmla="*/ 1736 w 3259"/>
                  <a:gd name="T41" fmla="*/ 277 h 4315"/>
                  <a:gd name="T42" fmla="*/ 1860 w 3259"/>
                  <a:gd name="T43" fmla="*/ 17 h 4315"/>
                  <a:gd name="T44" fmla="*/ 2290 w 3259"/>
                  <a:gd name="T45" fmla="*/ 140 h 4315"/>
                  <a:gd name="T46" fmla="*/ 2660 w 3259"/>
                  <a:gd name="T47" fmla="*/ 368 h 4315"/>
                  <a:gd name="T48" fmla="*/ 2958 w 3259"/>
                  <a:gd name="T49" fmla="*/ 685 h 4315"/>
                  <a:gd name="T50" fmla="*/ 3162 w 3259"/>
                  <a:gd name="T51" fmla="*/ 1073 h 4315"/>
                  <a:gd name="T52" fmla="*/ 3255 w 3259"/>
                  <a:gd name="T53" fmla="*/ 1513 h 4315"/>
                  <a:gd name="T54" fmla="*/ 3224 w 3259"/>
                  <a:gd name="T55" fmla="*/ 1967 h 4315"/>
                  <a:gd name="T56" fmla="*/ 3077 w 3259"/>
                  <a:gd name="T57" fmla="*/ 2380 h 4315"/>
                  <a:gd name="T58" fmla="*/ 2829 w 3259"/>
                  <a:gd name="T59" fmla="*/ 2732 h 4315"/>
                  <a:gd name="T60" fmla="*/ 2501 w 3259"/>
                  <a:gd name="T61" fmla="*/ 3007 h 4315"/>
                  <a:gd name="T62" fmla="*/ 2105 w 3259"/>
                  <a:gd name="T63" fmla="*/ 3188 h 4315"/>
                  <a:gd name="T64" fmla="*/ 1776 w 3259"/>
                  <a:gd name="T65" fmla="*/ 3590 h 4315"/>
                  <a:gd name="T66" fmla="*/ 1785 w 3259"/>
                  <a:gd name="T67" fmla="*/ 3631 h 4315"/>
                  <a:gd name="T68" fmla="*/ 1818 w 3259"/>
                  <a:gd name="T69" fmla="*/ 3637 h 4315"/>
                  <a:gd name="T70" fmla="*/ 2231 w 3259"/>
                  <a:gd name="T71" fmla="*/ 4315 h 4315"/>
                  <a:gd name="T72" fmla="*/ 1729 w 3259"/>
                  <a:gd name="T73" fmla="*/ 3921 h 4315"/>
                  <a:gd name="T74" fmla="*/ 1605 w 3259"/>
                  <a:gd name="T75" fmla="*/ 3863 h 4315"/>
                  <a:gd name="T76" fmla="*/ 1521 w 3259"/>
                  <a:gd name="T77" fmla="*/ 3761 h 4315"/>
                  <a:gd name="T78" fmla="*/ 1484 w 3259"/>
                  <a:gd name="T79" fmla="*/ 3631 h 4315"/>
                  <a:gd name="T80" fmla="*/ 1483 w 3259"/>
                  <a:gd name="T81" fmla="*/ 3252 h 4315"/>
                  <a:gd name="T82" fmla="*/ 1050 w 3259"/>
                  <a:gd name="T83" fmla="*/ 3152 h 4315"/>
                  <a:gd name="T84" fmla="*/ 670 w 3259"/>
                  <a:gd name="T85" fmla="*/ 2945 h 4315"/>
                  <a:gd name="T86" fmla="*/ 360 w 3259"/>
                  <a:gd name="T87" fmla="*/ 2649 h 4315"/>
                  <a:gd name="T88" fmla="*/ 136 w 3259"/>
                  <a:gd name="T89" fmla="*/ 2281 h 4315"/>
                  <a:gd name="T90" fmla="*/ 15 w 3259"/>
                  <a:gd name="T91" fmla="*/ 1857 h 4315"/>
                  <a:gd name="T92" fmla="*/ 17 w 3259"/>
                  <a:gd name="T93" fmla="*/ 1399 h 4315"/>
                  <a:gd name="T94" fmla="*/ 140 w 3259"/>
                  <a:gd name="T95" fmla="*/ 971 h 4315"/>
                  <a:gd name="T96" fmla="*/ 368 w 3259"/>
                  <a:gd name="T97" fmla="*/ 599 h 4315"/>
                  <a:gd name="T98" fmla="*/ 685 w 3259"/>
                  <a:gd name="T99" fmla="*/ 303 h 4315"/>
                  <a:gd name="T100" fmla="*/ 1073 w 3259"/>
                  <a:gd name="T101" fmla="*/ 98 h 4315"/>
                  <a:gd name="T102" fmla="*/ 1513 w 3259"/>
                  <a:gd name="T103" fmla="*/ 5 h 4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259" h="4315">
                    <a:moveTo>
                      <a:pt x="1629" y="273"/>
                    </a:moveTo>
                    <a:lnTo>
                      <a:pt x="1523" y="277"/>
                    </a:lnTo>
                    <a:lnTo>
                      <a:pt x="1420" y="290"/>
                    </a:lnTo>
                    <a:lnTo>
                      <a:pt x="1319" y="309"/>
                    </a:lnTo>
                    <a:lnTo>
                      <a:pt x="1221" y="335"/>
                    </a:lnTo>
                    <a:lnTo>
                      <a:pt x="1125" y="370"/>
                    </a:lnTo>
                    <a:lnTo>
                      <a:pt x="1033" y="411"/>
                    </a:lnTo>
                    <a:lnTo>
                      <a:pt x="944" y="459"/>
                    </a:lnTo>
                    <a:lnTo>
                      <a:pt x="860" y="512"/>
                    </a:lnTo>
                    <a:lnTo>
                      <a:pt x="780" y="571"/>
                    </a:lnTo>
                    <a:lnTo>
                      <a:pt x="706" y="635"/>
                    </a:lnTo>
                    <a:lnTo>
                      <a:pt x="635" y="706"/>
                    </a:lnTo>
                    <a:lnTo>
                      <a:pt x="571" y="781"/>
                    </a:lnTo>
                    <a:lnTo>
                      <a:pt x="512" y="861"/>
                    </a:lnTo>
                    <a:lnTo>
                      <a:pt x="458" y="944"/>
                    </a:lnTo>
                    <a:lnTo>
                      <a:pt x="411" y="1033"/>
                    </a:lnTo>
                    <a:lnTo>
                      <a:pt x="369" y="1125"/>
                    </a:lnTo>
                    <a:lnTo>
                      <a:pt x="335" y="1221"/>
                    </a:lnTo>
                    <a:lnTo>
                      <a:pt x="309" y="1319"/>
                    </a:lnTo>
                    <a:lnTo>
                      <a:pt x="289" y="1420"/>
                    </a:lnTo>
                    <a:lnTo>
                      <a:pt x="276" y="1523"/>
                    </a:lnTo>
                    <a:lnTo>
                      <a:pt x="272" y="1629"/>
                    </a:lnTo>
                    <a:lnTo>
                      <a:pt x="276" y="1735"/>
                    </a:lnTo>
                    <a:lnTo>
                      <a:pt x="289" y="1839"/>
                    </a:lnTo>
                    <a:lnTo>
                      <a:pt x="309" y="1941"/>
                    </a:lnTo>
                    <a:lnTo>
                      <a:pt x="335" y="2039"/>
                    </a:lnTo>
                    <a:lnTo>
                      <a:pt x="369" y="2135"/>
                    </a:lnTo>
                    <a:lnTo>
                      <a:pt x="411" y="2226"/>
                    </a:lnTo>
                    <a:lnTo>
                      <a:pt x="458" y="2314"/>
                    </a:lnTo>
                    <a:lnTo>
                      <a:pt x="512" y="2398"/>
                    </a:lnTo>
                    <a:lnTo>
                      <a:pt x="571" y="2478"/>
                    </a:lnTo>
                    <a:lnTo>
                      <a:pt x="635" y="2554"/>
                    </a:lnTo>
                    <a:lnTo>
                      <a:pt x="706" y="2623"/>
                    </a:lnTo>
                    <a:lnTo>
                      <a:pt x="780" y="2689"/>
                    </a:lnTo>
                    <a:lnTo>
                      <a:pt x="860" y="2748"/>
                    </a:lnTo>
                    <a:lnTo>
                      <a:pt x="944" y="2801"/>
                    </a:lnTo>
                    <a:lnTo>
                      <a:pt x="1033" y="2848"/>
                    </a:lnTo>
                    <a:lnTo>
                      <a:pt x="1125" y="2889"/>
                    </a:lnTo>
                    <a:lnTo>
                      <a:pt x="1221" y="2923"/>
                    </a:lnTo>
                    <a:lnTo>
                      <a:pt x="1319" y="2951"/>
                    </a:lnTo>
                    <a:lnTo>
                      <a:pt x="1420" y="2970"/>
                    </a:lnTo>
                    <a:lnTo>
                      <a:pt x="1523" y="2982"/>
                    </a:lnTo>
                    <a:lnTo>
                      <a:pt x="1629" y="2986"/>
                    </a:lnTo>
                    <a:lnTo>
                      <a:pt x="1736" y="2982"/>
                    </a:lnTo>
                    <a:lnTo>
                      <a:pt x="1839" y="2970"/>
                    </a:lnTo>
                    <a:lnTo>
                      <a:pt x="1941" y="2951"/>
                    </a:lnTo>
                    <a:lnTo>
                      <a:pt x="2039" y="2923"/>
                    </a:lnTo>
                    <a:lnTo>
                      <a:pt x="2135" y="2889"/>
                    </a:lnTo>
                    <a:lnTo>
                      <a:pt x="2227" y="2848"/>
                    </a:lnTo>
                    <a:lnTo>
                      <a:pt x="2315" y="2801"/>
                    </a:lnTo>
                    <a:lnTo>
                      <a:pt x="2398" y="2748"/>
                    </a:lnTo>
                    <a:lnTo>
                      <a:pt x="2478" y="2689"/>
                    </a:lnTo>
                    <a:lnTo>
                      <a:pt x="2554" y="2623"/>
                    </a:lnTo>
                    <a:lnTo>
                      <a:pt x="2624" y="2554"/>
                    </a:lnTo>
                    <a:lnTo>
                      <a:pt x="2689" y="2478"/>
                    </a:lnTo>
                    <a:lnTo>
                      <a:pt x="2748" y="2398"/>
                    </a:lnTo>
                    <a:lnTo>
                      <a:pt x="2802" y="2314"/>
                    </a:lnTo>
                    <a:lnTo>
                      <a:pt x="2849" y="2226"/>
                    </a:lnTo>
                    <a:lnTo>
                      <a:pt x="2890" y="2135"/>
                    </a:lnTo>
                    <a:lnTo>
                      <a:pt x="2924" y="2039"/>
                    </a:lnTo>
                    <a:lnTo>
                      <a:pt x="2951" y="1941"/>
                    </a:lnTo>
                    <a:lnTo>
                      <a:pt x="2971" y="1839"/>
                    </a:lnTo>
                    <a:lnTo>
                      <a:pt x="2983" y="1735"/>
                    </a:lnTo>
                    <a:lnTo>
                      <a:pt x="2987" y="1629"/>
                    </a:lnTo>
                    <a:lnTo>
                      <a:pt x="2983" y="1523"/>
                    </a:lnTo>
                    <a:lnTo>
                      <a:pt x="2971" y="1420"/>
                    </a:lnTo>
                    <a:lnTo>
                      <a:pt x="2951" y="1319"/>
                    </a:lnTo>
                    <a:lnTo>
                      <a:pt x="2924" y="1221"/>
                    </a:lnTo>
                    <a:lnTo>
                      <a:pt x="2890" y="1125"/>
                    </a:lnTo>
                    <a:lnTo>
                      <a:pt x="2849" y="1033"/>
                    </a:lnTo>
                    <a:lnTo>
                      <a:pt x="2802" y="944"/>
                    </a:lnTo>
                    <a:lnTo>
                      <a:pt x="2748" y="861"/>
                    </a:lnTo>
                    <a:lnTo>
                      <a:pt x="2689" y="781"/>
                    </a:lnTo>
                    <a:lnTo>
                      <a:pt x="2624" y="706"/>
                    </a:lnTo>
                    <a:lnTo>
                      <a:pt x="2554" y="635"/>
                    </a:lnTo>
                    <a:lnTo>
                      <a:pt x="2478" y="571"/>
                    </a:lnTo>
                    <a:lnTo>
                      <a:pt x="2398" y="512"/>
                    </a:lnTo>
                    <a:lnTo>
                      <a:pt x="2315" y="459"/>
                    </a:lnTo>
                    <a:lnTo>
                      <a:pt x="2227" y="411"/>
                    </a:lnTo>
                    <a:lnTo>
                      <a:pt x="2135" y="370"/>
                    </a:lnTo>
                    <a:lnTo>
                      <a:pt x="2039" y="335"/>
                    </a:lnTo>
                    <a:lnTo>
                      <a:pt x="1941" y="309"/>
                    </a:lnTo>
                    <a:lnTo>
                      <a:pt x="1839" y="290"/>
                    </a:lnTo>
                    <a:lnTo>
                      <a:pt x="1736" y="277"/>
                    </a:lnTo>
                    <a:lnTo>
                      <a:pt x="1629" y="273"/>
                    </a:lnTo>
                    <a:close/>
                    <a:moveTo>
                      <a:pt x="1629" y="0"/>
                    </a:moveTo>
                    <a:lnTo>
                      <a:pt x="1746" y="5"/>
                    </a:lnTo>
                    <a:lnTo>
                      <a:pt x="1860" y="17"/>
                    </a:lnTo>
                    <a:lnTo>
                      <a:pt x="1973" y="37"/>
                    </a:lnTo>
                    <a:lnTo>
                      <a:pt x="2081" y="64"/>
                    </a:lnTo>
                    <a:lnTo>
                      <a:pt x="2186" y="98"/>
                    </a:lnTo>
                    <a:lnTo>
                      <a:pt x="2290" y="140"/>
                    </a:lnTo>
                    <a:lnTo>
                      <a:pt x="2388" y="187"/>
                    </a:lnTo>
                    <a:lnTo>
                      <a:pt x="2484" y="242"/>
                    </a:lnTo>
                    <a:lnTo>
                      <a:pt x="2574" y="303"/>
                    </a:lnTo>
                    <a:lnTo>
                      <a:pt x="2660" y="368"/>
                    </a:lnTo>
                    <a:lnTo>
                      <a:pt x="2743" y="440"/>
                    </a:lnTo>
                    <a:lnTo>
                      <a:pt x="2820" y="517"/>
                    </a:lnTo>
                    <a:lnTo>
                      <a:pt x="2891" y="599"/>
                    </a:lnTo>
                    <a:lnTo>
                      <a:pt x="2958" y="685"/>
                    </a:lnTo>
                    <a:lnTo>
                      <a:pt x="3018" y="777"/>
                    </a:lnTo>
                    <a:lnTo>
                      <a:pt x="3072" y="871"/>
                    </a:lnTo>
                    <a:lnTo>
                      <a:pt x="3120" y="971"/>
                    </a:lnTo>
                    <a:lnTo>
                      <a:pt x="3162" y="1073"/>
                    </a:lnTo>
                    <a:lnTo>
                      <a:pt x="3196" y="1179"/>
                    </a:lnTo>
                    <a:lnTo>
                      <a:pt x="3224" y="1287"/>
                    </a:lnTo>
                    <a:lnTo>
                      <a:pt x="3243" y="1399"/>
                    </a:lnTo>
                    <a:lnTo>
                      <a:pt x="3255" y="1513"/>
                    </a:lnTo>
                    <a:lnTo>
                      <a:pt x="3259" y="1629"/>
                    </a:lnTo>
                    <a:lnTo>
                      <a:pt x="3255" y="1744"/>
                    </a:lnTo>
                    <a:lnTo>
                      <a:pt x="3243" y="1857"/>
                    </a:lnTo>
                    <a:lnTo>
                      <a:pt x="3224" y="1967"/>
                    </a:lnTo>
                    <a:lnTo>
                      <a:pt x="3198" y="2076"/>
                    </a:lnTo>
                    <a:lnTo>
                      <a:pt x="3164" y="2181"/>
                    </a:lnTo>
                    <a:lnTo>
                      <a:pt x="3124" y="2281"/>
                    </a:lnTo>
                    <a:lnTo>
                      <a:pt x="3077" y="2380"/>
                    </a:lnTo>
                    <a:lnTo>
                      <a:pt x="3023" y="2474"/>
                    </a:lnTo>
                    <a:lnTo>
                      <a:pt x="2964" y="2564"/>
                    </a:lnTo>
                    <a:lnTo>
                      <a:pt x="2900" y="2651"/>
                    </a:lnTo>
                    <a:lnTo>
                      <a:pt x="2829" y="2732"/>
                    </a:lnTo>
                    <a:lnTo>
                      <a:pt x="2755" y="2808"/>
                    </a:lnTo>
                    <a:lnTo>
                      <a:pt x="2675" y="2880"/>
                    </a:lnTo>
                    <a:lnTo>
                      <a:pt x="2590" y="2945"/>
                    </a:lnTo>
                    <a:lnTo>
                      <a:pt x="2501" y="3007"/>
                    </a:lnTo>
                    <a:lnTo>
                      <a:pt x="2408" y="3062"/>
                    </a:lnTo>
                    <a:lnTo>
                      <a:pt x="2311" y="3110"/>
                    </a:lnTo>
                    <a:lnTo>
                      <a:pt x="2210" y="3152"/>
                    </a:lnTo>
                    <a:lnTo>
                      <a:pt x="2105" y="3188"/>
                    </a:lnTo>
                    <a:lnTo>
                      <a:pt x="1999" y="3216"/>
                    </a:lnTo>
                    <a:lnTo>
                      <a:pt x="1889" y="3237"/>
                    </a:lnTo>
                    <a:lnTo>
                      <a:pt x="1777" y="3252"/>
                    </a:lnTo>
                    <a:lnTo>
                      <a:pt x="1776" y="3590"/>
                    </a:lnTo>
                    <a:lnTo>
                      <a:pt x="1776" y="3600"/>
                    </a:lnTo>
                    <a:lnTo>
                      <a:pt x="1779" y="3613"/>
                    </a:lnTo>
                    <a:lnTo>
                      <a:pt x="1781" y="3624"/>
                    </a:lnTo>
                    <a:lnTo>
                      <a:pt x="1785" y="3631"/>
                    </a:lnTo>
                    <a:lnTo>
                      <a:pt x="1788" y="3631"/>
                    </a:lnTo>
                    <a:lnTo>
                      <a:pt x="1793" y="3634"/>
                    </a:lnTo>
                    <a:lnTo>
                      <a:pt x="1804" y="3635"/>
                    </a:lnTo>
                    <a:lnTo>
                      <a:pt x="1818" y="3637"/>
                    </a:lnTo>
                    <a:lnTo>
                      <a:pt x="2229" y="3637"/>
                    </a:lnTo>
                    <a:lnTo>
                      <a:pt x="2229" y="3252"/>
                    </a:lnTo>
                    <a:lnTo>
                      <a:pt x="2852" y="3783"/>
                    </a:lnTo>
                    <a:lnTo>
                      <a:pt x="2231" y="4315"/>
                    </a:lnTo>
                    <a:lnTo>
                      <a:pt x="2231" y="3930"/>
                    </a:lnTo>
                    <a:lnTo>
                      <a:pt x="1818" y="3930"/>
                    </a:lnTo>
                    <a:lnTo>
                      <a:pt x="1771" y="3929"/>
                    </a:lnTo>
                    <a:lnTo>
                      <a:pt x="1729" y="3921"/>
                    </a:lnTo>
                    <a:lnTo>
                      <a:pt x="1691" y="3910"/>
                    </a:lnTo>
                    <a:lnTo>
                      <a:pt x="1658" y="3897"/>
                    </a:lnTo>
                    <a:lnTo>
                      <a:pt x="1629" y="3882"/>
                    </a:lnTo>
                    <a:lnTo>
                      <a:pt x="1605" y="3863"/>
                    </a:lnTo>
                    <a:lnTo>
                      <a:pt x="1584" y="3846"/>
                    </a:lnTo>
                    <a:lnTo>
                      <a:pt x="1567" y="3828"/>
                    </a:lnTo>
                    <a:lnTo>
                      <a:pt x="1540" y="3795"/>
                    </a:lnTo>
                    <a:lnTo>
                      <a:pt x="1521" y="3761"/>
                    </a:lnTo>
                    <a:lnTo>
                      <a:pt x="1505" y="3727"/>
                    </a:lnTo>
                    <a:lnTo>
                      <a:pt x="1494" y="3693"/>
                    </a:lnTo>
                    <a:lnTo>
                      <a:pt x="1488" y="3662"/>
                    </a:lnTo>
                    <a:lnTo>
                      <a:pt x="1484" y="3631"/>
                    </a:lnTo>
                    <a:lnTo>
                      <a:pt x="1481" y="3607"/>
                    </a:lnTo>
                    <a:lnTo>
                      <a:pt x="1481" y="3584"/>
                    </a:lnTo>
                    <a:lnTo>
                      <a:pt x="1483" y="3567"/>
                    </a:lnTo>
                    <a:lnTo>
                      <a:pt x="1483" y="3252"/>
                    </a:lnTo>
                    <a:lnTo>
                      <a:pt x="1370" y="3237"/>
                    </a:lnTo>
                    <a:lnTo>
                      <a:pt x="1261" y="3216"/>
                    </a:lnTo>
                    <a:lnTo>
                      <a:pt x="1154" y="3188"/>
                    </a:lnTo>
                    <a:lnTo>
                      <a:pt x="1050" y="3152"/>
                    </a:lnTo>
                    <a:lnTo>
                      <a:pt x="949" y="3110"/>
                    </a:lnTo>
                    <a:lnTo>
                      <a:pt x="853" y="3061"/>
                    </a:lnTo>
                    <a:lnTo>
                      <a:pt x="760" y="3007"/>
                    </a:lnTo>
                    <a:lnTo>
                      <a:pt x="670" y="2945"/>
                    </a:lnTo>
                    <a:lnTo>
                      <a:pt x="585" y="2880"/>
                    </a:lnTo>
                    <a:lnTo>
                      <a:pt x="505" y="2808"/>
                    </a:lnTo>
                    <a:lnTo>
                      <a:pt x="429" y="2732"/>
                    </a:lnTo>
                    <a:lnTo>
                      <a:pt x="360" y="2649"/>
                    </a:lnTo>
                    <a:lnTo>
                      <a:pt x="294" y="2564"/>
                    </a:lnTo>
                    <a:lnTo>
                      <a:pt x="236" y="2474"/>
                    </a:lnTo>
                    <a:lnTo>
                      <a:pt x="183" y="2380"/>
                    </a:lnTo>
                    <a:lnTo>
                      <a:pt x="136" y="2281"/>
                    </a:lnTo>
                    <a:lnTo>
                      <a:pt x="95" y="2181"/>
                    </a:lnTo>
                    <a:lnTo>
                      <a:pt x="63" y="2076"/>
                    </a:lnTo>
                    <a:lnTo>
                      <a:pt x="35" y="1967"/>
                    </a:lnTo>
                    <a:lnTo>
                      <a:pt x="15" y="1857"/>
                    </a:lnTo>
                    <a:lnTo>
                      <a:pt x="4" y="1744"/>
                    </a:lnTo>
                    <a:lnTo>
                      <a:pt x="0" y="1629"/>
                    </a:lnTo>
                    <a:lnTo>
                      <a:pt x="5" y="1513"/>
                    </a:lnTo>
                    <a:lnTo>
                      <a:pt x="17" y="1399"/>
                    </a:lnTo>
                    <a:lnTo>
                      <a:pt x="36" y="1287"/>
                    </a:lnTo>
                    <a:lnTo>
                      <a:pt x="64" y="1179"/>
                    </a:lnTo>
                    <a:lnTo>
                      <a:pt x="98" y="1073"/>
                    </a:lnTo>
                    <a:lnTo>
                      <a:pt x="140" y="971"/>
                    </a:lnTo>
                    <a:lnTo>
                      <a:pt x="187" y="871"/>
                    </a:lnTo>
                    <a:lnTo>
                      <a:pt x="242" y="777"/>
                    </a:lnTo>
                    <a:lnTo>
                      <a:pt x="302" y="685"/>
                    </a:lnTo>
                    <a:lnTo>
                      <a:pt x="368" y="599"/>
                    </a:lnTo>
                    <a:lnTo>
                      <a:pt x="440" y="517"/>
                    </a:lnTo>
                    <a:lnTo>
                      <a:pt x="517" y="440"/>
                    </a:lnTo>
                    <a:lnTo>
                      <a:pt x="598" y="368"/>
                    </a:lnTo>
                    <a:lnTo>
                      <a:pt x="685" y="303"/>
                    </a:lnTo>
                    <a:lnTo>
                      <a:pt x="777" y="242"/>
                    </a:lnTo>
                    <a:lnTo>
                      <a:pt x="871" y="187"/>
                    </a:lnTo>
                    <a:lnTo>
                      <a:pt x="970" y="140"/>
                    </a:lnTo>
                    <a:lnTo>
                      <a:pt x="1073" y="98"/>
                    </a:lnTo>
                    <a:lnTo>
                      <a:pt x="1179" y="64"/>
                    </a:lnTo>
                    <a:lnTo>
                      <a:pt x="1287" y="37"/>
                    </a:lnTo>
                    <a:lnTo>
                      <a:pt x="1399" y="17"/>
                    </a:lnTo>
                    <a:lnTo>
                      <a:pt x="1513" y="5"/>
                    </a:lnTo>
                    <a:lnTo>
                      <a:pt x="1629" y="0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bg1"/>
                  </a:gs>
                  <a:gs pos="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  <a:effectLst>
                <a:outerShdw blurRad="127000" dist="38100" dir="2700000" algn="tl" rotWithShape="0">
                  <a:prstClr val="black">
                    <a:alpha val="21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grpSp>
            <p:nvGrpSpPr>
              <p:cNvPr id="79" name="Grupo 78"/>
              <p:cNvGrpSpPr/>
              <p:nvPr/>
            </p:nvGrpSpPr>
            <p:grpSpPr>
              <a:xfrm>
                <a:off x="512567" y="1382137"/>
                <a:ext cx="1584000" cy="1584000"/>
                <a:chOff x="684098" y="2293153"/>
                <a:chExt cx="2155798" cy="2155039"/>
              </a:xfrm>
            </p:grpSpPr>
            <p:sp>
              <p:nvSpPr>
                <p:cNvPr id="84" name="Freeform 6"/>
                <p:cNvSpPr>
                  <a:spLocks/>
                </p:cNvSpPr>
                <p:nvPr/>
              </p:nvSpPr>
              <p:spPr bwMode="auto">
                <a:xfrm>
                  <a:off x="684098" y="2305303"/>
                  <a:ext cx="921093" cy="2130740"/>
                </a:xfrm>
                <a:custGeom>
                  <a:avLst/>
                  <a:gdLst>
                    <a:gd name="T0" fmla="*/ 1213 w 1213"/>
                    <a:gd name="T1" fmla="*/ 0 h 2806"/>
                    <a:gd name="T2" fmla="*/ 1213 w 1213"/>
                    <a:gd name="T3" fmla="*/ 2806 h 2806"/>
                    <a:gd name="T4" fmla="*/ 1111 w 1213"/>
                    <a:gd name="T5" fmla="*/ 2788 h 2806"/>
                    <a:gd name="T6" fmla="*/ 1012 w 1213"/>
                    <a:gd name="T7" fmla="*/ 2761 h 2806"/>
                    <a:gd name="T8" fmla="*/ 915 w 1213"/>
                    <a:gd name="T9" fmla="*/ 2730 h 2806"/>
                    <a:gd name="T10" fmla="*/ 824 w 1213"/>
                    <a:gd name="T11" fmla="*/ 2691 h 2806"/>
                    <a:gd name="T12" fmla="*/ 733 w 1213"/>
                    <a:gd name="T13" fmla="*/ 2645 h 2806"/>
                    <a:gd name="T14" fmla="*/ 648 w 1213"/>
                    <a:gd name="T15" fmla="*/ 2594 h 2806"/>
                    <a:gd name="T16" fmla="*/ 567 w 1213"/>
                    <a:gd name="T17" fmla="*/ 2538 h 2806"/>
                    <a:gd name="T18" fmla="*/ 490 w 1213"/>
                    <a:gd name="T19" fmla="*/ 2475 h 2806"/>
                    <a:gd name="T20" fmla="*/ 416 w 1213"/>
                    <a:gd name="T21" fmla="*/ 2407 h 2806"/>
                    <a:gd name="T22" fmla="*/ 349 w 1213"/>
                    <a:gd name="T23" fmla="*/ 2335 h 2806"/>
                    <a:gd name="T24" fmla="*/ 287 w 1213"/>
                    <a:gd name="T25" fmla="*/ 2257 h 2806"/>
                    <a:gd name="T26" fmla="*/ 229 w 1213"/>
                    <a:gd name="T27" fmla="*/ 2176 h 2806"/>
                    <a:gd name="T28" fmla="*/ 178 w 1213"/>
                    <a:gd name="T29" fmla="*/ 2091 h 2806"/>
                    <a:gd name="T30" fmla="*/ 132 w 1213"/>
                    <a:gd name="T31" fmla="*/ 2002 h 2806"/>
                    <a:gd name="T32" fmla="*/ 93 w 1213"/>
                    <a:gd name="T33" fmla="*/ 1909 h 2806"/>
                    <a:gd name="T34" fmla="*/ 60 w 1213"/>
                    <a:gd name="T35" fmla="*/ 1813 h 2806"/>
                    <a:gd name="T36" fmla="*/ 34 w 1213"/>
                    <a:gd name="T37" fmla="*/ 1714 h 2806"/>
                    <a:gd name="T38" fmla="*/ 15 w 1213"/>
                    <a:gd name="T39" fmla="*/ 1613 h 2806"/>
                    <a:gd name="T40" fmla="*/ 4 w 1213"/>
                    <a:gd name="T41" fmla="*/ 1508 h 2806"/>
                    <a:gd name="T42" fmla="*/ 0 w 1213"/>
                    <a:gd name="T43" fmla="*/ 1402 h 2806"/>
                    <a:gd name="T44" fmla="*/ 4 w 1213"/>
                    <a:gd name="T45" fmla="*/ 1296 h 2806"/>
                    <a:gd name="T46" fmla="*/ 15 w 1213"/>
                    <a:gd name="T47" fmla="*/ 1193 h 2806"/>
                    <a:gd name="T48" fmla="*/ 34 w 1213"/>
                    <a:gd name="T49" fmla="*/ 1092 h 2806"/>
                    <a:gd name="T50" fmla="*/ 60 w 1213"/>
                    <a:gd name="T51" fmla="*/ 992 h 2806"/>
                    <a:gd name="T52" fmla="*/ 93 w 1213"/>
                    <a:gd name="T53" fmla="*/ 897 h 2806"/>
                    <a:gd name="T54" fmla="*/ 132 w 1213"/>
                    <a:gd name="T55" fmla="*/ 804 h 2806"/>
                    <a:gd name="T56" fmla="*/ 178 w 1213"/>
                    <a:gd name="T57" fmla="*/ 715 h 2806"/>
                    <a:gd name="T58" fmla="*/ 229 w 1213"/>
                    <a:gd name="T59" fmla="*/ 630 h 2806"/>
                    <a:gd name="T60" fmla="*/ 287 w 1213"/>
                    <a:gd name="T61" fmla="*/ 548 h 2806"/>
                    <a:gd name="T62" fmla="*/ 349 w 1213"/>
                    <a:gd name="T63" fmla="*/ 471 h 2806"/>
                    <a:gd name="T64" fmla="*/ 416 w 1213"/>
                    <a:gd name="T65" fmla="*/ 398 h 2806"/>
                    <a:gd name="T66" fmla="*/ 490 w 1213"/>
                    <a:gd name="T67" fmla="*/ 331 h 2806"/>
                    <a:gd name="T68" fmla="*/ 567 w 1213"/>
                    <a:gd name="T69" fmla="*/ 268 h 2806"/>
                    <a:gd name="T70" fmla="*/ 648 w 1213"/>
                    <a:gd name="T71" fmla="*/ 212 h 2806"/>
                    <a:gd name="T72" fmla="*/ 733 w 1213"/>
                    <a:gd name="T73" fmla="*/ 161 h 2806"/>
                    <a:gd name="T74" fmla="*/ 824 w 1213"/>
                    <a:gd name="T75" fmla="*/ 115 h 2806"/>
                    <a:gd name="T76" fmla="*/ 915 w 1213"/>
                    <a:gd name="T77" fmla="*/ 76 h 2806"/>
                    <a:gd name="T78" fmla="*/ 1012 w 1213"/>
                    <a:gd name="T79" fmla="*/ 43 h 2806"/>
                    <a:gd name="T80" fmla="*/ 1111 w 1213"/>
                    <a:gd name="T81" fmla="*/ 18 h 2806"/>
                    <a:gd name="T82" fmla="*/ 1213 w 1213"/>
                    <a:gd name="T83" fmla="*/ 0 h 28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213" h="2806">
                      <a:moveTo>
                        <a:pt x="1213" y="0"/>
                      </a:moveTo>
                      <a:lnTo>
                        <a:pt x="1213" y="2806"/>
                      </a:lnTo>
                      <a:lnTo>
                        <a:pt x="1111" y="2788"/>
                      </a:lnTo>
                      <a:lnTo>
                        <a:pt x="1012" y="2761"/>
                      </a:lnTo>
                      <a:lnTo>
                        <a:pt x="915" y="2730"/>
                      </a:lnTo>
                      <a:lnTo>
                        <a:pt x="824" y="2691"/>
                      </a:lnTo>
                      <a:lnTo>
                        <a:pt x="733" y="2645"/>
                      </a:lnTo>
                      <a:lnTo>
                        <a:pt x="648" y="2594"/>
                      </a:lnTo>
                      <a:lnTo>
                        <a:pt x="567" y="2538"/>
                      </a:lnTo>
                      <a:lnTo>
                        <a:pt x="490" y="2475"/>
                      </a:lnTo>
                      <a:lnTo>
                        <a:pt x="416" y="2407"/>
                      </a:lnTo>
                      <a:lnTo>
                        <a:pt x="349" y="2335"/>
                      </a:lnTo>
                      <a:lnTo>
                        <a:pt x="287" y="2257"/>
                      </a:lnTo>
                      <a:lnTo>
                        <a:pt x="229" y="2176"/>
                      </a:lnTo>
                      <a:lnTo>
                        <a:pt x="178" y="2091"/>
                      </a:lnTo>
                      <a:lnTo>
                        <a:pt x="132" y="2002"/>
                      </a:lnTo>
                      <a:lnTo>
                        <a:pt x="93" y="1909"/>
                      </a:lnTo>
                      <a:lnTo>
                        <a:pt x="60" y="1813"/>
                      </a:lnTo>
                      <a:lnTo>
                        <a:pt x="34" y="1714"/>
                      </a:lnTo>
                      <a:lnTo>
                        <a:pt x="15" y="1613"/>
                      </a:lnTo>
                      <a:lnTo>
                        <a:pt x="4" y="1508"/>
                      </a:lnTo>
                      <a:lnTo>
                        <a:pt x="0" y="1402"/>
                      </a:lnTo>
                      <a:lnTo>
                        <a:pt x="4" y="1296"/>
                      </a:lnTo>
                      <a:lnTo>
                        <a:pt x="15" y="1193"/>
                      </a:lnTo>
                      <a:lnTo>
                        <a:pt x="34" y="1092"/>
                      </a:lnTo>
                      <a:lnTo>
                        <a:pt x="60" y="992"/>
                      </a:lnTo>
                      <a:lnTo>
                        <a:pt x="93" y="897"/>
                      </a:lnTo>
                      <a:lnTo>
                        <a:pt x="132" y="804"/>
                      </a:lnTo>
                      <a:lnTo>
                        <a:pt x="178" y="715"/>
                      </a:lnTo>
                      <a:lnTo>
                        <a:pt x="229" y="630"/>
                      </a:lnTo>
                      <a:lnTo>
                        <a:pt x="287" y="548"/>
                      </a:lnTo>
                      <a:lnTo>
                        <a:pt x="349" y="471"/>
                      </a:lnTo>
                      <a:lnTo>
                        <a:pt x="416" y="398"/>
                      </a:lnTo>
                      <a:lnTo>
                        <a:pt x="490" y="331"/>
                      </a:lnTo>
                      <a:lnTo>
                        <a:pt x="567" y="268"/>
                      </a:lnTo>
                      <a:lnTo>
                        <a:pt x="648" y="212"/>
                      </a:lnTo>
                      <a:lnTo>
                        <a:pt x="733" y="161"/>
                      </a:lnTo>
                      <a:lnTo>
                        <a:pt x="824" y="115"/>
                      </a:lnTo>
                      <a:lnTo>
                        <a:pt x="915" y="76"/>
                      </a:lnTo>
                      <a:lnTo>
                        <a:pt x="1012" y="43"/>
                      </a:lnTo>
                      <a:lnTo>
                        <a:pt x="1111" y="18"/>
                      </a:lnTo>
                      <a:lnTo>
                        <a:pt x="1213" y="0"/>
                      </a:lnTo>
                      <a:close/>
                    </a:path>
                  </a:pathLst>
                </a:custGeom>
                <a:solidFill>
                  <a:srgbClr val="2C3F5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85" name="Freeform 7"/>
                <p:cNvSpPr>
                  <a:spLocks/>
                </p:cNvSpPr>
                <p:nvPr/>
              </p:nvSpPr>
              <p:spPr bwMode="auto">
                <a:xfrm>
                  <a:off x="1605191" y="2293153"/>
                  <a:ext cx="1234705" cy="2155039"/>
                </a:xfrm>
                <a:custGeom>
                  <a:avLst/>
                  <a:gdLst>
                    <a:gd name="T0" fmla="*/ 205 w 1626"/>
                    <a:gd name="T1" fmla="*/ 0 h 2838"/>
                    <a:gd name="T2" fmla="*/ 312 w 1626"/>
                    <a:gd name="T3" fmla="*/ 4 h 2838"/>
                    <a:gd name="T4" fmla="*/ 415 w 1626"/>
                    <a:gd name="T5" fmla="*/ 16 h 2838"/>
                    <a:gd name="T6" fmla="*/ 517 w 1626"/>
                    <a:gd name="T7" fmla="*/ 34 h 2838"/>
                    <a:gd name="T8" fmla="*/ 615 w 1626"/>
                    <a:gd name="T9" fmla="*/ 60 h 2838"/>
                    <a:gd name="T10" fmla="*/ 711 w 1626"/>
                    <a:gd name="T11" fmla="*/ 93 h 2838"/>
                    <a:gd name="T12" fmla="*/ 804 w 1626"/>
                    <a:gd name="T13" fmla="*/ 132 h 2838"/>
                    <a:gd name="T14" fmla="*/ 893 w 1626"/>
                    <a:gd name="T15" fmla="*/ 177 h 2838"/>
                    <a:gd name="T16" fmla="*/ 978 w 1626"/>
                    <a:gd name="T17" fmla="*/ 229 h 2838"/>
                    <a:gd name="T18" fmla="*/ 1060 w 1626"/>
                    <a:gd name="T19" fmla="*/ 285 h 2838"/>
                    <a:gd name="T20" fmla="*/ 1137 w 1626"/>
                    <a:gd name="T21" fmla="*/ 348 h 2838"/>
                    <a:gd name="T22" fmla="*/ 1209 w 1626"/>
                    <a:gd name="T23" fmla="*/ 415 h 2838"/>
                    <a:gd name="T24" fmla="*/ 1277 w 1626"/>
                    <a:gd name="T25" fmla="*/ 488 h 2838"/>
                    <a:gd name="T26" fmla="*/ 1340 w 1626"/>
                    <a:gd name="T27" fmla="*/ 564 h 2838"/>
                    <a:gd name="T28" fmla="*/ 1396 w 1626"/>
                    <a:gd name="T29" fmla="*/ 647 h 2838"/>
                    <a:gd name="T30" fmla="*/ 1447 w 1626"/>
                    <a:gd name="T31" fmla="*/ 732 h 2838"/>
                    <a:gd name="T32" fmla="*/ 1493 w 1626"/>
                    <a:gd name="T33" fmla="*/ 821 h 2838"/>
                    <a:gd name="T34" fmla="*/ 1533 w 1626"/>
                    <a:gd name="T35" fmla="*/ 913 h 2838"/>
                    <a:gd name="T36" fmla="*/ 1565 w 1626"/>
                    <a:gd name="T37" fmla="*/ 1010 h 2838"/>
                    <a:gd name="T38" fmla="*/ 1590 w 1626"/>
                    <a:gd name="T39" fmla="*/ 1108 h 2838"/>
                    <a:gd name="T40" fmla="*/ 1610 w 1626"/>
                    <a:gd name="T41" fmla="*/ 1209 h 2838"/>
                    <a:gd name="T42" fmla="*/ 1622 w 1626"/>
                    <a:gd name="T43" fmla="*/ 1313 h 2838"/>
                    <a:gd name="T44" fmla="*/ 1626 w 1626"/>
                    <a:gd name="T45" fmla="*/ 1418 h 2838"/>
                    <a:gd name="T46" fmla="*/ 1622 w 1626"/>
                    <a:gd name="T47" fmla="*/ 1524 h 2838"/>
                    <a:gd name="T48" fmla="*/ 1610 w 1626"/>
                    <a:gd name="T49" fmla="*/ 1629 h 2838"/>
                    <a:gd name="T50" fmla="*/ 1590 w 1626"/>
                    <a:gd name="T51" fmla="*/ 1730 h 2838"/>
                    <a:gd name="T52" fmla="*/ 1565 w 1626"/>
                    <a:gd name="T53" fmla="*/ 1828 h 2838"/>
                    <a:gd name="T54" fmla="*/ 1533 w 1626"/>
                    <a:gd name="T55" fmla="*/ 1924 h 2838"/>
                    <a:gd name="T56" fmla="*/ 1493 w 1626"/>
                    <a:gd name="T57" fmla="*/ 2017 h 2838"/>
                    <a:gd name="T58" fmla="*/ 1447 w 1626"/>
                    <a:gd name="T59" fmla="*/ 2106 h 2838"/>
                    <a:gd name="T60" fmla="*/ 1396 w 1626"/>
                    <a:gd name="T61" fmla="*/ 2191 h 2838"/>
                    <a:gd name="T62" fmla="*/ 1340 w 1626"/>
                    <a:gd name="T63" fmla="*/ 2272 h 2838"/>
                    <a:gd name="T64" fmla="*/ 1277 w 1626"/>
                    <a:gd name="T65" fmla="*/ 2349 h 2838"/>
                    <a:gd name="T66" fmla="*/ 1209 w 1626"/>
                    <a:gd name="T67" fmla="*/ 2421 h 2838"/>
                    <a:gd name="T68" fmla="*/ 1137 w 1626"/>
                    <a:gd name="T69" fmla="*/ 2489 h 2838"/>
                    <a:gd name="T70" fmla="*/ 1060 w 1626"/>
                    <a:gd name="T71" fmla="*/ 2552 h 2838"/>
                    <a:gd name="T72" fmla="*/ 978 w 1626"/>
                    <a:gd name="T73" fmla="*/ 2609 h 2838"/>
                    <a:gd name="T74" fmla="*/ 893 w 1626"/>
                    <a:gd name="T75" fmla="*/ 2660 h 2838"/>
                    <a:gd name="T76" fmla="*/ 804 w 1626"/>
                    <a:gd name="T77" fmla="*/ 2705 h 2838"/>
                    <a:gd name="T78" fmla="*/ 711 w 1626"/>
                    <a:gd name="T79" fmla="*/ 2745 h 2838"/>
                    <a:gd name="T80" fmla="*/ 615 w 1626"/>
                    <a:gd name="T81" fmla="*/ 2777 h 2838"/>
                    <a:gd name="T82" fmla="*/ 517 w 1626"/>
                    <a:gd name="T83" fmla="*/ 2804 h 2838"/>
                    <a:gd name="T84" fmla="*/ 415 w 1626"/>
                    <a:gd name="T85" fmla="*/ 2822 h 2838"/>
                    <a:gd name="T86" fmla="*/ 312 w 1626"/>
                    <a:gd name="T87" fmla="*/ 2834 h 2838"/>
                    <a:gd name="T88" fmla="*/ 205 w 1626"/>
                    <a:gd name="T89" fmla="*/ 2838 h 2838"/>
                    <a:gd name="T90" fmla="*/ 102 w 1626"/>
                    <a:gd name="T91" fmla="*/ 2834 h 2838"/>
                    <a:gd name="T92" fmla="*/ 0 w 1626"/>
                    <a:gd name="T93" fmla="*/ 2822 h 2838"/>
                    <a:gd name="T94" fmla="*/ 0 w 1626"/>
                    <a:gd name="T95" fmla="*/ 16 h 2838"/>
                    <a:gd name="T96" fmla="*/ 102 w 1626"/>
                    <a:gd name="T97" fmla="*/ 4 h 2838"/>
                    <a:gd name="T98" fmla="*/ 205 w 1626"/>
                    <a:gd name="T99" fmla="*/ 0 h 28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626" h="2838">
                      <a:moveTo>
                        <a:pt x="205" y="0"/>
                      </a:moveTo>
                      <a:lnTo>
                        <a:pt x="312" y="4"/>
                      </a:lnTo>
                      <a:lnTo>
                        <a:pt x="415" y="16"/>
                      </a:lnTo>
                      <a:lnTo>
                        <a:pt x="517" y="34"/>
                      </a:lnTo>
                      <a:lnTo>
                        <a:pt x="615" y="60"/>
                      </a:lnTo>
                      <a:lnTo>
                        <a:pt x="711" y="93"/>
                      </a:lnTo>
                      <a:lnTo>
                        <a:pt x="804" y="132"/>
                      </a:lnTo>
                      <a:lnTo>
                        <a:pt x="893" y="177"/>
                      </a:lnTo>
                      <a:lnTo>
                        <a:pt x="978" y="229"/>
                      </a:lnTo>
                      <a:lnTo>
                        <a:pt x="1060" y="285"/>
                      </a:lnTo>
                      <a:lnTo>
                        <a:pt x="1137" y="348"/>
                      </a:lnTo>
                      <a:lnTo>
                        <a:pt x="1209" y="415"/>
                      </a:lnTo>
                      <a:lnTo>
                        <a:pt x="1277" y="488"/>
                      </a:lnTo>
                      <a:lnTo>
                        <a:pt x="1340" y="564"/>
                      </a:lnTo>
                      <a:lnTo>
                        <a:pt x="1396" y="647"/>
                      </a:lnTo>
                      <a:lnTo>
                        <a:pt x="1447" y="732"/>
                      </a:lnTo>
                      <a:lnTo>
                        <a:pt x="1493" y="821"/>
                      </a:lnTo>
                      <a:lnTo>
                        <a:pt x="1533" y="913"/>
                      </a:lnTo>
                      <a:lnTo>
                        <a:pt x="1565" y="1010"/>
                      </a:lnTo>
                      <a:lnTo>
                        <a:pt x="1590" y="1108"/>
                      </a:lnTo>
                      <a:lnTo>
                        <a:pt x="1610" y="1209"/>
                      </a:lnTo>
                      <a:lnTo>
                        <a:pt x="1622" y="1313"/>
                      </a:lnTo>
                      <a:lnTo>
                        <a:pt x="1626" y="1418"/>
                      </a:lnTo>
                      <a:lnTo>
                        <a:pt x="1622" y="1524"/>
                      </a:lnTo>
                      <a:lnTo>
                        <a:pt x="1610" y="1629"/>
                      </a:lnTo>
                      <a:lnTo>
                        <a:pt x="1590" y="1730"/>
                      </a:lnTo>
                      <a:lnTo>
                        <a:pt x="1565" y="1828"/>
                      </a:lnTo>
                      <a:lnTo>
                        <a:pt x="1533" y="1924"/>
                      </a:lnTo>
                      <a:lnTo>
                        <a:pt x="1493" y="2017"/>
                      </a:lnTo>
                      <a:lnTo>
                        <a:pt x="1447" y="2106"/>
                      </a:lnTo>
                      <a:lnTo>
                        <a:pt x="1396" y="2191"/>
                      </a:lnTo>
                      <a:lnTo>
                        <a:pt x="1340" y="2272"/>
                      </a:lnTo>
                      <a:lnTo>
                        <a:pt x="1277" y="2349"/>
                      </a:lnTo>
                      <a:lnTo>
                        <a:pt x="1209" y="2421"/>
                      </a:lnTo>
                      <a:lnTo>
                        <a:pt x="1137" y="2489"/>
                      </a:lnTo>
                      <a:lnTo>
                        <a:pt x="1060" y="2552"/>
                      </a:lnTo>
                      <a:lnTo>
                        <a:pt x="978" y="2609"/>
                      </a:lnTo>
                      <a:lnTo>
                        <a:pt x="893" y="2660"/>
                      </a:lnTo>
                      <a:lnTo>
                        <a:pt x="804" y="2705"/>
                      </a:lnTo>
                      <a:lnTo>
                        <a:pt x="711" y="2745"/>
                      </a:lnTo>
                      <a:lnTo>
                        <a:pt x="615" y="2777"/>
                      </a:lnTo>
                      <a:lnTo>
                        <a:pt x="517" y="2804"/>
                      </a:lnTo>
                      <a:lnTo>
                        <a:pt x="415" y="2822"/>
                      </a:lnTo>
                      <a:lnTo>
                        <a:pt x="312" y="2834"/>
                      </a:lnTo>
                      <a:lnTo>
                        <a:pt x="205" y="2838"/>
                      </a:lnTo>
                      <a:lnTo>
                        <a:pt x="102" y="2834"/>
                      </a:lnTo>
                      <a:lnTo>
                        <a:pt x="0" y="2822"/>
                      </a:lnTo>
                      <a:lnTo>
                        <a:pt x="0" y="16"/>
                      </a:lnTo>
                      <a:lnTo>
                        <a:pt x="102" y="4"/>
                      </a:lnTo>
                      <a:lnTo>
                        <a:pt x="20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2C3F50"/>
                    </a:gs>
                    <a:gs pos="29000">
                      <a:srgbClr val="2C3F50">
                        <a:lumMod val="97000"/>
                        <a:lumOff val="3000"/>
                        <a:alpha val="61000"/>
                      </a:srgbClr>
                    </a:gs>
                  </a:gsLst>
                  <a:lin ang="5400000" scaled="1"/>
                </a:gra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sp>
            <p:nvSpPr>
              <p:cNvPr id="80" name="TextBox 35"/>
              <p:cNvSpPr txBox="1"/>
              <p:nvPr/>
            </p:nvSpPr>
            <p:spPr>
              <a:xfrm>
                <a:off x="555855" y="2019077"/>
                <a:ext cx="639919" cy="584775"/>
              </a:xfrm>
              <a:prstGeom prst="rect">
                <a:avLst/>
              </a:prstGeom>
              <a:noFill/>
              <a:effectLst>
                <a:outerShdw blurRad="38100" dist="25400" dir="2700000" algn="tl" rotWithShape="0">
                  <a:prstClr val="black">
                    <a:alpha val="39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3200" b="1" dirty="0">
                    <a:solidFill>
                      <a:schemeClr val="bg1"/>
                    </a:solidFill>
                    <a:latin typeface="Roboto"/>
                    <a:cs typeface="Arial" panose="020B0604020202020204" pitchFamily="34" charset="0"/>
                  </a:rPr>
                  <a:t>03</a:t>
                </a:r>
              </a:p>
            </p:txBody>
          </p:sp>
        </p:grpSp>
        <p:grpSp>
          <p:nvGrpSpPr>
            <p:cNvPr id="25" name="Group 46"/>
            <p:cNvGrpSpPr/>
            <p:nvPr/>
          </p:nvGrpSpPr>
          <p:grpSpPr>
            <a:xfrm>
              <a:off x="6153939" y="1802056"/>
              <a:ext cx="463679" cy="462403"/>
              <a:chOff x="9036051" y="2533650"/>
              <a:chExt cx="2308225" cy="2301875"/>
            </a:xfrm>
            <a:solidFill>
              <a:schemeClr val="bg1">
                <a:alpha val="40000"/>
              </a:schemeClr>
            </a:solidFill>
          </p:grpSpPr>
          <p:sp>
            <p:nvSpPr>
              <p:cNvPr id="26" name="Freeform 6"/>
              <p:cNvSpPr>
                <a:spLocks/>
              </p:cNvSpPr>
              <p:nvPr/>
            </p:nvSpPr>
            <p:spPr bwMode="auto">
              <a:xfrm>
                <a:off x="9180513" y="3184525"/>
                <a:ext cx="1947863" cy="717550"/>
              </a:xfrm>
              <a:custGeom>
                <a:avLst/>
                <a:gdLst>
                  <a:gd name="T0" fmla="*/ 890 w 1227"/>
                  <a:gd name="T1" fmla="*/ 0 h 452"/>
                  <a:gd name="T2" fmla="*/ 901 w 1227"/>
                  <a:gd name="T3" fmla="*/ 3 h 452"/>
                  <a:gd name="T4" fmla="*/ 901 w 1227"/>
                  <a:gd name="T5" fmla="*/ 5 h 452"/>
                  <a:gd name="T6" fmla="*/ 1109 w 1227"/>
                  <a:gd name="T7" fmla="*/ 212 h 452"/>
                  <a:gd name="T8" fmla="*/ 1184 w 1227"/>
                  <a:gd name="T9" fmla="*/ 98 h 452"/>
                  <a:gd name="T10" fmla="*/ 1194 w 1227"/>
                  <a:gd name="T11" fmla="*/ 90 h 452"/>
                  <a:gd name="T12" fmla="*/ 1206 w 1227"/>
                  <a:gd name="T13" fmla="*/ 89 h 452"/>
                  <a:gd name="T14" fmla="*/ 1215 w 1227"/>
                  <a:gd name="T15" fmla="*/ 92 h 452"/>
                  <a:gd name="T16" fmla="*/ 1223 w 1227"/>
                  <a:gd name="T17" fmla="*/ 102 h 452"/>
                  <a:gd name="T18" fmla="*/ 1227 w 1227"/>
                  <a:gd name="T19" fmla="*/ 114 h 452"/>
                  <a:gd name="T20" fmla="*/ 1223 w 1227"/>
                  <a:gd name="T21" fmla="*/ 123 h 452"/>
                  <a:gd name="T22" fmla="*/ 1132 w 1227"/>
                  <a:gd name="T23" fmla="*/ 259 h 452"/>
                  <a:gd name="T24" fmla="*/ 1130 w 1227"/>
                  <a:gd name="T25" fmla="*/ 261 h 452"/>
                  <a:gd name="T26" fmla="*/ 1128 w 1227"/>
                  <a:gd name="T27" fmla="*/ 263 h 452"/>
                  <a:gd name="T28" fmla="*/ 1118 w 1227"/>
                  <a:gd name="T29" fmla="*/ 268 h 452"/>
                  <a:gd name="T30" fmla="*/ 1107 w 1227"/>
                  <a:gd name="T31" fmla="*/ 270 h 452"/>
                  <a:gd name="T32" fmla="*/ 1097 w 1227"/>
                  <a:gd name="T33" fmla="*/ 265 h 452"/>
                  <a:gd name="T34" fmla="*/ 886 w 1227"/>
                  <a:gd name="T35" fmla="*/ 54 h 452"/>
                  <a:gd name="T36" fmla="*/ 539 w 1227"/>
                  <a:gd name="T37" fmla="*/ 444 h 452"/>
                  <a:gd name="T38" fmla="*/ 535 w 1227"/>
                  <a:gd name="T39" fmla="*/ 446 h 452"/>
                  <a:gd name="T40" fmla="*/ 525 w 1227"/>
                  <a:gd name="T41" fmla="*/ 450 h 452"/>
                  <a:gd name="T42" fmla="*/ 513 w 1227"/>
                  <a:gd name="T43" fmla="*/ 450 h 452"/>
                  <a:gd name="T44" fmla="*/ 504 w 1227"/>
                  <a:gd name="T45" fmla="*/ 442 h 452"/>
                  <a:gd name="T46" fmla="*/ 339 w 1227"/>
                  <a:gd name="T47" fmla="*/ 237 h 452"/>
                  <a:gd name="T48" fmla="*/ 161 w 1227"/>
                  <a:gd name="T49" fmla="*/ 444 h 452"/>
                  <a:gd name="T50" fmla="*/ 161 w 1227"/>
                  <a:gd name="T51" fmla="*/ 444 h 452"/>
                  <a:gd name="T52" fmla="*/ 157 w 1227"/>
                  <a:gd name="T53" fmla="*/ 448 h 452"/>
                  <a:gd name="T54" fmla="*/ 151 w 1227"/>
                  <a:gd name="T55" fmla="*/ 450 h 452"/>
                  <a:gd name="T56" fmla="*/ 145 w 1227"/>
                  <a:gd name="T57" fmla="*/ 452 h 452"/>
                  <a:gd name="T58" fmla="*/ 21 w 1227"/>
                  <a:gd name="T59" fmla="*/ 452 h 452"/>
                  <a:gd name="T60" fmla="*/ 15 w 1227"/>
                  <a:gd name="T61" fmla="*/ 450 h 452"/>
                  <a:gd name="T62" fmla="*/ 9 w 1227"/>
                  <a:gd name="T63" fmla="*/ 446 h 452"/>
                  <a:gd name="T64" fmla="*/ 4 w 1227"/>
                  <a:gd name="T65" fmla="*/ 442 h 452"/>
                  <a:gd name="T66" fmla="*/ 0 w 1227"/>
                  <a:gd name="T67" fmla="*/ 437 h 452"/>
                  <a:gd name="T68" fmla="*/ 0 w 1227"/>
                  <a:gd name="T69" fmla="*/ 429 h 452"/>
                  <a:gd name="T70" fmla="*/ 0 w 1227"/>
                  <a:gd name="T71" fmla="*/ 421 h 452"/>
                  <a:gd name="T72" fmla="*/ 4 w 1227"/>
                  <a:gd name="T73" fmla="*/ 415 h 452"/>
                  <a:gd name="T74" fmla="*/ 9 w 1227"/>
                  <a:gd name="T75" fmla="*/ 411 h 452"/>
                  <a:gd name="T76" fmla="*/ 15 w 1227"/>
                  <a:gd name="T77" fmla="*/ 408 h 452"/>
                  <a:gd name="T78" fmla="*/ 21 w 1227"/>
                  <a:gd name="T79" fmla="*/ 406 h 452"/>
                  <a:gd name="T80" fmla="*/ 133 w 1227"/>
                  <a:gd name="T81" fmla="*/ 406 h 452"/>
                  <a:gd name="T82" fmla="*/ 323 w 1227"/>
                  <a:gd name="T83" fmla="*/ 187 h 452"/>
                  <a:gd name="T84" fmla="*/ 333 w 1227"/>
                  <a:gd name="T85" fmla="*/ 181 h 452"/>
                  <a:gd name="T86" fmla="*/ 345 w 1227"/>
                  <a:gd name="T87" fmla="*/ 179 h 452"/>
                  <a:gd name="T88" fmla="*/ 354 w 1227"/>
                  <a:gd name="T89" fmla="*/ 185 h 452"/>
                  <a:gd name="T90" fmla="*/ 358 w 1227"/>
                  <a:gd name="T91" fmla="*/ 189 h 452"/>
                  <a:gd name="T92" fmla="*/ 523 w 1227"/>
                  <a:gd name="T93" fmla="*/ 394 h 452"/>
                  <a:gd name="T94" fmla="*/ 868 w 1227"/>
                  <a:gd name="T95" fmla="*/ 5 h 452"/>
                  <a:gd name="T96" fmla="*/ 878 w 1227"/>
                  <a:gd name="T97" fmla="*/ 0 h 452"/>
                  <a:gd name="T98" fmla="*/ 890 w 1227"/>
                  <a:gd name="T99" fmla="*/ 0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27" h="452">
                    <a:moveTo>
                      <a:pt x="890" y="0"/>
                    </a:moveTo>
                    <a:lnTo>
                      <a:pt x="901" y="3"/>
                    </a:lnTo>
                    <a:lnTo>
                      <a:pt x="901" y="5"/>
                    </a:lnTo>
                    <a:lnTo>
                      <a:pt x="1109" y="212"/>
                    </a:lnTo>
                    <a:lnTo>
                      <a:pt x="1184" y="98"/>
                    </a:lnTo>
                    <a:lnTo>
                      <a:pt x="1194" y="90"/>
                    </a:lnTo>
                    <a:lnTo>
                      <a:pt x="1206" y="89"/>
                    </a:lnTo>
                    <a:lnTo>
                      <a:pt x="1215" y="92"/>
                    </a:lnTo>
                    <a:lnTo>
                      <a:pt x="1223" y="102"/>
                    </a:lnTo>
                    <a:lnTo>
                      <a:pt x="1227" y="114"/>
                    </a:lnTo>
                    <a:lnTo>
                      <a:pt x="1223" y="123"/>
                    </a:lnTo>
                    <a:lnTo>
                      <a:pt x="1132" y="259"/>
                    </a:lnTo>
                    <a:lnTo>
                      <a:pt x="1130" y="261"/>
                    </a:lnTo>
                    <a:lnTo>
                      <a:pt x="1128" y="263"/>
                    </a:lnTo>
                    <a:lnTo>
                      <a:pt x="1118" y="268"/>
                    </a:lnTo>
                    <a:lnTo>
                      <a:pt x="1107" y="270"/>
                    </a:lnTo>
                    <a:lnTo>
                      <a:pt x="1097" y="265"/>
                    </a:lnTo>
                    <a:lnTo>
                      <a:pt x="886" y="54"/>
                    </a:lnTo>
                    <a:lnTo>
                      <a:pt x="539" y="444"/>
                    </a:lnTo>
                    <a:lnTo>
                      <a:pt x="535" y="446"/>
                    </a:lnTo>
                    <a:lnTo>
                      <a:pt x="525" y="450"/>
                    </a:lnTo>
                    <a:lnTo>
                      <a:pt x="513" y="450"/>
                    </a:lnTo>
                    <a:lnTo>
                      <a:pt x="504" y="442"/>
                    </a:lnTo>
                    <a:lnTo>
                      <a:pt x="339" y="237"/>
                    </a:lnTo>
                    <a:lnTo>
                      <a:pt x="161" y="444"/>
                    </a:lnTo>
                    <a:lnTo>
                      <a:pt x="161" y="444"/>
                    </a:lnTo>
                    <a:lnTo>
                      <a:pt x="157" y="448"/>
                    </a:lnTo>
                    <a:lnTo>
                      <a:pt x="151" y="450"/>
                    </a:lnTo>
                    <a:lnTo>
                      <a:pt x="145" y="452"/>
                    </a:lnTo>
                    <a:lnTo>
                      <a:pt x="21" y="452"/>
                    </a:lnTo>
                    <a:lnTo>
                      <a:pt x="15" y="450"/>
                    </a:lnTo>
                    <a:lnTo>
                      <a:pt x="9" y="446"/>
                    </a:lnTo>
                    <a:lnTo>
                      <a:pt x="4" y="442"/>
                    </a:lnTo>
                    <a:lnTo>
                      <a:pt x="0" y="437"/>
                    </a:lnTo>
                    <a:lnTo>
                      <a:pt x="0" y="429"/>
                    </a:lnTo>
                    <a:lnTo>
                      <a:pt x="0" y="421"/>
                    </a:lnTo>
                    <a:lnTo>
                      <a:pt x="4" y="415"/>
                    </a:lnTo>
                    <a:lnTo>
                      <a:pt x="9" y="411"/>
                    </a:lnTo>
                    <a:lnTo>
                      <a:pt x="15" y="408"/>
                    </a:lnTo>
                    <a:lnTo>
                      <a:pt x="21" y="406"/>
                    </a:lnTo>
                    <a:lnTo>
                      <a:pt x="133" y="406"/>
                    </a:lnTo>
                    <a:lnTo>
                      <a:pt x="323" y="187"/>
                    </a:lnTo>
                    <a:lnTo>
                      <a:pt x="333" y="181"/>
                    </a:lnTo>
                    <a:lnTo>
                      <a:pt x="345" y="179"/>
                    </a:lnTo>
                    <a:lnTo>
                      <a:pt x="354" y="185"/>
                    </a:lnTo>
                    <a:lnTo>
                      <a:pt x="358" y="189"/>
                    </a:lnTo>
                    <a:lnTo>
                      <a:pt x="523" y="394"/>
                    </a:lnTo>
                    <a:lnTo>
                      <a:pt x="868" y="5"/>
                    </a:lnTo>
                    <a:lnTo>
                      <a:pt x="878" y="0"/>
                    </a:lnTo>
                    <a:lnTo>
                      <a:pt x="890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Freeform 7"/>
              <p:cNvSpPr>
                <a:spLocks/>
              </p:cNvSpPr>
              <p:nvPr/>
            </p:nvSpPr>
            <p:spPr bwMode="auto">
              <a:xfrm>
                <a:off x="9036051" y="2751138"/>
                <a:ext cx="2308225" cy="1439863"/>
              </a:xfrm>
              <a:custGeom>
                <a:avLst/>
                <a:gdLst>
                  <a:gd name="T0" fmla="*/ 23 w 1454"/>
                  <a:gd name="T1" fmla="*/ 0 h 907"/>
                  <a:gd name="T2" fmla="*/ 703 w 1454"/>
                  <a:gd name="T3" fmla="*/ 0 h 907"/>
                  <a:gd name="T4" fmla="*/ 711 w 1454"/>
                  <a:gd name="T5" fmla="*/ 0 h 907"/>
                  <a:gd name="T6" fmla="*/ 717 w 1454"/>
                  <a:gd name="T7" fmla="*/ 4 h 907"/>
                  <a:gd name="T8" fmla="*/ 723 w 1454"/>
                  <a:gd name="T9" fmla="*/ 10 h 907"/>
                  <a:gd name="T10" fmla="*/ 725 w 1454"/>
                  <a:gd name="T11" fmla="*/ 15 h 907"/>
                  <a:gd name="T12" fmla="*/ 727 w 1454"/>
                  <a:gd name="T13" fmla="*/ 21 h 907"/>
                  <a:gd name="T14" fmla="*/ 725 w 1454"/>
                  <a:gd name="T15" fmla="*/ 29 h 907"/>
                  <a:gd name="T16" fmla="*/ 723 w 1454"/>
                  <a:gd name="T17" fmla="*/ 35 h 907"/>
                  <a:gd name="T18" fmla="*/ 717 w 1454"/>
                  <a:gd name="T19" fmla="*/ 41 h 907"/>
                  <a:gd name="T20" fmla="*/ 711 w 1454"/>
                  <a:gd name="T21" fmla="*/ 44 h 907"/>
                  <a:gd name="T22" fmla="*/ 703 w 1454"/>
                  <a:gd name="T23" fmla="*/ 44 h 907"/>
                  <a:gd name="T24" fmla="*/ 44 w 1454"/>
                  <a:gd name="T25" fmla="*/ 44 h 907"/>
                  <a:gd name="T26" fmla="*/ 44 w 1454"/>
                  <a:gd name="T27" fmla="*/ 860 h 907"/>
                  <a:gd name="T28" fmla="*/ 1407 w 1454"/>
                  <a:gd name="T29" fmla="*/ 860 h 907"/>
                  <a:gd name="T30" fmla="*/ 1407 w 1454"/>
                  <a:gd name="T31" fmla="*/ 44 h 907"/>
                  <a:gd name="T32" fmla="*/ 794 w 1454"/>
                  <a:gd name="T33" fmla="*/ 44 h 907"/>
                  <a:gd name="T34" fmla="*/ 787 w 1454"/>
                  <a:gd name="T35" fmla="*/ 44 h 907"/>
                  <a:gd name="T36" fmla="*/ 781 w 1454"/>
                  <a:gd name="T37" fmla="*/ 41 h 907"/>
                  <a:gd name="T38" fmla="*/ 777 w 1454"/>
                  <a:gd name="T39" fmla="*/ 35 h 907"/>
                  <a:gd name="T40" fmla="*/ 773 w 1454"/>
                  <a:gd name="T41" fmla="*/ 29 h 907"/>
                  <a:gd name="T42" fmla="*/ 771 w 1454"/>
                  <a:gd name="T43" fmla="*/ 21 h 907"/>
                  <a:gd name="T44" fmla="*/ 773 w 1454"/>
                  <a:gd name="T45" fmla="*/ 15 h 907"/>
                  <a:gd name="T46" fmla="*/ 777 w 1454"/>
                  <a:gd name="T47" fmla="*/ 10 h 907"/>
                  <a:gd name="T48" fmla="*/ 781 w 1454"/>
                  <a:gd name="T49" fmla="*/ 4 h 907"/>
                  <a:gd name="T50" fmla="*/ 787 w 1454"/>
                  <a:gd name="T51" fmla="*/ 0 h 907"/>
                  <a:gd name="T52" fmla="*/ 794 w 1454"/>
                  <a:gd name="T53" fmla="*/ 0 h 907"/>
                  <a:gd name="T54" fmla="*/ 1430 w 1454"/>
                  <a:gd name="T55" fmla="*/ 0 h 907"/>
                  <a:gd name="T56" fmla="*/ 1438 w 1454"/>
                  <a:gd name="T57" fmla="*/ 0 h 907"/>
                  <a:gd name="T58" fmla="*/ 1444 w 1454"/>
                  <a:gd name="T59" fmla="*/ 4 h 907"/>
                  <a:gd name="T60" fmla="*/ 1450 w 1454"/>
                  <a:gd name="T61" fmla="*/ 10 h 907"/>
                  <a:gd name="T62" fmla="*/ 1452 w 1454"/>
                  <a:gd name="T63" fmla="*/ 15 h 907"/>
                  <a:gd name="T64" fmla="*/ 1454 w 1454"/>
                  <a:gd name="T65" fmla="*/ 21 h 907"/>
                  <a:gd name="T66" fmla="*/ 1454 w 1454"/>
                  <a:gd name="T67" fmla="*/ 884 h 907"/>
                  <a:gd name="T68" fmla="*/ 1452 w 1454"/>
                  <a:gd name="T69" fmla="*/ 891 h 907"/>
                  <a:gd name="T70" fmla="*/ 1450 w 1454"/>
                  <a:gd name="T71" fmla="*/ 897 h 907"/>
                  <a:gd name="T72" fmla="*/ 1444 w 1454"/>
                  <a:gd name="T73" fmla="*/ 901 h 907"/>
                  <a:gd name="T74" fmla="*/ 1438 w 1454"/>
                  <a:gd name="T75" fmla="*/ 905 h 907"/>
                  <a:gd name="T76" fmla="*/ 1430 w 1454"/>
                  <a:gd name="T77" fmla="*/ 907 h 907"/>
                  <a:gd name="T78" fmla="*/ 23 w 1454"/>
                  <a:gd name="T79" fmla="*/ 907 h 907"/>
                  <a:gd name="T80" fmla="*/ 15 w 1454"/>
                  <a:gd name="T81" fmla="*/ 905 h 907"/>
                  <a:gd name="T82" fmla="*/ 9 w 1454"/>
                  <a:gd name="T83" fmla="*/ 901 h 907"/>
                  <a:gd name="T84" fmla="*/ 3 w 1454"/>
                  <a:gd name="T85" fmla="*/ 897 h 907"/>
                  <a:gd name="T86" fmla="*/ 0 w 1454"/>
                  <a:gd name="T87" fmla="*/ 891 h 907"/>
                  <a:gd name="T88" fmla="*/ 0 w 1454"/>
                  <a:gd name="T89" fmla="*/ 884 h 907"/>
                  <a:gd name="T90" fmla="*/ 0 w 1454"/>
                  <a:gd name="T91" fmla="*/ 21 h 907"/>
                  <a:gd name="T92" fmla="*/ 0 w 1454"/>
                  <a:gd name="T93" fmla="*/ 15 h 907"/>
                  <a:gd name="T94" fmla="*/ 3 w 1454"/>
                  <a:gd name="T95" fmla="*/ 10 h 907"/>
                  <a:gd name="T96" fmla="*/ 9 w 1454"/>
                  <a:gd name="T97" fmla="*/ 4 h 907"/>
                  <a:gd name="T98" fmla="*/ 15 w 1454"/>
                  <a:gd name="T99" fmla="*/ 0 h 907"/>
                  <a:gd name="T100" fmla="*/ 23 w 1454"/>
                  <a:gd name="T101" fmla="*/ 0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454" h="907">
                    <a:moveTo>
                      <a:pt x="23" y="0"/>
                    </a:moveTo>
                    <a:lnTo>
                      <a:pt x="703" y="0"/>
                    </a:lnTo>
                    <a:lnTo>
                      <a:pt x="711" y="0"/>
                    </a:lnTo>
                    <a:lnTo>
                      <a:pt x="717" y="4"/>
                    </a:lnTo>
                    <a:lnTo>
                      <a:pt x="723" y="10"/>
                    </a:lnTo>
                    <a:lnTo>
                      <a:pt x="725" y="15"/>
                    </a:lnTo>
                    <a:lnTo>
                      <a:pt x="727" y="21"/>
                    </a:lnTo>
                    <a:lnTo>
                      <a:pt x="725" y="29"/>
                    </a:lnTo>
                    <a:lnTo>
                      <a:pt x="723" y="35"/>
                    </a:lnTo>
                    <a:lnTo>
                      <a:pt x="717" y="41"/>
                    </a:lnTo>
                    <a:lnTo>
                      <a:pt x="711" y="44"/>
                    </a:lnTo>
                    <a:lnTo>
                      <a:pt x="703" y="44"/>
                    </a:lnTo>
                    <a:lnTo>
                      <a:pt x="44" y="44"/>
                    </a:lnTo>
                    <a:lnTo>
                      <a:pt x="44" y="860"/>
                    </a:lnTo>
                    <a:lnTo>
                      <a:pt x="1407" y="860"/>
                    </a:lnTo>
                    <a:lnTo>
                      <a:pt x="1407" y="44"/>
                    </a:lnTo>
                    <a:lnTo>
                      <a:pt x="794" y="44"/>
                    </a:lnTo>
                    <a:lnTo>
                      <a:pt x="787" y="44"/>
                    </a:lnTo>
                    <a:lnTo>
                      <a:pt x="781" y="41"/>
                    </a:lnTo>
                    <a:lnTo>
                      <a:pt x="777" y="35"/>
                    </a:lnTo>
                    <a:lnTo>
                      <a:pt x="773" y="29"/>
                    </a:lnTo>
                    <a:lnTo>
                      <a:pt x="771" y="21"/>
                    </a:lnTo>
                    <a:lnTo>
                      <a:pt x="773" y="15"/>
                    </a:lnTo>
                    <a:lnTo>
                      <a:pt x="777" y="10"/>
                    </a:lnTo>
                    <a:lnTo>
                      <a:pt x="781" y="4"/>
                    </a:lnTo>
                    <a:lnTo>
                      <a:pt x="787" y="0"/>
                    </a:lnTo>
                    <a:lnTo>
                      <a:pt x="794" y="0"/>
                    </a:lnTo>
                    <a:lnTo>
                      <a:pt x="1430" y="0"/>
                    </a:lnTo>
                    <a:lnTo>
                      <a:pt x="1438" y="0"/>
                    </a:lnTo>
                    <a:lnTo>
                      <a:pt x="1444" y="4"/>
                    </a:lnTo>
                    <a:lnTo>
                      <a:pt x="1450" y="10"/>
                    </a:lnTo>
                    <a:lnTo>
                      <a:pt x="1452" y="15"/>
                    </a:lnTo>
                    <a:lnTo>
                      <a:pt x="1454" y="21"/>
                    </a:lnTo>
                    <a:lnTo>
                      <a:pt x="1454" y="884"/>
                    </a:lnTo>
                    <a:lnTo>
                      <a:pt x="1452" y="891"/>
                    </a:lnTo>
                    <a:lnTo>
                      <a:pt x="1450" y="897"/>
                    </a:lnTo>
                    <a:lnTo>
                      <a:pt x="1444" y="901"/>
                    </a:lnTo>
                    <a:lnTo>
                      <a:pt x="1438" y="905"/>
                    </a:lnTo>
                    <a:lnTo>
                      <a:pt x="1430" y="907"/>
                    </a:lnTo>
                    <a:lnTo>
                      <a:pt x="23" y="907"/>
                    </a:lnTo>
                    <a:lnTo>
                      <a:pt x="15" y="905"/>
                    </a:lnTo>
                    <a:lnTo>
                      <a:pt x="9" y="901"/>
                    </a:lnTo>
                    <a:lnTo>
                      <a:pt x="3" y="897"/>
                    </a:lnTo>
                    <a:lnTo>
                      <a:pt x="0" y="891"/>
                    </a:lnTo>
                    <a:lnTo>
                      <a:pt x="0" y="884"/>
                    </a:lnTo>
                    <a:lnTo>
                      <a:pt x="0" y="21"/>
                    </a:lnTo>
                    <a:lnTo>
                      <a:pt x="0" y="15"/>
                    </a:lnTo>
                    <a:lnTo>
                      <a:pt x="3" y="10"/>
                    </a:lnTo>
                    <a:lnTo>
                      <a:pt x="9" y="4"/>
                    </a:lnTo>
                    <a:lnTo>
                      <a:pt x="15" y="0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Freeform 8"/>
              <p:cNvSpPr>
                <a:spLocks/>
              </p:cNvSpPr>
              <p:nvPr/>
            </p:nvSpPr>
            <p:spPr bwMode="auto">
              <a:xfrm>
                <a:off x="10115551" y="2533650"/>
                <a:ext cx="74613" cy="287338"/>
              </a:xfrm>
              <a:custGeom>
                <a:avLst/>
                <a:gdLst>
                  <a:gd name="T0" fmla="*/ 23 w 47"/>
                  <a:gd name="T1" fmla="*/ 0 h 181"/>
                  <a:gd name="T2" fmla="*/ 31 w 47"/>
                  <a:gd name="T3" fmla="*/ 2 h 181"/>
                  <a:gd name="T4" fmla="*/ 37 w 47"/>
                  <a:gd name="T5" fmla="*/ 5 h 181"/>
                  <a:gd name="T6" fmla="*/ 43 w 47"/>
                  <a:gd name="T7" fmla="*/ 9 h 181"/>
                  <a:gd name="T8" fmla="*/ 45 w 47"/>
                  <a:gd name="T9" fmla="*/ 15 h 181"/>
                  <a:gd name="T10" fmla="*/ 47 w 47"/>
                  <a:gd name="T11" fmla="*/ 23 h 181"/>
                  <a:gd name="T12" fmla="*/ 47 w 47"/>
                  <a:gd name="T13" fmla="*/ 158 h 181"/>
                  <a:gd name="T14" fmla="*/ 45 w 47"/>
                  <a:gd name="T15" fmla="*/ 166 h 181"/>
                  <a:gd name="T16" fmla="*/ 43 w 47"/>
                  <a:gd name="T17" fmla="*/ 172 h 181"/>
                  <a:gd name="T18" fmla="*/ 37 w 47"/>
                  <a:gd name="T19" fmla="*/ 178 h 181"/>
                  <a:gd name="T20" fmla="*/ 31 w 47"/>
                  <a:gd name="T21" fmla="*/ 181 h 181"/>
                  <a:gd name="T22" fmla="*/ 23 w 47"/>
                  <a:gd name="T23" fmla="*/ 181 h 181"/>
                  <a:gd name="T24" fmla="*/ 16 w 47"/>
                  <a:gd name="T25" fmla="*/ 181 h 181"/>
                  <a:gd name="T26" fmla="*/ 10 w 47"/>
                  <a:gd name="T27" fmla="*/ 178 h 181"/>
                  <a:gd name="T28" fmla="*/ 6 w 47"/>
                  <a:gd name="T29" fmla="*/ 172 h 181"/>
                  <a:gd name="T30" fmla="*/ 2 w 47"/>
                  <a:gd name="T31" fmla="*/ 166 h 181"/>
                  <a:gd name="T32" fmla="*/ 2 w 47"/>
                  <a:gd name="T33" fmla="*/ 158 h 181"/>
                  <a:gd name="T34" fmla="*/ 0 w 47"/>
                  <a:gd name="T35" fmla="*/ 23 h 181"/>
                  <a:gd name="T36" fmla="*/ 2 w 47"/>
                  <a:gd name="T37" fmla="*/ 15 h 181"/>
                  <a:gd name="T38" fmla="*/ 6 w 47"/>
                  <a:gd name="T39" fmla="*/ 9 h 181"/>
                  <a:gd name="T40" fmla="*/ 10 w 47"/>
                  <a:gd name="T41" fmla="*/ 5 h 181"/>
                  <a:gd name="T42" fmla="*/ 16 w 47"/>
                  <a:gd name="T43" fmla="*/ 2 h 181"/>
                  <a:gd name="T44" fmla="*/ 23 w 47"/>
                  <a:gd name="T4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7" h="181">
                    <a:moveTo>
                      <a:pt x="23" y="0"/>
                    </a:moveTo>
                    <a:lnTo>
                      <a:pt x="31" y="2"/>
                    </a:lnTo>
                    <a:lnTo>
                      <a:pt x="37" y="5"/>
                    </a:lnTo>
                    <a:lnTo>
                      <a:pt x="43" y="9"/>
                    </a:lnTo>
                    <a:lnTo>
                      <a:pt x="45" y="15"/>
                    </a:lnTo>
                    <a:lnTo>
                      <a:pt x="47" y="23"/>
                    </a:lnTo>
                    <a:lnTo>
                      <a:pt x="47" y="158"/>
                    </a:lnTo>
                    <a:lnTo>
                      <a:pt x="45" y="166"/>
                    </a:lnTo>
                    <a:lnTo>
                      <a:pt x="43" y="172"/>
                    </a:lnTo>
                    <a:lnTo>
                      <a:pt x="37" y="178"/>
                    </a:lnTo>
                    <a:lnTo>
                      <a:pt x="31" y="181"/>
                    </a:lnTo>
                    <a:lnTo>
                      <a:pt x="23" y="181"/>
                    </a:lnTo>
                    <a:lnTo>
                      <a:pt x="16" y="181"/>
                    </a:lnTo>
                    <a:lnTo>
                      <a:pt x="10" y="178"/>
                    </a:lnTo>
                    <a:lnTo>
                      <a:pt x="6" y="172"/>
                    </a:lnTo>
                    <a:lnTo>
                      <a:pt x="2" y="166"/>
                    </a:lnTo>
                    <a:lnTo>
                      <a:pt x="2" y="158"/>
                    </a:lnTo>
                    <a:lnTo>
                      <a:pt x="0" y="23"/>
                    </a:lnTo>
                    <a:lnTo>
                      <a:pt x="2" y="15"/>
                    </a:lnTo>
                    <a:lnTo>
                      <a:pt x="6" y="9"/>
                    </a:lnTo>
                    <a:lnTo>
                      <a:pt x="10" y="5"/>
                    </a:lnTo>
                    <a:lnTo>
                      <a:pt x="16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Freeform 9"/>
              <p:cNvSpPr>
                <a:spLocks/>
              </p:cNvSpPr>
              <p:nvPr/>
            </p:nvSpPr>
            <p:spPr bwMode="auto">
              <a:xfrm>
                <a:off x="10115551" y="4260850"/>
                <a:ext cx="74613" cy="433388"/>
              </a:xfrm>
              <a:custGeom>
                <a:avLst/>
                <a:gdLst>
                  <a:gd name="T0" fmla="*/ 23 w 47"/>
                  <a:gd name="T1" fmla="*/ 0 h 273"/>
                  <a:gd name="T2" fmla="*/ 31 w 47"/>
                  <a:gd name="T3" fmla="*/ 2 h 273"/>
                  <a:gd name="T4" fmla="*/ 37 w 47"/>
                  <a:gd name="T5" fmla="*/ 4 h 273"/>
                  <a:gd name="T6" fmla="*/ 43 w 47"/>
                  <a:gd name="T7" fmla="*/ 10 h 273"/>
                  <a:gd name="T8" fmla="*/ 45 w 47"/>
                  <a:gd name="T9" fmla="*/ 16 h 273"/>
                  <a:gd name="T10" fmla="*/ 47 w 47"/>
                  <a:gd name="T11" fmla="*/ 24 h 273"/>
                  <a:gd name="T12" fmla="*/ 47 w 47"/>
                  <a:gd name="T13" fmla="*/ 250 h 273"/>
                  <a:gd name="T14" fmla="*/ 45 w 47"/>
                  <a:gd name="T15" fmla="*/ 258 h 273"/>
                  <a:gd name="T16" fmla="*/ 43 w 47"/>
                  <a:gd name="T17" fmla="*/ 263 h 273"/>
                  <a:gd name="T18" fmla="*/ 37 w 47"/>
                  <a:gd name="T19" fmla="*/ 267 h 273"/>
                  <a:gd name="T20" fmla="*/ 31 w 47"/>
                  <a:gd name="T21" fmla="*/ 271 h 273"/>
                  <a:gd name="T22" fmla="*/ 23 w 47"/>
                  <a:gd name="T23" fmla="*/ 273 h 273"/>
                  <a:gd name="T24" fmla="*/ 16 w 47"/>
                  <a:gd name="T25" fmla="*/ 271 h 273"/>
                  <a:gd name="T26" fmla="*/ 10 w 47"/>
                  <a:gd name="T27" fmla="*/ 267 h 273"/>
                  <a:gd name="T28" fmla="*/ 6 w 47"/>
                  <a:gd name="T29" fmla="*/ 263 h 273"/>
                  <a:gd name="T30" fmla="*/ 2 w 47"/>
                  <a:gd name="T31" fmla="*/ 258 h 273"/>
                  <a:gd name="T32" fmla="*/ 0 w 47"/>
                  <a:gd name="T33" fmla="*/ 250 h 273"/>
                  <a:gd name="T34" fmla="*/ 2 w 47"/>
                  <a:gd name="T35" fmla="*/ 24 h 273"/>
                  <a:gd name="T36" fmla="*/ 2 w 47"/>
                  <a:gd name="T37" fmla="*/ 16 h 273"/>
                  <a:gd name="T38" fmla="*/ 6 w 47"/>
                  <a:gd name="T39" fmla="*/ 10 h 273"/>
                  <a:gd name="T40" fmla="*/ 10 w 47"/>
                  <a:gd name="T41" fmla="*/ 4 h 273"/>
                  <a:gd name="T42" fmla="*/ 17 w 47"/>
                  <a:gd name="T43" fmla="*/ 2 h 273"/>
                  <a:gd name="T44" fmla="*/ 23 w 47"/>
                  <a:gd name="T45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7" h="273">
                    <a:moveTo>
                      <a:pt x="23" y="0"/>
                    </a:moveTo>
                    <a:lnTo>
                      <a:pt x="31" y="2"/>
                    </a:lnTo>
                    <a:lnTo>
                      <a:pt x="37" y="4"/>
                    </a:lnTo>
                    <a:lnTo>
                      <a:pt x="43" y="10"/>
                    </a:lnTo>
                    <a:lnTo>
                      <a:pt x="45" y="16"/>
                    </a:lnTo>
                    <a:lnTo>
                      <a:pt x="47" y="24"/>
                    </a:lnTo>
                    <a:lnTo>
                      <a:pt x="47" y="250"/>
                    </a:lnTo>
                    <a:lnTo>
                      <a:pt x="45" y="258"/>
                    </a:lnTo>
                    <a:lnTo>
                      <a:pt x="43" y="263"/>
                    </a:lnTo>
                    <a:lnTo>
                      <a:pt x="37" y="267"/>
                    </a:lnTo>
                    <a:lnTo>
                      <a:pt x="31" y="271"/>
                    </a:lnTo>
                    <a:lnTo>
                      <a:pt x="23" y="273"/>
                    </a:lnTo>
                    <a:lnTo>
                      <a:pt x="16" y="271"/>
                    </a:lnTo>
                    <a:lnTo>
                      <a:pt x="10" y="267"/>
                    </a:lnTo>
                    <a:lnTo>
                      <a:pt x="6" y="263"/>
                    </a:lnTo>
                    <a:lnTo>
                      <a:pt x="2" y="258"/>
                    </a:lnTo>
                    <a:lnTo>
                      <a:pt x="0" y="250"/>
                    </a:lnTo>
                    <a:lnTo>
                      <a:pt x="2" y="24"/>
                    </a:lnTo>
                    <a:lnTo>
                      <a:pt x="2" y="16"/>
                    </a:lnTo>
                    <a:lnTo>
                      <a:pt x="6" y="10"/>
                    </a:lnTo>
                    <a:lnTo>
                      <a:pt x="10" y="4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Freeform 10"/>
              <p:cNvSpPr>
                <a:spLocks/>
              </p:cNvSpPr>
              <p:nvPr/>
            </p:nvSpPr>
            <p:spPr bwMode="auto">
              <a:xfrm>
                <a:off x="9469438" y="4260850"/>
                <a:ext cx="215900" cy="574675"/>
              </a:xfrm>
              <a:custGeom>
                <a:avLst/>
                <a:gdLst>
                  <a:gd name="T0" fmla="*/ 112 w 136"/>
                  <a:gd name="T1" fmla="*/ 0 h 362"/>
                  <a:gd name="T2" fmla="*/ 118 w 136"/>
                  <a:gd name="T3" fmla="*/ 0 h 362"/>
                  <a:gd name="T4" fmla="*/ 126 w 136"/>
                  <a:gd name="T5" fmla="*/ 4 h 362"/>
                  <a:gd name="T6" fmla="*/ 130 w 136"/>
                  <a:gd name="T7" fmla="*/ 8 h 362"/>
                  <a:gd name="T8" fmla="*/ 134 w 136"/>
                  <a:gd name="T9" fmla="*/ 16 h 362"/>
                  <a:gd name="T10" fmla="*/ 136 w 136"/>
                  <a:gd name="T11" fmla="*/ 22 h 362"/>
                  <a:gd name="T12" fmla="*/ 134 w 136"/>
                  <a:gd name="T13" fmla="*/ 29 h 362"/>
                  <a:gd name="T14" fmla="*/ 44 w 136"/>
                  <a:gd name="T15" fmla="*/ 347 h 362"/>
                  <a:gd name="T16" fmla="*/ 41 w 136"/>
                  <a:gd name="T17" fmla="*/ 352 h 362"/>
                  <a:gd name="T18" fmla="*/ 35 w 136"/>
                  <a:gd name="T19" fmla="*/ 358 h 362"/>
                  <a:gd name="T20" fmla="*/ 29 w 136"/>
                  <a:gd name="T21" fmla="*/ 362 h 362"/>
                  <a:gd name="T22" fmla="*/ 23 w 136"/>
                  <a:gd name="T23" fmla="*/ 362 h 362"/>
                  <a:gd name="T24" fmla="*/ 15 w 136"/>
                  <a:gd name="T25" fmla="*/ 362 h 362"/>
                  <a:gd name="T26" fmla="*/ 10 w 136"/>
                  <a:gd name="T27" fmla="*/ 358 h 362"/>
                  <a:gd name="T28" fmla="*/ 4 w 136"/>
                  <a:gd name="T29" fmla="*/ 354 h 362"/>
                  <a:gd name="T30" fmla="*/ 0 w 136"/>
                  <a:gd name="T31" fmla="*/ 348 h 362"/>
                  <a:gd name="T32" fmla="*/ 0 w 136"/>
                  <a:gd name="T33" fmla="*/ 341 h 362"/>
                  <a:gd name="T34" fmla="*/ 0 w 136"/>
                  <a:gd name="T35" fmla="*/ 335 h 362"/>
                  <a:gd name="T36" fmla="*/ 91 w 136"/>
                  <a:gd name="T37" fmla="*/ 16 h 362"/>
                  <a:gd name="T38" fmla="*/ 93 w 136"/>
                  <a:gd name="T39" fmla="*/ 10 h 362"/>
                  <a:gd name="T40" fmla="*/ 99 w 136"/>
                  <a:gd name="T41" fmla="*/ 4 h 362"/>
                  <a:gd name="T42" fmla="*/ 105 w 136"/>
                  <a:gd name="T43" fmla="*/ 2 h 362"/>
                  <a:gd name="T44" fmla="*/ 112 w 136"/>
                  <a:gd name="T45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6" h="362">
                    <a:moveTo>
                      <a:pt x="112" y="0"/>
                    </a:moveTo>
                    <a:lnTo>
                      <a:pt x="118" y="0"/>
                    </a:lnTo>
                    <a:lnTo>
                      <a:pt x="126" y="4"/>
                    </a:lnTo>
                    <a:lnTo>
                      <a:pt x="130" y="8"/>
                    </a:lnTo>
                    <a:lnTo>
                      <a:pt x="134" y="16"/>
                    </a:lnTo>
                    <a:lnTo>
                      <a:pt x="136" y="22"/>
                    </a:lnTo>
                    <a:lnTo>
                      <a:pt x="134" y="29"/>
                    </a:lnTo>
                    <a:lnTo>
                      <a:pt x="44" y="347"/>
                    </a:lnTo>
                    <a:lnTo>
                      <a:pt x="41" y="352"/>
                    </a:lnTo>
                    <a:lnTo>
                      <a:pt x="35" y="358"/>
                    </a:lnTo>
                    <a:lnTo>
                      <a:pt x="29" y="362"/>
                    </a:lnTo>
                    <a:lnTo>
                      <a:pt x="23" y="362"/>
                    </a:lnTo>
                    <a:lnTo>
                      <a:pt x="15" y="362"/>
                    </a:lnTo>
                    <a:lnTo>
                      <a:pt x="10" y="358"/>
                    </a:lnTo>
                    <a:lnTo>
                      <a:pt x="4" y="354"/>
                    </a:lnTo>
                    <a:lnTo>
                      <a:pt x="0" y="348"/>
                    </a:lnTo>
                    <a:lnTo>
                      <a:pt x="0" y="341"/>
                    </a:lnTo>
                    <a:lnTo>
                      <a:pt x="0" y="335"/>
                    </a:lnTo>
                    <a:lnTo>
                      <a:pt x="91" y="16"/>
                    </a:lnTo>
                    <a:lnTo>
                      <a:pt x="93" y="10"/>
                    </a:lnTo>
                    <a:lnTo>
                      <a:pt x="99" y="4"/>
                    </a:lnTo>
                    <a:lnTo>
                      <a:pt x="105" y="2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Freeform 11"/>
              <p:cNvSpPr>
                <a:spLocks/>
              </p:cNvSpPr>
              <p:nvPr/>
            </p:nvSpPr>
            <p:spPr bwMode="auto">
              <a:xfrm>
                <a:off x="10623551" y="4260850"/>
                <a:ext cx="215900" cy="574675"/>
              </a:xfrm>
              <a:custGeom>
                <a:avLst/>
                <a:gdLst>
                  <a:gd name="T0" fmla="*/ 23 w 136"/>
                  <a:gd name="T1" fmla="*/ 0 h 362"/>
                  <a:gd name="T2" fmla="*/ 29 w 136"/>
                  <a:gd name="T3" fmla="*/ 2 h 362"/>
                  <a:gd name="T4" fmla="*/ 35 w 136"/>
                  <a:gd name="T5" fmla="*/ 4 h 362"/>
                  <a:gd name="T6" fmla="*/ 41 w 136"/>
                  <a:gd name="T7" fmla="*/ 10 h 362"/>
                  <a:gd name="T8" fmla="*/ 43 w 136"/>
                  <a:gd name="T9" fmla="*/ 16 h 362"/>
                  <a:gd name="T10" fmla="*/ 134 w 136"/>
                  <a:gd name="T11" fmla="*/ 335 h 362"/>
                  <a:gd name="T12" fmla="*/ 136 w 136"/>
                  <a:gd name="T13" fmla="*/ 341 h 362"/>
                  <a:gd name="T14" fmla="*/ 134 w 136"/>
                  <a:gd name="T15" fmla="*/ 348 h 362"/>
                  <a:gd name="T16" fmla="*/ 130 w 136"/>
                  <a:gd name="T17" fmla="*/ 354 h 362"/>
                  <a:gd name="T18" fmla="*/ 126 w 136"/>
                  <a:gd name="T19" fmla="*/ 358 h 362"/>
                  <a:gd name="T20" fmla="*/ 118 w 136"/>
                  <a:gd name="T21" fmla="*/ 362 h 362"/>
                  <a:gd name="T22" fmla="*/ 112 w 136"/>
                  <a:gd name="T23" fmla="*/ 362 h 362"/>
                  <a:gd name="T24" fmla="*/ 105 w 136"/>
                  <a:gd name="T25" fmla="*/ 362 h 362"/>
                  <a:gd name="T26" fmla="*/ 99 w 136"/>
                  <a:gd name="T27" fmla="*/ 358 h 362"/>
                  <a:gd name="T28" fmla="*/ 93 w 136"/>
                  <a:gd name="T29" fmla="*/ 352 h 362"/>
                  <a:gd name="T30" fmla="*/ 91 w 136"/>
                  <a:gd name="T31" fmla="*/ 347 h 362"/>
                  <a:gd name="T32" fmla="*/ 0 w 136"/>
                  <a:gd name="T33" fmla="*/ 29 h 362"/>
                  <a:gd name="T34" fmla="*/ 0 w 136"/>
                  <a:gd name="T35" fmla="*/ 22 h 362"/>
                  <a:gd name="T36" fmla="*/ 0 w 136"/>
                  <a:gd name="T37" fmla="*/ 16 h 362"/>
                  <a:gd name="T38" fmla="*/ 4 w 136"/>
                  <a:gd name="T39" fmla="*/ 8 h 362"/>
                  <a:gd name="T40" fmla="*/ 10 w 136"/>
                  <a:gd name="T41" fmla="*/ 4 h 362"/>
                  <a:gd name="T42" fmla="*/ 15 w 136"/>
                  <a:gd name="T43" fmla="*/ 0 h 362"/>
                  <a:gd name="T44" fmla="*/ 23 w 136"/>
                  <a:gd name="T45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6" h="362">
                    <a:moveTo>
                      <a:pt x="23" y="0"/>
                    </a:moveTo>
                    <a:lnTo>
                      <a:pt x="29" y="2"/>
                    </a:lnTo>
                    <a:lnTo>
                      <a:pt x="35" y="4"/>
                    </a:lnTo>
                    <a:lnTo>
                      <a:pt x="41" y="10"/>
                    </a:lnTo>
                    <a:lnTo>
                      <a:pt x="43" y="16"/>
                    </a:lnTo>
                    <a:lnTo>
                      <a:pt x="134" y="335"/>
                    </a:lnTo>
                    <a:lnTo>
                      <a:pt x="136" y="341"/>
                    </a:lnTo>
                    <a:lnTo>
                      <a:pt x="134" y="348"/>
                    </a:lnTo>
                    <a:lnTo>
                      <a:pt x="130" y="354"/>
                    </a:lnTo>
                    <a:lnTo>
                      <a:pt x="126" y="358"/>
                    </a:lnTo>
                    <a:lnTo>
                      <a:pt x="118" y="362"/>
                    </a:lnTo>
                    <a:lnTo>
                      <a:pt x="112" y="362"/>
                    </a:lnTo>
                    <a:lnTo>
                      <a:pt x="105" y="362"/>
                    </a:lnTo>
                    <a:lnTo>
                      <a:pt x="99" y="358"/>
                    </a:lnTo>
                    <a:lnTo>
                      <a:pt x="93" y="352"/>
                    </a:lnTo>
                    <a:lnTo>
                      <a:pt x="91" y="347"/>
                    </a:lnTo>
                    <a:lnTo>
                      <a:pt x="0" y="29"/>
                    </a:lnTo>
                    <a:lnTo>
                      <a:pt x="0" y="22"/>
                    </a:lnTo>
                    <a:lnTo>
                      <a:pt x="0" y="16"/>
                    </a:lnTo>
                    <a:lnTo>
                      <a:pt x="4" y="8"/>
                    </a:lnTo>
                    <a:lnTo>
                      <a:pt x="10" y="4"/>
                    </a:lnTo>
                    <a:lnTo>
                      <a:pt x="15" y="0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Freeform 12"/>
              <p:cNvSpPr>
                <a:spLocks/>
              </p:cNvSpPr>
              <p:nvPr/>
            </p:nvSpPr>
            <p:spPr bwMode="auto">
              <a:xfrm>
                <a:off x="9036051" y="4260850"/>
                <a:ext cx="2308225" cy="74613"/>
              </a:xfrm>
              <a:custGeom>
                <a:avLst/>
                <a:gdLst>
                  <a:gd name="T0" fmla="*/ 23 w 1454"/>
                  <a:gd name="T1" fmla="*/ 0 h 47"/>
                  <a:gd name="T2" fmla="*/ 1430 w 1454"/>
                  <a:gd name="T3" fmla="*/ 0 h 47"/>
                  <a:gd name="T4" fmla="*/ 1438 w 1454"/>
                  <a:gd name="T5" fmla="*/ 2 h 47"/>
                  <a:gd name="T6" fmla="*/ 1444 w 1454"/>
                  <a:gd name="T7" fmla="*/ 4 h 47"/>
                  <a:gd name="T8" fmla="*/ 1450 w 1454"/>
                  <a:gd name="T9" fmla="*/ 10 h 47"/>
                  <a:gd name="T10" fmla="*/ 1452 w 1454"/>
                  <a:gd name="T11" fmla="*/ 16 h 47"/>
                  <a:gd name="T12" fmla="*/ 1454 w 1454"/>
                  <a:gd name="T13" fmla="*/ 24 h 47"/>
                  <a:gd name="T14" fmla="*/ 1452 w 1454"/>
                  <a:gd name="T15" fmla="*/ 31 h 47"/>
                  <a:gd name="T16" fmla="*/ 1450 w 1454"/>
                  <a:gd name="T17" fmla="*/ 37 h 47"/>
                  <a:gd name="T18" fmla="*/ 1444 w 1454"/>
                  <a:gd name="T19" fmla="*/ 41 h 47"/>
                  <a:gd name="T20" fmla="*/ 1438 w 1454"/>
                  <a:gd name="T21" fmla="*/ 45 h 47"/>
                  <a:gd name="T22" fmla="*/ 1430 w 1454"/>
                  <a:gd name="T23" fmla="*/ 47 h 47"/>
                  <a:gd name="T24" fmla="*/ 23 w 1454"/>
                  <a:gd name="T25" fmla="*/ 47 h 47"/>
                  <a:gd name="T26" fmla="*/ 15 w 1454"/>
                  <a:gd name="T27" fmla="*/ 45 h 47"/>
                  <a:gd name="T28" fmla="*/ 9 w 1454"/>
                  <a:gd name="T29" fmla="*/ 41 h 47"/>
                  <a:gd name="T30" fmla="*/ 3 w 1454"/>
                  <a:gd name="T31" fmla="*/ 37 h 47"/>
                  <a:gd name="T32" fmla="*/ 0 w 1454"/>
                  <a:gd name="T33" fmla="*/ 31 h 47"/>
                  <a:gd name="T34" fmla="*/ 0 w 1454"/>
                  <a:gd name="T35" fmla="*/ 24 h 47"/>
                  <a:gd name="T36" fmla="*/ 0 w 1454"/>
                  <a:gd name="T37" fmla="*/ 16 h 47"/>
                  <a:gd name="T38" fmla="*/ 3 w 1454"/>
                  <a:gd name="T39" fmla="*/ 10 h 47"/>
                  <a:gd name="T40" fmla="*/ 9 w 1454"/>
                  <a:gd name="T41" fmla="*/ 4 h 47"/>
                  <a:gd name="T42" fmla="*/ 15 w 1454"/>
                  <a:gd name="T43" fmla="*/ 2 h 47"/>
                  <a:gd name="T44" fmla="*/ 23 w 1454"/>
                  <a:gd name="T4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454" h="47">
                    <a:moveTo>
                      <a:pt x="23" y="0"/>
                    </a:moveTo>
                    <a:lnTo>
                      <a:pt x="1430" y="0"/>
                    </a:lnTo>
                    <a:lnTo>
                      <a:pt x="1438" y="2"/>
                    </a:lnTo>
                    <a:lnTo>
                      <a:pt x="1444" y="4"/>
                    </a:lnTo>
                    <a:lnTo>
                      <a:pt x="1450" y="10"/>
                    </a:lnTo>
                    <a:lnTo>
                      <a:pt x="1452" y="16"/>
                    </a:lnTo>
                    <a:lnTo>
                      <a:pt x="1454" y="24"/>
                    </a:lnTo>
                    <a:lnTo>
                      <a:pt x="1452" y="31"/>
                    </a:lnTo>
                    <a:lnTo>
                      <a:pt x="1450" y="37"/>
                    </a:lnTo>
                    <a:lnTo>
                      <a:pt x="1444" y="41"/>
                    </a:lnTo>
                    <a:lnTo>
                      <a:pt x="1438" y="45"/>
                    </a:lnTo>
                    <a:lnTo>
                      <a:pt x="1430" y="47"/>
                    </a:lnTo>
                    <a:lnTo>
                      <a:pt x="23" y="47"/>
                    </a:lnTo>
                    <a:lnTo>
                      <a:pt x="15" y="45"/>
                    </a:lnTo>
                    <a:lnTo>
                      <a:pt x="9" y="41"/>
                    </a:lnTo>
                    <a:lnTo>
                      <a:pt x="3" y="37"/>
                    </a:lnTo>
                    <a:lnTo>
                      <a:pt x="0" y="31"/>
                    </a:lnTo>
                    <a:lnTo>
                      <a:pt x="0" y="24"/>
                    </a:lnTo>
                    <a:lnTo>
                      <a:pt x="0" y="16"/>
                    </a:lnTo>
                    <a:lnTo>
                      <a:pt x="3" y="10"/>
                    </a:lnTo>
                    <a:lnTo>
                      <a:pt x="9" y="4"/>
                    </a:lnTo>
                    <a:lnTo>
                      <a:pt x="15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119" name="Text Placeholder 23"/>
          <p:cNvSpPr txBox="1">
            <a:spLocks/>
          </p:cNvSpPr>
          <p:nvPr/>
        </p:nvSpPr>
        <p:spPr>
          <a:xfrm>
            <a:off x="6208242" y="4232602"/>
            <a:ext cx="1728000" cy="62603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FIRMA DE CONTRATO</a:t>
            </a:r>
          </a:p>
        </p:txBody>
      </p:sp>
      <p:sp>
        <p:nvSpPr>
          <p:cNvPr id="123" name="Text Placeholder 23"/>
          <p:cNvSpPr txBox="1">
            <a:spLocks/>
          </p:cNvSpPr>
          <p:nvPr/>
        </p:nvSpPr>
        <p:spPr>
          <a:xfrm>
            <a:off x="8675003" y="4373487"/>
            <a:ext cx="1728000" cy="97030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NOTIFICACIÓN DE CONTRATO A EMPRESA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8582462" y="2200094"/>
            <a:ext cx="1944000" cy="1944000"/>
            <a:chOff x="9188871" y="1292459"/>
            <a:chExt cx="1944000" cy="1944000"/>
          </a:xfrm>
        </p:grpSpPr>
        <p:sp>
          <p:nvSpPr>
            <p:cNvPr id="143" name="Conector 142"/>
            <p:cNvSpPr/>
            <p:nvPr/>
          </p:nvSpPr>
          <p:spPr>
            <a:xfrm>
              <a:off x="9188871" y="1292459"/>
              <a:ext cx="1944000" cy="19440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96" name="Grupo 95"/>
            <p:cNvGrpSpPr/>
            <p:nvPr/>
          </p:nvGrpSpPr>
          <p:grpSpPr>
            <a:xfrm>
              <a:off x="9368871" y="1472459"/>
              <a:ext cx="1584000" cy="1584000"/>
              <a:chOff x="512567" y="1382137"/>
              <a:chExt cx="1584000" cy="1584000"/>
            </a:xfrm>
          </p:grpSpPr>
          <p:grpSp>
            <p:nvGrpSpPr>
              <p:cNvPr id="98" name="Grupo 97"/>
              <p:cNvGrpSpPr/>
              <p:nvPr/>
            </p:nvGrpSpPr>
            <p:grpSpPr>
              <a:xfrm>
                <a:off x="512567" y="1382137"/>
                <a:ext cx="1584000" cy="1584000"/>
                <a:chOff x="684098" y="2293152"/>
                <a:chExt cx="2155798" cy="2155039"/>
              </a:xfrm>
            </p:grpSpPr>
            <p:sp>
              <p:nvSpPr>
                <p:cNvPr id="100" name="Freeform 6"/>
                <p:cNvSpPr>
                  <a:spLocks/>
                </p:cNvSpPr>
                <p:nvPr/>
              </p:nvSpPr>
              <p:spPr bwMode="auto">
                <a:xfrm>
                  <a:off x="684098" y="2305303"/>
                  <a:ext cx="921093" cy="2130740"/>
                </a:xfrm>
                <a:custGeom>
                  <a:avLst/>
                  <a:gdLst>
                    <a:gd name="T0" fmla="*/ 1213 w 1213"/>
                    <a:gd name="T1" fmla="*/ 0 h 2806"/>
                    <a:gd name="T2" fmla="*/ 1213 w 1213"/>
                    <a:gd name="T3" fmla="*/ 2806 h 2806"/>
                    <a:gd name="T4" fmla="*/ 1111 w 1213"/>
                    <a:gd name="T5" fmla="*/ 2788 h 2806"/>
                    <a:gd name="T6" fmla="*/ 1012 w 1213"/>
                    <a:gd name="T7" fmla="*/ 2761 h 2806"/>
                    <a:gd name="T8" fmla="*/ 915 w 1213"/>
                    <a:gd name="T9" fmla="*/ 2730 h 2806"/>
                    <a:gd name="T10" fmla="*/ 824 w 1213"/>
                    <a:gd name="T11" fmla="*/ 2691 h 2806"/>
                    <a:gd name="T12" fmla="*/ 733 w 1213"/>
                    <a:gd name="T13" fmla="*/ 2645 h 2806"/>
                    <a:gd name="T14" fmla="*/ 648 w 1213"/>
                    <a:gd name="T15" fmla="*/ 2594 h 2806"/>
                    <a:gd name="T16" fmla="*/ 567 w 1213"/>
                    <a:gd name="T17" fmla="*/ 2538 h 2806"/>
                    <a:gd name="T18" fmla="*/ 490 w 1213"/>
                    <a:gd name="T19" fmla="*/ 2475 h 2806"/>
                    <a:gd name="T20" fmla="*/ 416 w 1213"/>
                    <a:gd name="T21" fmla="*/ 2407 h 2806"/>
                    <a:gd name="T22" fmla="*/ 349 w 1213"/>
                    <a:gd name="T23" fmla="*/ 2335 h 2806"/>
                    <a:gd name="T24" fmla="*/ 287 w 1213"/>
                    <a:gd name="T25" fmla="*/ 2257 h 2806"/>
                    <a:gd name="T26" fmla="*/ 229 w 1213"/>
                    <a:gd name="T27" fmla="*/ 2176 h 2806"/>
                    <a:gd name="T28" fmla="*/ 178 w 1213"/>
                    <a:gd name="T29" fmla="*/ 2091 h 2806"/>
                    <a:gd name="T30" fmla="*/ 132 w 1213"/>
                    <a:gd name="T31" fmla="*/ 2002 h 2806"/>
                    <a:gd name="T32" fmla="*/ 93 w 1213"/>
                    <a:gd name="T33" fmla="*/ 1909 h 2806"/>
                    <a:gd name="T34" fmla="*/ 60 w 1213"/>
                    <a:gd name="T35" fmla="*/ 1813 h 2806"/>
                    <a:gd name="T36" fmla="*/ 34 w 1213"/>
                    <a:gd name="T37" fmla="*/ 1714 h 2806"/>
                    <a:gd name="T38" fmla="*/ 15 w 1213"/>
                    <a:gd name="T39" fmla="*/ 1613 h 2806"/>
                    <a:gd name="T40" fmla="*/ 4 w 1213"/>
                    <a:gd name="T41" fmla="*/ 1508 h 2806"/>
                    <a:gd name="T42" fmla="*/ 0 w 1213"/>
                    <a:gd name="T43" fmla="*/ 1402 h 2806"/>
                    <a:gd name="T44" fmla="*/ 4 w 1213"/>
                    <a:gd name="T45" fmla="*/ 1296 h 2806"/>
                    <a:gd name="T46" fmla="*/ 15 w 1213"/>
                    <a:gd name="T47" fmla="*/ 1193 h 2806"/>
                    <a:gd name="T48" fmla="*/ 34 w 1213"/>
                    <a:gd name="T49" fmla="*/ 1092 h 2806"/>
                    <a:gd name="T50" fmla="*/ 60 w 1213"/>
                    <a:gd name="T51" fmla="*/ 992 h 2806"/>
                    <a:gd name="T52" fmla="*/ 93 w 1213"/>
                    <a:gd name="T53" fmla="*/ 897 h 2806"/>
                    <a:gd name="T54" fmla="*/ 132 w 1213"/>
                    <a:gd name="T55" fmla="*/ 804 h 2806"/>
                    <a:gd name="T56" fmla="*/ 178 w 1213"/>
                    <a:gd name="T57" fmla="*/ 715 h 2806"/>
                    <a:gd name="T58" fmla="*/ 229 w 1213"/>
                    <a:gd name="T59" fmla="*/ 630 h 2806"/>
                    <a:gd name="T60" fmla="*/ 287 w 1213"/>
                    <a:gd name="T61" fmla="*/ 548 h 2806"/>
                    <a:gd name="T62" fmla="*/ 349 w 1213"/>
                    <a:gd name="T63" fmla="*/ 471 h 2806"/>
                    <a:gd name="T64" fmla="*/ 416 w 1213"/>
                    <a:gd name="T65" fmla="*/ 398 h 2806"/>
                    <a:gd name="T66" fmla="*/ 490 w 1213"/>
                    <a:gd name="T67" fmla="*/ 331 h 2806"/>
                    <a:gd name="T68" fmla="*/ 567 w 1213"/>
                    <a:gd name="T69" fmla="*/ 268 h 2806"/>
                    <a:gd name="T70" fmla="*/ 648 w 1213"/>
                    <a:gd name="T71" fmla="*/ 212 h 2806"/>
                    <a:gd name="T72" fmla="*/ 733 w 1213"/>
                    <a:gd name="T73" fmla="*/ 161 h 2806"/>
                    <a:gd name="T74" fmla="*/ 824 w 1213"/>
                    <a:gd name="T75" fmla="*/ 115 h 2806"/>
                    <a:gd name="T76" fmla="*/ 915 w 1213"/>
                    <a:gd name="T77" fmla="*/ 76 h 2806"/>
                    <a:gd name="T78" fmla="*/ 1012 w 1213"/>
                    <a:gd name="T79" fmla="*/ 43 h 2806"/>
                    <a:gd name="T80" fmla="*/ 1111 w 1213"/>
                    <a:gd name="T81" fmla="*/ 18 h 2806"/>
                    <a:gd name="T82" fmla="*/ 1213 w 1213"/>
                    <a:gd name="T83" fmla="*/ 0 h 28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213" h="2806">
                      <a:moveTo>
                        <a:pt x="1213" y="0"/>
                      </a:moveTo>
                      <a:lnTo>
                        <a:pt x="1213" y="2806"/>
                      </a:lnTo>
                      <a:lnTo>
                        <a:pt x="1111" y="2788"/>
                      </a:lnTo>
                      <a:lnTo>
                        <a:pt x="1012" y="2761"/>
                      </a:lnTo>
                      <a:lnTo>
                        <a:pt x="915" y="2730"/>
                      </a:lnTo>
                      <a:lnTo>
                        <a:pt x="824" y="2691"/>
                      </a:lnTo>
                      <a:lnTo>
                        <a:pt x="733" y="2645"/>
                      </a:lnTo>
                      <a:lnTo>
                        <a:pt x="648" y="2594"/>
                      </a:lnTo>
                      <a:lnTo>
                        <a:pt x="567" y="2538"/>
                      </a:lnTo>
                      <a:lnTo>
                        <a:pt x="490" y="2475"/>
                      </a:lnTo>
                      <a:lnTo>
                        <a:pt x="416" y="2407"/>
                      </a:lnTo>
                      <a:lnTo>
                        <a:pt x="349" y="2335"/>
                      </a:lnTo>
                      <a:lnTo>
                        <a:pt x="287" y="2257"/>
                      </a:lnTo>
                      <a:lnTo>
                        <a:pt x="229" y="2176"/>
                      </a:lnTo>
                      <a:lnTo>
                        <a:pt x="178" y="2091"/>
                      </a:lnTo>
                      <a:lnTo>
                        <a:pt x="132" y="2002"/>
                      </a:lnTo>
                      <a:lnTo>
                        <a:pt x="93" y="1909"/>
                      </a:lnTo>
                      <a:lnTo>
                        <a:pt x="60" y="1813"/>
                      </a:lnTo>
                      <a:lnTo>
                        <a:pt x="34" y="1714"/>
                      </a:lnTo>
                      <a:lnTo>
                        <a:pt x="15" y="1613"/>
                      </a:lnTo>
                      <a:lnTo>
                        <a:pt x="4" y="1508"/>
                      </a:lnTo>
                      <a:lnTo>
                        <a:pt x="0" y="1402"/>
                      </a:lnTo>
                      <a:lnTo>
                        <a:pt x="4" y="1296"/>
                      </a:lnTo>
                      <a:lnTo>
                        <a:pt x="15" y="1193"/>
                      </a:lnTo>
                      <a:lnTo>
                        <a:pt x="34" y="1092"/>
                      </a:lnTo>
                      <a:lnTo>
                        <a:pt x="60" y="992"/>
                      </a:lnTo>
                      <a:lnTo>
                        <a:pt x="93" y="897"/>
                      </a:lnTo>
                      <a:lnTo>
                        <a:pt x="132" y="804"/>
                      </a:lnTo>
                      <a:lnTo>
                        <a:pt x="178" y="715"/>
                      </a:lnTo>
                      <a:lnTo>
                        <a:pt x="229" y="630"/>
                      </a:lnTo>
                      <a:lnTo>
                        <a:pt x="287" y="548"/>
                      </a:lnTo>
                      <a:lnTo>
                        <a:pt x="349" y="471"/>
                      </a:lnTo>
                      <a:lnTo>
                        <a:pt x="416" y="398"/>
                      </a:lnTo>
                      <a:lnTo>
                        <a:pt x="490" y="331"/>
                      </a:lnTo>
                      <a:lnTo>
                        <a:pt x="567" y="268"/>
                      </a:lnTo>
                      <a:lnTo>
                        <a:pt x="648" y="212"/>
                      </a:lnTo>
                      <a:lnTo>
                        <a:pt x="733" y="161"/>
                      </a:lnTo>
                      <a:lnTo>
                        <a:pt x="824" y="115"/>
                      </a:lnTo>
                      <a:lnTo>
                        <a:pt x="915" y="76"/>
                      </a:lnTo>
                      <a:lnTo>
                        <a:pt x="1012" y="43"/>
                      </a:lnTo>
                      <a:lnTo>
                        <a:pt x="1111" y="18"/>
                      </a:lnTo>
                      <a:lnTo>
                        <a:pt x="1213" y="0"/>
                      </a:lnTo>
                      <a:close/>
                    </a:path>
                  </a:pathLst>
                </a:custGeom>
                <a:solidFill>
                  <a:srgbClr val="C1392B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101" name="Freeform 7"/>
                <p:cNvSpPr>
                  <a:spLocks/>
                </p:cNvSpPr>
                <p:nvPr/>
              </p:nvSpPr>
              <p:spPr bwMode="auto">
                <a:xfrm>
                  <a:off x="1605191" y="2293152"/>
                  <a:ext cx="1234705" cy="2155039"/>
                </a:xfrm>
                <a:custGeom>
                  <a:avLst/>
                  <a:gdLst>
                    <a:gd name="T0" fmla="*/ 205 w 1626"/>
                    <a:gd name="T1" fmla="*/ 0 h 2838"/>
                    <a:gd name="T2" fmla="*/ 312 w 1626"/>
                    <a:gd name="T3" fmla="*/ 4 h 2838"/>
                    <a:gd name="T4" fmla="*/ 415 w 1626"/>
                    <a:gd name="T5" fmla="*/ 16 h 2838"/>
                    <a:gd name="T6" fmla="*/ 517 w 1626"/>
                    <a:gd name="T7" fmla="*/ 34 h 2838"/>
                    <a:gd name="T8" fmla="*/ 615 w 1626"/>
                    <a:gd name="T9" fmla="*/ 60 h 2838"/>
                    <a:gd name="T10" fmla="*/ 711 w 1626"/>
                    <a:gd name="T11" fmla="*/ 93 h 2838"/>
                    <a:gd name="T12" fmla="*/ 804 w 1626"/>
                    <a:gd name="T13" fmla="*/ 132 h 2838"/>
                    <a:gd name="T14" fmla="*/ 893 w 1626"/>
                    <a:gd name="T15" fmla="*/ 177 h 2838"/>
                    <a:gd name="T16" fmla="*/ 978 w 1626"/>
                    <a:gd name="T17" fmla="*/ 229 h 2838"/>
                    <a:gd name="T18" fmla="*/ 1060 w 1626"/>
                    <a:gd name="T19" fmla="*/ 285 h 2838"/>
                    <a:gd name="T20" fmla="*/ 1137 w 1626"/>
                    <a:gd name="T21" fmla="*/ 348 h 2838"/>
                    <a:gd name="T22" fmla="*/ 1209 w 1626"/>
                    <a:gd name="T23" fmla="*/ 415 h 2838"/>
                    <a:gd name="T24" fmla="*/ 1277 w 1626"/>
                    <a:gd name="T25" fmla="*/ 488 h 2838"/>
                    <a:gd name="T26" fmla="*/ 1340 w 1626"/>
                    <a:gd name="T27" fmla="*/ 564 h 2838"/>
                    <a:gd name="T28" fmla="*/ 1396 w 1626"/>
                    <a:gd name="T29" fmla="*/ 647 h 2838"/>
                    <a:gd name="T30" fmla="*/ 1447 w 1626"/>
                    <a:gd name="T31" fmla="*/ 732 h 2838"/>
                    <a:gd name="T32" fmla="*/ 1493 w 1626"/>
                    <a:gd name="T33" fmla="*/ 821 h 2838"/>
                    <a:gd name="T34" fmla="*/ 1533 w 1626"/>
                    <a:gd name="T35" fmla="*/ 913 h 2838"/>
                    <a:gd name="T36" fmla="*/ 1565 w 1626"/>
                    <a:gd name="T37" fmla="*/ 1010 h 2838"/>
                    <a:gd name="T38" fmla="*/ 1590 w 1626"/>
                    <a:gd name="T39" fmla="*/ 1108 h 2838"/>
                    <a:gd name="T40" fmla="*/ 1610 w 1626"/>
                    <a:gd name="T41" fmla="*/ 1209 h 2838"/>
                    <a:gd name="T42" fmla="*/ 1622 w 1626"/>
                    <a:gd name="T43" fmla="*/ 1313 h 2838"/>
                    <a:gd name="T44" fmla="*/ 1626 w 1626"/>
                    <a:gd name="T45" fmla="*/ 1418 h 2838"/>
                    <a:gd name="T46" fmla="*/ 1622 w 1626"/>
                    <a:gd name="T47" fmla="*/ 1524 h 2838"/>
                    <a:gd name="T48" fmla="*/ 1610 w 1626"/>
                    <a:gd name="T49" fmla="*/ 1629 h 2838"/>
                    <a:gd name="T50" fmla="*/ 1590 w 1626"/>
                    <a:gd name="T51" fmla="*/ 1730 h 2838"/>
                    <a:gd name="T52" fmla="*/ 1565 w 1626"/>
                    <a:gd name="T53" fmla="*/ 1828 h 2838"/>
                    <a:gd name="T54" fmla="*/ 1533 w 1626"/>
                    <a:gd name="T55" fmla="*/ 1924 h 2838"/>
                    <a:gd name="T56" fmla="*/ 1493 w 1626"/>
                    <a:gd name="T57" fmla="*/ 2017 h 2838"/>
                    <a:gd name="T58" fmla="*/ 1447 w 1626"/>
                    <a:gd name="T59" fmla="*/ 2106 h 2838"/>
                    <a:gd name="T60" fmla="*/ 1396 w 1626"/>
                    <a:gd name="T61" fmla="*/ 2191 h 2838"/>
                    <a:gd name="T62" fmla="*/ 1340 w 1626"/>
                    <a:gd name="T63" fmla="*/ 2272 h 2838"/>
                    <a:gd name="T64" fmla="*/ 1277 w 1626"/>
                    <a:gd name="T65" fmla="*/ 2349 h 2838"/>
                    <a:gd name="T66" fmla="*/ 1209 w 1626"/>
                    <a:gd name="T67" fmla="*/ 2421 h 2838"/>
                    <a:gd name="T68" fmla="*/ 1137 w 1626"/>
                    <a:gd name="T69" fmla="*/ 2489 h 2838"/>
                    <a:gd name="T70" fmla="*/ 1060 w 1626"/>
                    <a:gd name="T71" fmla="*/ 2552 h 2838"/>
                    <a:gd name="T72" fmla="*/ 978 w 1626"/>
                    <a:gd name="T73" fmla="*/ 2609 h 2838"/>
                    <a:gd name="T74" fmla="*/ 893 w 1626"/>
                    <a:gd name="T75" fmla="*/ 2660 h 2838"/>
                    <a:gd name="T76" fmla="*/ 804 w 1626"/>
                    <a:gd name="T77" fmla="*/ 2705 h 2838"/>
                    <a:gd name="T78" fmla="*/ 711 w 1626"/>
                    <a:gd name="T79" fmla="*/ 2745 h 2838"/>
                    <a:gd name="T80" fmla="*/ 615 w 1626"/>
                    <a:gd name="T81" fmla="*/ 2777 h 2838"/>
                    <a:gd name="T82" fmla="*/ 517 w 1626"/>
                    <a:gd name="T83" fmla="*/ 2804 h 2838"/>
                    <a:gd name="T84" fmla="*/ 415 w 1626"/>
                    <a:gd name="T85" fmla="*/ 2822 h 2838"/>
                    <a:gd name="T86" fmla="*/ 312 w 1626"/>
                    <a:gd name="T87" fmla="*/ 2834 h 2838"/>
                    <a:gd name="T88" fmla="*/ 205 w 1626"/>
                    <a:gd name="T89" fmla="*/ 2838 h 2838"/>
                    <a:gd name="T90" fmla="*/ 102 w 1626"/>
                    <a:gd name="T91" fmla="*/ 2834 h 2838"/>
                    <a:gd name="T92" fmla="*/ 0 w 1626"/>
                    <a:gd name="T93" fmla="*/ 2822 h 2838"/>
                    <a:gd name="T94" fmla="*/ 0 w 1626"/>
                    <a:gd name="T95" fmla="*/ 16 h 2838"/>
                    <a:gd name="T96" fmla="*/ 102 w 1626"/>
                    <a:gd name="T97" fmla="*/ 4 h 2838"/>
                    <a:gd name="T98" fmla="*/ 205 w 1626"/>
                    <a:gd name="T99" fmla="*/ 0 h 28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626" h="2838">
                      <a:moveTo>
                        <a:pt x="205" y="0"/>
                      </a:moveTo>
                      <a:lnTo>
                        <a:pt x="312" y="4"/>
                      </a:lnTo>
                      <a:lnTo>
                        <a:pt x="415" y="16"/>
                      </a:lnTo>
                      <a:lnTo>
                        <a:pt x="517" y="34"/>
                      </a:lnTo>
                      <a:lnTo>
                        <a:pt x="615" y="60"/>
                      </a:lnTo>
                      <a:lnTo>
                        <a:pt x="711" y="93"/>
                      </a:lnTo>
                      <a:lnTo>
                        <a:pt x="804" y="132"/>
                      </a:lnTo>
                      <a:lnTo>
                        <a:pt x="893" y="177"/>
                      </a:lnTo>
                      <a:lnTo>
                        <a:pt x="978" y="229"/>
                      </a:lnTo>
                      <a:lnTo>
                        <a:pt x="1060" y="285"/>
                      </a:lnTo>
                      <a:lnTo>
                        <a:pt x="1137" y="348"/>
                      </a:lnTo>
                      <a:lnTo>
                        <a:pt x="1209" y="415"/>
                      </a:lnTo>
                      <a:lnTo>
                        <a:pt x="1277" y="488"/>
                      </a:lnTo>
                      <a:lnTo>
                        <a:pt x="1340" y="564"/>
                      </a:lnTo>
                      <a:lnTo>
                        <a:pt x="1396" y="647"/>
                      </a:lnTo>
                      <a:lnTo>
                        <a:pt x="1447" y="732"/>
                      </a:lnTo>
                      <a:lnTo>
                        <a:pt x="1493" y="821"/>
                      </a:lnTo>
                      <a:lnTo>
                        <a:pt x="1533" y="913"/>
                      </a:lnTo>
                      <a:lnTo>
                        <a:pt x="1565" y="1010"/>
                      </a:lnTo>
                      <a:lnTo>
                        <a:pt x="1590" y="1108"/>
                      </a:lnTo>
                      <a:lnTo>
                        <a:pt x="1610" y="1209"/>
                      </a:lnTo>
                      <a:lnTo>
                        <a:pt x="1622" y="1313"/>
                      </a:lnTo>
                      <a:lnTo>
                        <a:pt x="1626" y="1418"/>
                      </a:lnTo>
                      <a:lnTo>
                        <a:pt x="1622" y="1524"/>
                      </a:lnTo>
                      <a:lnTo>
                        <a:pt x="1610" y="1629"/>
                      </a:lnTo>
                      <a:lnTo>
                        <a:pt x="1590" y="1730"/>
                      </a:lnTo>
                      <a:lnTo>
                        <a:pt x="1565" y="1828"/>
                      </a:lnTo>
                      <a:lnTo>
                        <a:pt x="1533" y="1924"/>
                      </a:lnTo>
                      <a:lnTo>
                        <a:pt x="1493" y="2017"/>
                      </a:lnTo>
                      <a:lnTo>
                        <a:pt x="1447" y="2106"/>
                      </a:lnTo>
                      <a:lnTo>
                        <a:pt x="1396" y="2191"/>
                      </a:lnTo>
                      <a:lnTo>
                        <a:pt x="1340" y="2272"/>
                      </a:lnTo>
                      <a:lnTo>
                        <a:pt x="1277" y="2349"/>
                      </a:lnTo>
                      <a:lnTo>
                        <a:pt x="1209" y="2421"/>
                      </a:lnTo>
                      <a:lnTo>
                        <a:pt x="1137" y="2489"/>
                      </a:lnTo>
                      <a:lnTo>
                        <a:pt x="1060" y="2552"/>
                      </a:lnTo>
                      <a:lnTo>
                        <a:pt x="978" y="2609"/>
                      </a:lnTo>
                      <a:lnTo>
                        <a:pt x="893" y="2660"/>
                      </a:lnTo>
                      <a:lnTo>
                        <a:pt x="804" y="2705"/>
                      </a:lnTo>
                      <a:lnTo>
                        <a:pt x="711" y="2745"/>
                      </a:lnTo>
                      <a:lnTo>
                        <a:pt x="615" y="2777"/>
                      </a:lnTo>
                      <a:lnTo>
                        <a:pt x="517" y="2804"/>
                      </a:lnTo>
                      <a:lnTo>
                        <a:pt x="415" y="2822"/>
                      </a:lnTo>
                      <a:lnTo>
                        <a:pt x="312" y="2834"/>
                      </a:lnTo>
                      <a:lnTo>
                        <a:pt x="205" y="2838"/>
                      </a:lnTo>
                      <a:lnTo>
                        <a:pt x="102" y="2834"/>
                      </a:lnTo>
                      <a:lnTo>
                        <a:pt x="0" y="2822"/>
                      </a:lnTo>
                      <a:lnTo>
                        <a:pt x="0" y="16"/>
                      </a:lnTo>
                      <a:lnTo>
                        <a:pt x="102" y="4"/>
                      </a:lnTo>
                      <a:lnTo>
                        <a:pt x="205" y="0"/>
                      </a:lnTo>
                      <a:close/>
                    </a:path>
                  </a:pathLst>
                </a:custGeom>
                <a:solidFill>
                  <a:srgbClr val="C36056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  <p:sp>
            <p:nvSpPr>
              <p:cNvPr id="99" name="TextBox 35"/>
              <p:cNvSpPr txBox="1"/>
              <p:nvPr/>
            </p:nvSpPr>
            <p:spPr>
              <a:xfrm>
                <a:off x="555855" y="2019077"/>
                <a:ext cx="639919" cy="584775"/>
              </a:xfrm>
              <a:prstGeom prst="rect">
                <a:avLst/>
              </a:prstGeom>
              <a:noFill/>
              <a:effectLst>
                <a:outerShdw blurRad="38100" dist="25400" dir="2700000" algn="tl" rotWithShape="0">
                  <a:prstClr val="black">
                    <a:alpha val="39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3200" b="1" dirty="0">
                    <a:solidFill>
                      <a:schemeClr val="bg1"/>
                    </a:solidFill>
                    <a:latin typeface="Roboto"/>
                    <a:cs typeface="Arial" panose="020B0604020202020204" pitchFamily="34" charset="0"/>
                  </a:rPr>
                  <a:t>04</a:t>
                </a:r>
              </a:p>
            </p:txBody>
          </p:sp>
        </p:grpSp>
        <p:sp>
          <p:nvSpPr>
            <p:cNvPr id="135" name="Shape 3692"/>
            <p:cNvSpPr>
              <a:spLocks/>
            </p:cNvSpPr>
            <p:nvPr/>
          </p:nvSpPr>
          <p:spPr bwMode="auto">
            <a:xfrm>
              <a:off x="10222971" y="1830916"/>
              <a:ext cx="403933" cy="445822"/>
            </a:xfrm>
            <a:custGeom>
              <a:avLst/>
              <a:gdLst>
                <a:gd name="T0" fmla="*/ 1825011 w 21600"/>
                <a:gd name="T1" fmla="*/ 1826429 h 21583"/>
                <a:gd name="T2" fmla="*/ 1825011 w 21600"/>
                <a:gd name="T3" fmla="*/ 1826429 h 21583"/>
                <a:gd name="T4" fmla="*/ 1825011 w 21600"/>
                <a:gd name="T5" fmla="*/ 1826429 h 21583"/>
                <a:gd name="T6" fmla="*/ 1825011 w 21600"/>
                <a:gd name="T7" fmla="*/ 1826429 h 21583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583" extrusionOk="0">
                  <a:moveTo>
                    <a:pt x="12363" y="11941"/>
                  </a:moveTo>
                  <a:lnTo>
                    <a:pt x="13061" y="14034"/>
                  </a:lnTo>
                  <a:lnTo>
                    <a:pt x="11365" y="12790"/>
                  </a:lnTo>
                  <a:lnTo>
                    <a:pt x="10785" y="12365"/>
                  </a:lnTo>
                  <a:lnTo>
                    <a:pt x="10204" y="12790"/>
                  </a:lnTo>
                  <a:lnTo>
                    <a:pt x="8508" y="14034"/>
                  </a:lnTo>
                  <a:lnTo>
                    <a:pt x="9206" y="11941"/>
                  </a:lnTo>
                  <a:lnTo>
                    <a:pt x="9426" y="11282"/>
                  </a:lnTo>
                  <a:lnTo>
                    <a:pt x="8877" y="10857"/>
                  </a:lnTo>
                  <a:lnTo>
                    <a:pt x="7510" y="9794"/>
                  </a:lnTo>
                  <a:lnTo>
                    <a:pt x="9790" y="9794"/>
                  </a:lnTo>
                  <a:lnTo>
                    <a:pt x="10030" y="9160"/>
                  </a:lnTo>
                  <a:lnTo>
                    <a:pt x="10785" y="7162"/>
                  </a:lnTo>
                  <a:lnTo>
                    <a:pt x="11540" y="9160"/>
                  </a:lnTo>
                  <a:lnTo>
                    <a:pt x="11779" y="9794"/>
                  </a:lnTo>
                  <a:lnTo>
                    <a:pt x="14059" y="9794"/>
                  </a:lnTo>
                  <a:lnTo>
                    <a:pt x="12692" y="10857"/>
                  </a:lnTo>
                  <a:lnTo>
                    <a:pt x="12144" y="11282"/>
                  </a:lnTo>
                  <a:cubicBezTo>
                    <a:pt x="12144" y="11282"/>
                    <a:pt x="12363" y="11941"/>
                    <a:pt x="12363" y="11941"/>
                  </a:cubicBezTo>
                  <a:close/>
                  <a:moveTo>
                    <a:pt x="12458" y="8813"/>
                  </a:moveTo>
                  <a:lnTo>
                    <a:pt x="10785" y="4384"/>
                  </a:lnTo>
                  <a:lnTo>
                    <a:pt x="9111" y="8813"/>
                  </a:lnTo>
                  <a:lnTo>
                    <a:pt x="4648" y="8813"/>
                  </a:lnTo>
                  <a:lnTo>
                    <a:pt x="8275" y="11631"/>
                  </a:lnTo>
                  <a:lnTo>
                    <a:pt x="6601" y="16647"/>
                  </a:lnTo>
                  <a:lnTo>
                    <a:pt x="10785" y="13581"/>
                  </a:lnTo>
                  <a:lnTo>
                    <a:pt x="14969" y="16647"/>
                  </a:lnTo>
                  <a:lnTo>
                    <a:pt x="13295" y="11631"/>
                  </a:lnTo>
                  <a:lnTo>
                    <a:pt x="16921" y="8813"/>
                  </a:lnTo>
                  <a:cubicBezTo>
                    <a:pt x="16921" y="8813"/>
                    <a:pt x="12458" y="8813"/>
                    <a:pt x="12458" y="8813"/>
                  </a:cubicBezTo>
                  <a:close/>
                  <a:moveTo>
                    <a:pt x="10800" y="20592"/>
                  </a:moveTo>
                  <a:cubicBezTo>
                    <a:pt x="9796" y="20381"/>
                    <a:pt x="982" y="17398"/>
                    <a:pt x="982" y="12263"/>
                  </a:cubicBezTo>
                  <a:cubicBezTo>
                    <a:pt x="982" y="7469"/>
                    <a:pt x="2322" y="2919"/>
                    <a:pt x="2778" y="1179"/>
                  </a:cubicBezTo>
                  <a:cubicBezTo>
                    <a:pt x="4022" y="1720"/>
                    <a:pt x="7232" y="2943"/>
                    <a:pt x="10800" y="2943"/>
                  </a:cubicBezTo>
                  <a:cubicBezTo>
                    <a:pt x="14368" y="2943"/>
                    <a:pt x="17578" y="1720"/>
                    <a:pt x="18823" y="1179"/>
                  </a:cubicBezTo>
                  <a:cubicBezTo>
                    <a:pt x="19278" y="2918"/>
                    <a:pt x="20618" y="7465"/>
                    <a:pt x="20618" y="12263"/>
                  </a:cubicBezTo>
                  <a:cubicBezTo>
                    <a:pt x="20618" y="17393"/>
                    <a:pt x="11803" y="20381"/>
                    <a:pt x="10800" y="20592"/>
                  </a:cubicBezTo>
                  <a:moveTo>
                    <a:pt x="19617" y="357"/>
                  </a:moveTo>
                  <a:cubicBezTo>
                    <a:pt x="19577" y="216"/>
                    <a:pt x="19477" y="101"/>
                    <a:pt x="19343" y="42"/>
                  </a:cubicBezTo>
                  <a:cubicBezTo>
                    <a:pt x="19210" y="-17"/>
                    <a:pt x="19057" y="-13"/>
                    <a:pt x="18926" y="52"/>
                  </a:cubicBezTo>
                  <a:cubicBezTo>
                    <a:pt x="18888" y="71"/>
                    <a:pt x="15053" y="1962"/>
                    <a:pt x="10800" y="1962"/>
                  </a:cubicBezTo>
                  <a:cubicBezTo>
                    <a:pt x="6556" y="1962"/>
                    <a:pt x="2712" y="71"/>
                    <a:pt x="2674" y="52"/>
                  </a:cubicBezTo>
                  <a:cubicBezTo>
                    <a:pt x="2543" y="-13"/>
                    <a:pt x="2391" y="-16"/>
                    <a:pt x="2257" y="42"/>
                  </a:cubicBezTo>
                  <a:cubicBezTo>
                    <a:pt x="2124" y="101"/>
                    <a:pt x="2023" y="216"/>
                    <a:pt x="1983" y="357"/>
                  </a:cubicBezTo>
                  <a:cubicBezTo>
                    <a:pt x="1963" y="426"/>
                    <a:pt x="0" y="6377"/>
                    <a:pt x="0" y="12263"/>
                  </a:cubicBezTo>
                  <a:cubicBezTo>
                    <a:pt x="0" y="18484"/>
                    <a:pt x="10271" y="21491"/>
                    <a:pt x="10708" y="21574"/>
                  </a:cubicBezTo>
                  <a:cubicBezTo>
                    <a:pt x="10739" y="21580"/>
                    <a:pt x="10769" y="21583"/>
                    <a:pt x="10800" y="21583"/>
                  </a:cubicBezTo>
                  <a:cubicBezTo>
                    <a:pt x="10831" y="21583"/>
                    <a:pt x="10862" y="21580"/>
                    <a:pt x="10892" y="21574"/>
                  </a:cubicBezTo>
                  <a:cubicBezTo>
                    <a:pt x="11329" y="21491"/>
                    <a:pt x="21600" y="18484"/>
                    <a:pt x="21600" y="12263"/>
                  </a:cubicBezTo>
                  <a:cubicBezTo>
                    <a:pt x="21600" y="6377"/>
                    <a:pt x="19637" y="426"/>
                    <a:pt x="19617" y="357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75284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upo 66"/>
          <p:cNvGrpSpPr/>
          <p:nvPr/>
        </p:nvGrpSpPr>
        <p:grpSpPr>
          <a:xfrm>
            <a:off x="10722502" y="2037852"/>
            <a:ext cx="547055" cy="2531049"/>
            <a:chOff x="10615429" y="2330424"/>
            <a:chExt cx="547055" cy="2531049"/>
          </a:xfrm>
        </p:grpSpPr>
        <p:cxnSp>
          <p:nvCxnSpPr>
            <p:cNvPr id="63" name="Conector recto 62"/>
            <p:cNvCxnSpPr/>
            <p:nvPr/>
          </p:nvCxnSpPr>
          <p:spPr>
            <a:xfrm>
              <a:off x="11121925" y="2330424"/>
              <a:ext cx="0" cy="2520000"/>
            </a:xfrm>
            <a:prstGeom prst="line">
              <a:avLst/>
            </a:prstGeom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/>
            <p:cNvCxnSpPr/>
            <p:nvPr/>
          </p:nvCxnSpPr>
          <p:spPr>
            <a:xfrm rot="5400000">
              <a:off x="10885429" y="2097070"/>
              <a:ext cx="0" cy="540000"/>
            </a:xfrm>
            <a:prstGeom prst="line">
              <a:avLst/>
            </a:prstGeom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/>
            <p:cNvCxnSpPr/>
            <p:nvPr/>
          </p:nvCxnSpPr>
          <p:spPr>
            <a:xfrm rot="5400000">
              <a:off x="10892484" y="4591473"/>
              <a:ext cx="0" cy="540000"/>
            </a:xfrm>
            <a:prstGeom prst="line">
              <a:avLst/>
            </a:prstGeom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o 36"/>
          <p:cNvGrpSpPr/>
          <p:nvPr/>
        </p:nvGrpSpPr>
        <p:grpSpPr>
          <a:xfrm>
            <a:off x="1079530" y="1637829"/>
            <a:ext cx="3420000" cy="900000"/>
            <a:chOff x="972457" y="1930401"/>
            <a:chExt cx="3420000" cy="900000"/>
          </a:xfrm>
          <a:solidFill>
            <a:srgbClr val="C1392B"/>
          </a:solidFill>
        </p:grpSpPr>
        <p:sp>
          <p:nvSpPr>
            <p:cNvPr id="3" name="Rectángulo 2"/>
            <p:cNvSpPr/>
            <p:nvPr/>
          </p:nvSpPr>
          <p:spPr>
            <a:xfrm>
              <a:off x="972457" y="1930401"/>
              <a:ext cx="2728526" cy="90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" name="Flecha derecha 3"/>
            <p:cNvSpPr/>
            <p:nvPr/>
          </p:nvSpPr>
          <p:spPr>
            <a:xfrm>
              <a:off x="3700983" y="2035687"/>
              <a:ext cx="691474" cy="689429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0" name="Text Placeholder 23"/>
          <p:cNvSpPr txBox="1">
            <a:spLocks/>
          </p:cNvSpPr>
          <p:nvPr/>
        </p:nvSpPr>
        <p:spPr>
          <a:xfrm>
            <a:off x="2060210" y="1907829"/>
            <a:ext cx="1728000" cy="36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2000" b="1" spc="300" dirty="0">
                <a:solidFill>
                  <a:schemeClr val="bg1"/>
                </a:solidFill>
                <a:latin typeface="Roboto" panose="02000000000000000000"/>
                <a:ea typeface="Lato" charset="0"/>
                <a:cs typeface="Lato" charset="0"/>
              </a:rPr>
              <a:t>REGISTRO</a:t>
            </a:r>
          </a:p>
        </p:txBody>
      </p:sp>
      <p:sp>
        <p:nvSpPr>
          <p:cNvPr id="11" name="Text Placeholder 23"/>
          <p:cNvSpPr txBox="1">
            <a:spLocks/>
          </p:cNvSpPr>
          <p:nvPr/>
        </p:nvSpPr>
        <p:spPr>
          <a:xfrm>
            <a:off x="1080825" y="2419551"/>
            <a:ext cx="3082607" cy="972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REGISTRO DE CLIENTES CON PRÉSTAMOS ACTIVOS</a:t>
            </a:r>
          </a:p>
        </p:txBody>
      </p:sp>
      <p:grpSp>
        <p:nvGrpSpPr>
          <p:cNvPr id="39" name="Grupo 38"/>
          <p:cNvGrpSpPr/>
          <p:nvPr/>
        </p:nvGrpSpPr>
        <p:grpSpPr>
          <a:xfrm>
            <a:off x="4554697" y="1624419"/>
            <a:ext cx="3420000" cy="900000"/>
            <a:chOff x="4447624" y="1916991"/>
            <a:chExt cx="3420000" cy="900000"/>
          </a:xfrm>
          <a:solidFill>
            <a:srgbClr val="F6AA30"/>
          </a:solidFill>
        </p:grpSpPr>
        <p:grpSp>
          <p:nvGrpSpPr>
            <p:cNvPr id="38" name="Grupo 37"/>
            <p:cNvGrpSpPr/>
            <p:nvPr/>
          </p:nvGrpSpPr>
          <p:grpSpPr>
            <a:xfrm>
              <a:off x="4447624" y="1916991"/>
              <a:ext cx="3420000" cy="900000"/>
              <a:chOff x="4447624" y="1916991"/>
              <a:chExt cx="3420000" cy="900000"/>
            </a:xfrm>
            <a:grpFill/>
          </p:grpSpPr>
          <p:sp>
            <p:nvSpPr>
              <p:cNvPr id="12" name="Rectángulo 11"/>
              <p:cNvSpPr/>
              <p:nvPr/>
            </p:nvSpPr>
            <p:spPr>
              <a:xfrm>
                <a:off x="4447624" y="1916991"/>
                <a:ext cx="2728526" cy="90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3" name="Flecha derecha 12"/>
              <p:cNvSpPr/>
              <p:nvPr/>
            </p:nvSpPr>
            <p:spPr>
              <a:xfrm>
                <a:off x="7176150" y="2022277"/>
                <a:ext cx="691474" cy="689429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6" name="Text Placeholder 23"/>
            <p:cNvSpPr txBox="1">
              <a:spLocks/>
            </p:cNvSpPr>
            <p:nvPr/>
          </p:nvSpPr>
          <p:spPr>
            <a:xfrm>
              <a:off x="5428304" y="2186991"/>
              <a:ext cx="1728000" cy="360000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2000" b="1" spc="300" dirty="0">
                  <a:solidFill>
                    <a:schemeClr val="bg1"/>
                  </a:solidFill>
                  <a:latin typeface="Roboto" panose="02000000000000000000"/>
                  <a:ea typeface="Lato" charset="0"/>
                  <a:cs typeface="Lato" charset="0"/>
                </a:rPr>
                <a:t>REPORTE</a:t>
              </a:r>
            </a:p>
          </p:txBody>
        </p:sp>
      </p:grpSp>
      <p:sp>
        <p:nvSpPr>
          <p:cNvPr id="17" name="Text Placeholder 23"/>
          <p:cNvSpPr txBox="1">
            <a:spLocks/>
          </p:cNvSpPr>
          <p:nvPr/>
        </p:nvSpPr>
        <p:spPr>
          <a:xfrm>
            <a:off x="4554697" y="2410242"/>
            <a:ext cx="3119791" cy="972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REPORTE DE RETENCIONES MENSUALES</a:t>
            </a:r>
          </a:p>
        </p:txBody>
      </p:sp>
      <p:sp>
        <p:nvSpPr>
          <p:cNvPr id="18" name="Rectángulo 17"/>
          <p:cNvSpPr/>
          <p:nvPr/>
        </p:nvSpPr>
        <p:spPr>
          <a:xfrm>
            <a:off x="8029864" y="1643094"/>
            <a:ext cx="2728526" cy="900000"/>
          </a:xfrm>
          <a:prstGeom prst="rect">
            <a:avLst/>
          </a:prstGeom>
          <a:solidFill>
            <a:srgbClr val="16A9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Text Placeholder 23"/>
          <p:cNvSpPr txBox="1">
            <a:spLocks/>
          </p:cNvSpPr>
          <p:nvPr/>
        </p:nvSpPr>
        <p:spPr>
          <a:xfrm>
            <a:off x="8672774" y="2003069"/>
            <a:ext cx="2259013" cy="32717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2000" b="1" spc="300" dirty="0">
                <a:solidFill>
                  <a:schemeClr val="bg1"/>
                </a:solidFill>
                <a:latin typeface="Roboto" panose="02000000000000000000"/>
                <a:ea typeface="Lato" charset="0"/>
                <a:cs typeface="Lato" charset="0"/>
              </a:rPr>
              <a:t>EXPORTABLE</a:t>
            </a:r>
          </a:p>
        </p:txBody>
      </p:sp>
      <p:sp>
        <p:nvSpPr>
          <p:cNvPr id="22" name="Text Placeholder 23"/>
          <p:cNvSpPr txBox="1">
            <a:spLocks/>
          </p:cNvSpPr>
          <p:nvPr/>
        </p:nvSpPr>
        <p:spPr>
          <a:xfrm>
            <a:off x="8029868" y="2453146"/>
            <a:ext cx="3239689" cy="972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EXPORTABLE DE LOS REGISTROS DE RETENCIONES</a:t>
            </a:r>
          </a:p>
        </p:txBody>
      </p:sp>
      <p:grpSp>
        <p:nvGrpSpPr>
          <p:cNvPr id="40" name="Grupo 39"/>
          <p:cNvGrpSpPr/>
          <p:nvPr/>
        </p:nvGrpSpPr>
        <p:grpSpPr>
          <a:xfrm flipH="1">
            <a:off x="8029864" y="4118966"/>
            <a:ext cx="2728526" cy="900000"/>
            <a:chOff x="4447624" y="1916991"/>
            <a:chExt cx="2728526" cy="900000"/>
          </a:xfrm>
          <a:solidFill>
            <a:srgbClr val="F6AA30"/>
          </a:solidFill>
        </p:grpSpPr>
        <p:sp>
          <p:nvSpPr>
            <p:cNvPr id="44" name="Rectángulo 43"/>
            <p:cNvSpPr/>
            <p:nvPr/>
          </p:nvSpPr>
          <p:spPr>
            <a:xfrm>
              <a:off x="4447624" y="1916991"/>
              <a:ext cx="2728526" cy="90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Text Placeholder 23"/>
            <p:cNvSpPr txBox="1">
              <a:spLocks/>
            </p:cNvSpPr>
            <p:nvPr/>
          </p:nvSpPr>
          <p:spPr>
            <a:xfrm>
              <a:off x="4462876" y="2224349"/>
              <a:ext cx="1728000" cy="360000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2000"/>
                </a:lnSpc>
                <a:spcBef>
                  <a:spcPts val="600"/>
                </a:spcBef>
                <a:buNone/>
              </a:pPr>
              <a:r>
                <a:rPr lang="en-US" sz="2000" b="1" spc="300" dirty="0">
                  <a:solidFill>
                    <a:schemeClr val="bg1"/>
                  </a:solidFill>
                  <a:latin typeface="Roboto" panose="02000000000000000000"/>
                  <a:ea typeface="Lato" charset="0"/>
                  <a:cs typeface="Lato" charset="0"/>
                </a:rPr>
                <a:t>PAGOS</a:t>
              </a:r>
            </a:p>
          </p:txBody>
        </p:sp>
      </p:grpSp>
      <p:sp>
        <p:nvSpPr>
          <p:cNvPr id="46" name="Text Placeholder 23"/>
          <p:cNvSpPr txBox="1">
            <a:spLocks/>
          </p:cNvSpPr>
          <p:nvPr/>
        </p:nvSpPr>
        <p:spPr>
          <a:xfrm>
            <a:off x="8029864" y="5018966"/>
            <a:ext cx="2692638" cy="972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REGISTRO DE PAGOS DE PRÉSTAMOS</a:t>
            </a:r>
          </a:p>
        </p:txBody>
      </p:sp>
      <p:sp>
        <p:nvSpPr>
          <p:cNvPr id="70" name="Shape 3623"/>
          <p:cNvSpPr>
            <a:spLocks/>
          </p:cNvSpPr>
          <p:nvPr/>
        </p:nvSpPr>
        <p:spPr bwMode="auto">
          <a:xfrm>
            <a:off x="1318563" y="1821408"/>
            <a:ext cx="504000" cy="504000"/>
          </a:xfrm>
          <a:custGeom>
            <a:avLst/>
            <a:gdLst>
              <a:gd name="T0" fmla="*/ 303629969 w 21600"/>
              <a:gd name="T1" fmla="*/ 303629969 h 21600"/>
              <a:gd name="T2" fmla="*/ 303629969 w 21600"/>
              <a:gd name="T3" fmla="*/ 303629969 h 21600"/>
              <a:gd name="T4" fmla="*/ 303629969 w 21600"/>
              <a:gd name="T5" fmla="*/ 303629969 h 21600"/>
              <a:gd name="T6" fmla="*/ 303629969 w 21600"/>
              <a:gd name="T7" fmla="*/ 303629969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8100" tIns="38100" rIns="38100" bIns="38100" anchor="ctr"/>
          <a:lstStyle/>
          <a:p>
            <a:endParaRPr lang="es-ES">
              <a:solidFill>
                <a:schemeClr val="bg1"/>
              </a:solidFill>
            </a:endParaRPr>
          </a:p>
        </p:txBody>
      </p:sp>
      <p:sp>
        <p:nvSpPr>
          <p:cNvPr id="71" name="Shape 3644"/>
          <p:cNvSpPr>
            <a:spLocks/>
          </p:cNvSpPr>
          <p:nvPr/>
        </p:nvSpPr>
        <p:spPr bwMode="auto">
          <a:xfrm>
            <a:off x="4857673" y="1853829"/>
            <a:ext cx="468000" cy="468000"/>
          </a:xfrm>
          <a:custGeom>
            <a:avLst/>
            <a:gdLst>
              <a:gd name="T0" fmla="*/ 308836604 w 21600"/>
              <a:gd name="T1" fmla="*/ 308833397 h 21600"/>
              <a:gd name="T2" fmla="*/ 308836604 w 21600"/>
              <a:gd name="T3" fmla="*/ 308833397 h 21600"/>
              <a:gd name="T4" fmla="*/ 308836604 w 21600"/>
              <a:gd name="T5" fmla="*/ 308833397 h 21600"/>
              <a:gd name="T6" fmla="*/ 308836604 w 21600"/>
              <a:gd name="T7" fmla="*/ 308833397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8100" tIns="38100" rIns="38100" bIns="38100" anchor="ctr"/>
          <a:lstStyle/>
          <a:p>
            <a:endParaRPr lang="es-ES">
              <a:solidFill>
                <a:schemeClr val="bg1"/>
              </a:solidFill>
            </a:endParaRPr>
          </a:p>
        </p:txBody>
      </p:sp>
      <p:sp>
        <p:nvSpPr>
          <p:cNvPr id="72" name="Shape 3648"/>
          <p:cNvSpPr>
            <a:spLocks/>
          </p:cNvSpPr>
          <p:nvPr/>
        </p:nvSpPr>
        <p:spPr bwMode="auto">
          <a:xfrm>
            <a:off x="8204774" y="1865573"/>
            <a:ext cx="468000" cy="504000"/>
          </a:xfrm>
          <a:custGeom>
            <a:avLst/>
            <a:gdLst>
              <a:gd name="T0" fmla="*/ 308833397 w 21600"/>
              <a:gd name="T1" fmla="*/ 308833397 h 21600"/>
              <a:gd name="T2" fmla="*/ 308833397 w 21600"/>
              <a:gd name="T3" fmla="*/ 308833397 h 21600"/>
              <a:gd name="T4" fmla="*/ 308833397 w 21600"/>
              <a:gd name="T5" fmla="*/ 308833397 h 21600"/>
              <a:gd name="T6" fmla="*/ 308833397 w 21600"/>
              <a:gd name="T7" fmla="*/ 308833397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8"/>
                  <a:pt x="8874" y="18819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8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7"/>
                  <a:pt x="18456" y="4346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7"/>
                  <a:pt x="7856" y="16572"/>
                  <a:pt x="7863" y="17142"/>
                </a:cubicBezTo>
                <a:cubicBezTo>
                  <a:pt x="7861" y="17156"/>
                  <a:pt x="7855" y="17167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8100" tIns="38100" rIns="38100" bIns="38100" anchor="ctr"/>
          <a:lstStyle/>
          <a:p>
            <a:endParaRPr lang="es-ES">
              <a:solidFill>
                <a:schemeClr val="bg1"/>
              </a:solidFill>
            </a:endParaRPr>
          </a:p>
        </p:txBody>
      </p:sp>
      <p:sp>
        <p:nvSpPr>
          <p:cNvPr id="73" name="Shape 3661"/>
          <p:cNvSpPr>
            <a:spLocks/>
          </p:cNvSpPr>
          <p:nvPr/>
        </p:nvSpPr>
        <p:spPr bwMode="auto">
          <a:xfrm>
            <a:off x="8335753" y="4324902"/>
            <a:ext cx="504000" cy="504000"/>
          </a:xfrm>
          <a:custGeom>
            <a:avLst/>
            <a:gdLst>
              <a:gd name="T0" fmla="*/ 303629969 w 21600"/>
              <a:gd name="T1" fmla="*/ 211308397 h 21600"/>
              <a:gd name="T2" fmla="*/ 303629969 w 21600"/>
              <a:gd name="T3" fmla="*/ 211308397 h 21600"/>
              <a:gd name="T4" fmla="*/ 303629969 w 21600"/>
              <a:gd name="T5" fmla="*/ 211308397 h 21600"/>
              <a:gd name="T6" fmla="*/ 303629969 w 21600"/>
              <a:gd name="T7" fmla="*/ 211308397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7182" y="12419"/>
                </a:moveTo>
                <a:cubicBezTo>
                  <a:pt x="16368" y="12419"/>
                  <a:pt x="15709" y="11695"/>
                  <a:pt x="15709" y="10799"/>
                </a:cubicBezTo>
                <a:cubicBezTo>
                  <a:pt x="15709" y="9905"/>
                  <a:pt x="16368" y="9180"/>
                  <a:pt x="17182" y="9180"/>
                </a:cubicBezTo>
                <a:cubicBezTo>
                  <a:pt x="17995" y="9180"/>
                  <a:pt x="18655" y="9905"/>
                  <a:pt x="18655" y="10799"/>
                </a:cubicBezTo>
                <a:cubicBezTo>
                  <a:pt x="18655" y="11695"/>
                  <a:pt x="17995" y="12419"/>
                  <a:pt x="17182" y="12419"/>
                </a:cubicBezTo>
                <a:moveTo>
                  <a:pt x="21109" y="10261"/>
                </a:moveTo>
                <a:lnTo>
                  <a:pt x="19587" y="10261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1"/>
                </a:cubicBezTo>
                <a:lnTo>
                  <a:pt x="491" y="10261"/>
                </a:lnTo>
                <a:cubicBezTo>
                  <a:pt x="220" y="10261"/>
                  <a:pt x="0" y="10502"/>
                  <a:pt x="0" y="10799"/>
                </a:cubicBezTo>
                <a:cubicBezTo>
                  <a:pt x="0" y="11098"/>
                  <a:pt x="220" y="11339"/>
                  <a:pt x="491" y="11339"/>
                </a:cubicBezTo>
                <a:lnTo>
                  <a:pt x="14777" y="11339"/>
                </a:lnTo>
                <a:cubicBezTo>
                  <a:pt x="15004" y="12572"/>
                  <a:pt x="15994" y="13499"/>
                  <a:pt x="17182" y="13499"/>
                </a:cubicBezTo>
                <a:cubicBezTo>
                  <a:pt x="18369" y="13499"/>
                  <a:pt x="19360" y="12572"/>
                  <a:pt x="19587" y="11339"/>
                </a:cubicBezTo>
                <a:lnTo>
                  <a:pt x="21109" y="11339"/>
                </a:lnTo>
                <a:cubicBezTo>
                  <a:pt x="21380" y="11339"/>
                  <a:pt x="21600" y="11098"/>
                  <a:pt x="21600" y="10799"/>
                </a:cubicBezTo>
                <a:cubicBezTo>
                  <a:pt x="21600" y="10502"/>
                  <a:pt x="21380" y="10261"/>
                  <a:pt x="21109" y="10261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3"/>
                  <a:pt x="4213" y="5400"/>
                  <a:pt x="5400" y="5400"/>
                </a:cubicBezTo>
                <a:cubicBezTo>
                  <a:pt x="6587" y="5400"/>
                  <a:pt x="7578" y="4473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8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8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2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2"/>
                  <a:pt x="21380" y="18359"/>
                  <a:pt x="21109" y="18359"/>
                </a:cubicBez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49" name="13 CuadroTexto"/>
          <p:cNvSpPr txBox="1">
            <a:spLocks noChangeArrowheads="1"/>
          </p:cNvSpPr>
          <p:nvPr/>
        </p:nvSpPr>
        <p:spPr bwMode="auto">
          <a:xfrm>
            <a:off x="836403" y="4448252"/>
            <a:ext cx="5899785" cy="4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s-E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</a:rPr>
              <a:t>MÓDULO DE COBRANZAS</a:t>
            </a:r>
          </a:p>
        </p:txBody>
      </p:sp>
    </p:spTree>
    <p:extLst>
      <p:ext uri="{BB962C8B-B14F-4D97-AF65-F5344CB8AC3E}">
        <p14:creationId xmlns:p14="http://schemas.microsoft.com/office/powerpoint/2010/main" val="2909183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3"/>
          <p:cNvSpPr txBox="1">
            <a:spLocks/>
          </p:cNvSpPr>
          <p:nvPr/>
        </p:nvSpPr>
        <p:spPr>
          <a:xfrm>
            <a:off x="1852363" y="2304430"/>
            <a:ext cx="2412000" cy="90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REGISTRO DE LOS PRÉSTAMOS ACTIVOS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27" name="Text Placeholder 23"/>
          <p:cNvSpPr txBox="1">
            <a:spLocks/>
          </p:cNvSpPr>
          <p:nvPr/>
        </p:nvSpPr>
        <p:spPr>
          <a:xfrm>
            <a:off x="2623137" y="3566883"/>
            <a:ext cx="2412000" cy="90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MONTOS A PAGAR PENDIENTES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28" name="Text Placeholder 23"/>
          <p:cNvSpPr txBox="1">
            <a:spLocks/>
          </p:cNvSpPr>
          <p:nvPr/>
        </p:nvSpPr>
        <p:spPr>
          <a:xfrm>
            <a:off x="3568333" y="4829336"/>
            <a:ext cx="2412000" cy="90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CONTRATOS DE PRÉSTAMOS APROBADOS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35" name="13 CuadroTexto"/>
          <p:cNvSpPr txBox="1">
            <a:spLocks noChangeArrowheads="1"/>
          </p:cNvSpPr>
          <p:nvPr/>
        </p:nvSpPr>
        <p:spPr bwMode="auto">
          <a:xfrm>
            <a:off x="421799" y="585506"/>
            <a:ext cx="5979002" cy="4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FontTx/>
              <a:buNone/>
              <a:defRPr/>
            </a:pPr>
            <a:r>
              <a:rPr lang="es-E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</a:rPr>
              <a:t>MÓDULO EMPRESA</a:t>
            </a:r>
          </a:p>
        </p:txBody>
      </p:sp>
      <p:grpSp>
        <p:nvGrpSpPr>
          <p:cNvPr id="68" name="Grupo 67"/>
          <p:cNvGrpSpPr/>
          <p:nvPr/>
        </p:nvGrpSpPr>
        <p:grpSpPr>
          <a:xfrm>
            <a:off x="7935781" y="610987"/>
            <a:ext cx="3552971" cy="5941000"/>
            <a:chOff x="7842476" y="610987"/>
            <a:chExt cx="3552971" cy="5941000"/>
          </a:xfrm>
        </p:grpSpPr>
        <p:cxnSp>
          <p:nvCxnSpPr>
            <p:cNvPr id="41" name="Conector recto 40"/>
            <p:cNvCxnSpPr/>
            <p:nvPr/>
          </p:nvCxnSpPr>
          <p:spPr>
            <a:xfrm flipV="1">
              <a:off x="8595704" y="3465005"/>
              <a:ext cx="1985214" cy="73363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upo 11"/>
            <p:cNvGrpSpPr/>
            <p:nvPr/>
          </p:nvGrpSpPr>
          <p:grpSpPr>
            <a:xfrm>
              <a:off x="8596718" y="1385660"/>
              <a:ext cx="2644912" cy="4392000"/>
              <a:chOff x="6067977" y="1783646"/>
              <a:chExt cx="2644912" cy="4392000"/>
            </a:xfrm>
          </p:grpSpPr>
          <p:grpSp>
            <p:nvGrpSpPr>
              <p:cNvPr id="4" name="Grupo 3"/>
              <p:cNvGrpSpPr/>
              <p:nvPr/>
            </p:nvGrpSpPr>
            <p:grpSpPr>
              <a:xfrm>
                <a:off x="6067977" y="1783646"/>
                <a:ext cx="1984200" cy="4392000"/>
                <a:chOff x="4264989" y="1475186"/>
                <a:chExt cx="1984200" cy="4392000"/>
              </a:xfrm>
            </p:grpSpPr>
            <p:cxnSp>
              <p:nvCxnSpPr>
                <p:cNvPr id="6" name="Conector recto 5"/>
                <p:cNvCxnSpPr/>
                <p:nvPr/>
              </p:nvCxnSpPr>
              <p:spPr>
                <a:xfrm>
                  <a:off x="4264989" y="2986367"/>
                  <a:ext cx="1984200" cy="568164"/>
                </a:xfrm>
                <a:prstGeom prst="line">
                  <a:avLst/>
                </a:prstGeom>
                <a:ln w="9525">
                  <a:solidFill>
                    <a:schemeClr val="bg1">
                      <a:lumMod val="75000"/>
                    </a:schemeClr>
                  </a:solidFill>
                  <a:prstDash val="dash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Conector recto 4"/>
                <p:cNvCxnSpPr/>
                <p:nvPr/>
              </p:nvCxnSpPr>
              <p:spPr>
                <a:xfrm>
                  <a:off x="6242712" y="1475186"/>
                  <a:ext cx="0" cy="4392000"/>
                </a:xfrm>
                <a:prstGeom prst="line">
                  <a:avLst/>
                </a:prstGeom>
                <a:ln w="9525">
                  <a:solidFill>
                    <a:schemeClr val="bg1">
                      <a:lumMod val="75000"/>
                    </a:schemeClr>
                  </a:solidFill>
                  <a:prstDash val="dash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upo 12"/>
              <p:cNvGrpSpPr/>
              <p:nvPr/>
            </p:nvGrpSpPr>
            <p:grpSpPr>
              <a:xfrm rot="18950545">
                <a:off x="6302102" y="2485154"/>
                <a:ext cx="2410787" cy="3006705"/>
                <a:chOff x="4623088" y="1806431"/>
                <a:chExt cx="2410787" cy="3006705"/>
              </a:xfrm>
            </p:grpSpPr>
            <p:cxnSp>
              <p:nvCxnSpPr>
                <p:cNvPr id="14" name="Conector recto 13"/>
                <p:cNvCxnSpPr/>
                <p:nvPr/>
              </p:nvCxnSpPr>
              <p:spPr>
                <a:xfrm rot="2649455">
                  <a:off x="5842693" y="1806431"/>
                  <a:ext cx="1191182" cy="1604538"/>
                </a:xfrm>
                <a:prstGeom prst="line">
                  <a:avLst/>
                </a:prstGeom>
                <a:ln w="9525">
                  <a:solidFill>
                    <a:schemeClr val="bg1">
                      <a:lumMod val="75000"/>
                    </a:schemeClr>
                  </a:solidFill>
                  <a:prstDash val="dash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Conector recto 14"/>
                <p:cNvCxnSpPr/>
                <p:nvPr/>
              </p:nvCxnSpPr>
              <p:spPr>
                <a:xfrm rot="2649455" flipV="1">
                  <a:off x="4623088" y="2913638"/>
                  <a:ext cx="1184710" cy="1899498"/>
                </a:xfrm>
                <a:prstGeom prst="line">
                  <a:avLst/>
                </a:prstGeom>
                <a:ln w="9525">
                  <a:solidFill>
                    <a:schemeClr val="bg1">
                      <a:lumMod val="75000"/>
                    </a:schemeClr>
                  </a:solidFill>
                  <a:prstDash val="dash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" name="Conector 15"/>
            <p:cNvSpPr/>
            <p:nvPr/>
          </p:nvSpPr>
          <p:spPr>
            <a:xfrm>
              <a:off x="8767479" y="1188559"/>
              <a:ext cx="720000" cy="720000"/>
            </a:xfrm>
            <a:prstGeom prst="flowChartConnector">
              <a:avLst/>
            </a:prstGeom>
            <a:solidFill>
              <a:srgbClr val="F0980A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onector 17"/>
            <p:cNvSpPr/>
            <p:nvPr/>
          </p:nvSpPr>
          <p:spPr>
            <a:xfrm>
              <a:off x="7847636" y="2491831"/>
              <a:ext cx="720000" cy="720000"/>
            </a:xfrm>
            <a:prstGeom prst="flowChartConnector">
              <a:avLst/>
            </a:prstGeom>
            <a:solidFill>
              <a:srgbClr val="138F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Conector 19"/>
            <p:cNvSpPr/>
            <p:nvPr/>
          </p:nvSpPr>
          <p:spPr>
            <a:xfrm>
              <a:off x="10207965" y="610987"/>
              <a:ext cx="720000" cy="720000"/>
            </a:xfrm>
            <a:prstGeom prst="flowChartConnector">
              <a:avLst/>
            </a:prstGeom>
            <a:solidFill>
              <a:srgbClr val="A0302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Conector 20"/>
            <p:cNvSpPr/>
            <p:nvPr/>
          </p:nvSpPr>
          <p:spPr>
            <a:xfrm>
              <a:off x="10207965" y="5831987"/>
              <a:ext cx="720000" cy="720000"/>
            </a:xfrm>
            <a:prstGeom prst="flowChartConnector">
              <a:avLst/>
            </a:prstGeom>
            <a:solidFill>
              <a:srgbClr val="A0302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onector 21"/>
            <p:cNvSpPr/>
            <p:nvPr/>
          </p:nvSpPr>
          <p:spPr>
            <a:xfrm>
              <a:off x="8767479" y="5316642"/>
              <a:ext cx="720000" cy="720000"/>
            </a:xfrm>
            <a:prstGeom prst="flowChartConnector">
              <a:avLst/>
            </a:prstGeom>
            <a:solidFill>
              <a:srgbClr val="F0980A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Shape 3661"/>
            <p:cNvSpPr>
              <a:spLocks/>
            </p:cNvSpPr>
            <p:nvPr/>
          </p:nvSpPr>
          <p:spPr bwMode="auto">
            <a:xfrm>
              <a:off x="10405965" y="808987"/>
              <a:ext cx="324000" cy="324000"/>
            </a:xfrm>
            <a:custGeom>
              <a:avLst/>
              <a:gdLst>
                <a:gd name="T0" fmla="*/ 303629969 w 21600"/>
                <a:gd name="T1" fmla="*/ 211308397 h 21600"/>
                <a:gd name="T2" fmla="*/ 303629969 w 21600"/>
                <a:gd name="T3" fmla="*/ 211308397 h 21600"/>
                <a:gd name="T4" fmla="*/ 303629969 w 21600"/>
                <a:gd name="T5" fmla="*/ 211308397 h 21600"/>
                <a:gd name="T6" fmla="*/ 303629969 w 21600"/>
                <a:gd name="T7" fmla="*/ 211308397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7182" y="12419"/>
                  </a:moveTo>
                  <a:cubicBezTo>
                    <a:pt x="16368" y="12419"/>
                    <a:pt x="15709" y="11695"/>
                    <a:pt x="15709" y="10799"/>
                  </a:cubicBezTo>
                  <a:cubicBezTo>
                    <a:pt x="15709" y="9905"/>
                    <a:pt x="16368" y="9180"/>
                    <a:pt x="17182" y="9180"/>
                  </a:cubicBezTo>
                  <a:cubicBezTo>
                    <a:pt x="17995" y="9180"/>
                    <a:pt x="18655" y="9905"/>
                    <a:pt x="18655" y="10799"/>
                  </a:cubicBezTo>
                  <a:cubicBezTo>
                    <a:pt x="18655" y="11695"/>
                    <a:pt x="17995" y="12419"/>
                    <a:pt x="17182" y="12419"/>
                  </a:cubicBezTo>
                  <a:moveTo>
                    <a:pt x="21109" y="10261"/>
                  </a:moveTo>
                  <a:lnTo>
                    <a:pt x="19587" y="10261"/>
                  </a:lnTo>
                  <a:cubicBezTo>
                    <a:pt x="19360" y="9028"/>
                    <a:pt x="18369" y="8100"/>
                    <a:pt x="17182" y="8100"/>
                  </a:cubicBezTo>
                  <a:cubicBezTo>
                    <a:pt x="15994" y="8100"/>
                    <a:pt x="15004" y="9028"/>
                    <a:pt x="14777" y="10261"/>
                  </a:cubicBezTo>
                  <a:lnTo>
                    <a:pt x="491" y="10261"/>
                  </a:lnTo>
                  <a:cubicBezTo>
                    <a:pt x="220" y="10261"/>
                    <a:pt x="0" y="10502"/>
                    <a:pt x="0" y="10799"/>
                  </a:cubicBezTo>
                  <a:cubicBezTo>
                    <a:pt x="0" y="11098"/>
                    <a:pt x="220" y="11339"/>
                    <a:pt x="491" y="11339"/>
                  </a:cubicBezTo>
                  <a:lnTo>
                    <a:pt x="14777" y="11339"/>
                  </a:lnTo>
                  <a:cubicBezTo>
                    <a:pt x="15004" y="12572"/>
                    <a:pt x="15994" y="13499"/>
                    <a:pt x="17182" y="13499"/>
                  </a:cubicBezTo>
                  <a:cubicBezTo>
                    <a:pt x="18369" y="13499"/>
                    <a:pt x="19360" y="12572"/>
                    <a:pt x="19587" y="11339"/>
                  </a:cubicBezTo>
                  <a:lnTo>
                    <a:pt x="21109" y="11339"/>
                  </a:lnTo>
                  <a:cubicBezTo>
                    <a:pt x="21380" y="11339"/>
                    <a:pt x="21600" y="11098"/>
                    <a:pt x="21600" y="10799"/>
                  </a:cubicBezTo>
                  <a:cubicBezTo>
                    <a:pt x="21600" y="10502"/>
                    <a:pt x="21380" y="10261"/>
                    <a:pt x="21109" y="10261"/>
                  </a:cubicBezTo>
                  <a:moveTo>
                    <a:pt x="5400" y="1080"/>
                  </a:moveTo>
                  <a:cubicBezTo>
                    <a:pt x="6214" y="1080"/>
                    <a:pt x="6873" y="1806"/>
                    <a:pt x="6873" y="2700"/>
                  </a:cubicBezTo>
                  <a:cubicBezTo>
                    <a:pt x="6873" y="3595"/>
                    <a:pt x="6214" y="4320"/>
                    <a:pt x="5400" y="4320"/>
                  </a:cubicBezTo>
                  <a:cubicBezTo>
                    <a:pt x="4586" y="4320"/>
                    <a:pt x="3927" y="3595"/>
                    <a:pt x="3927" y="2700"/>
                  </a:cubicBezTo>
                  <a:cubicBezTo>
                    <a:pt x="3927" y="1806"/>
                    <a:pt x="4586" y="1080"/>
                    <a:pt x="5400" y="1080"/>
                  </a:cubicBezTo>
                  <a:moveTo>
                    <a:pt x="491" y="3240"/>
                  </a:moveTo>
                  <a:lnTo>
                    <a:pt x="2995" y="3240"/>
                  </a:lnTo>
                  <a:cubicBezTo>
                    <a:pt x="3222" y="4473"/>
                    <a:pt x="4213" y="5400"/>
                    <a:pt x="5400" y="5400"/>
                  </a:cubicBezTo>
                  <a:cubicBezTo>
                    <a:pt x="6587" y="5400"/>
                    <a:pt x="7578" y="4473"/>
                    <a:pt x="7805" y="3240"/>
                  </a:cubicBezTo>
                  <a:lnTo>
                    <a:pt x="21109" y="3240"/>
                  </a:lnTo>
                  <a:cubicBezTo>
                    <a:pt x="21380" y="3240"/>
                    <a:pt x="21600" y="2998"/>
                    <a:pt x="21600" y="2700"/>
                  </a:cubicBezTo>
                  <a:cubicBezTo>
                    <a:pt x="21600" y="2402"/>
                    <a:pt x="21380" y="2160"/>
                    <a:pt x="21109" y="2160"/>
                  </a:cubicBezTo>
                  <a:lnTo>
                    <a:pt x="7805" y="2160"/>
                  </a:lnTo>
                  <a:cubicBezTo>
                    <a:pt x="7578" y="928"/>
                    <a:pt x="6587" y="0"/>
                    <a:pt x="5400" y="0"/>
                  </a:cubicBezTo>
                  <a:cubicBezTo>
                    <a:pt x="4213" y="0"/>
                    <a:pt x="3222" y="928"/>
                    <a:pt x="2995" y="2160"/>
                  </a:cubicBezTo>
                  <a:lnTo>
                    <a:pt x="491" y="2160"/>
                  </a:lnTo>
                  <a:cubicBezTo>
                    <a:pt x="220" y="2160"/>
                    <a:pt x="0" y="2402"/>
                    <a:pt x="0" y="2700"/>
                  </a:cubicBezTo>
                  <a:cubicBezTo>
                    <a:pt x="0" y="2998"/>
                    <a:pt x="220" y="3240"/>
                    <a:pt x="491" y="3240"/>
                  </a:cubicBezTo>
                  <a:moveTo>
                    <a:pt x="9327" y="20519"/>
                  </a:moveTo>
                  <a:cubicBezTo>
                    <a:pt x="8514" y="20519"/>
                    <a:pt x="7855" y="19794"/>
                    <a:pt x="7855" y="18899"/>
                  </a:cubicBezTo>
                  <a:cubicBezTo>
                    <a:pt x="7855" y="18005"/>
                    <a:pt x="8514" y="17279"/>
                    <a:pt x="9327" y="17279"/>
                  </a:cubicBezTo>
                  <a:cubicBezTo>
                    <a:pt x="10141" y="17279"/>
                    <a:pt x="10800" y="18005"/>
                    <a:pt x="10800" y="18899"/>
                  </a:cubicBezTo>
                  <a:cubicBezTo>
                    <a:pt x="10800" y="19794"/>
                    <a:pt x="10141" y="20519"/>
                    <a:pt x="9327" y="20519"/>
                  </a:cubicBezTo>
                  <a:moveTo>
                    <a:pt x="21109" y="18359"/>
                  </a:moveTo>
                  <a:lnTo>
                    <a:pt x="11732" y="18359"/>
                  </a:lnTo>
                  <a:cubicBezTo>
                    <a:pt x="11505" y="17127"/>
                    <a:pt x="10515" y="16199"/>
                    <a:pt x="9327" y="16199"/>
                  </a:cubicBezTo>
                  <a:cubicBezTo>
                    <a:pt x="8140" y="16199"/>
                    <a:pt x="7150" y="17127"/>
                    <a:pt x="6922" y="18359"/>
                  </a:cubicBezTo>
                  <a:lnTo>
                    <a:pt x="491" y="18359"/>
                  </a:lnTo>
                  <a:cubicBezTo>
                    <a:pt x="220" y="18359"/>
                    <a:pt x="0" y="18602"/>
                    <a:pt x="0" y="18899"/>
                  </a:cubicBezTo>
                  <a:cubicBezTo>
                    <a:pt x="0" y="19198"/>
                    <a:pt x="220" y="19439"/>
                    <a:pt x="491" y="19439"/>
                  </a:cubicBezTo>
                  <a:lnTo>
                    <a:pt x="6922" y="19439"/>
                  </a:lnTo>
                  <a:cubicBezTo>
                    <a:pt x="7150" y="20672"/>
                    <a:pt x="8140" y="21600"/>
                    <a:pt x="9327" y="21600"/>
                  </a:cubicBezTo>
                  <a:cubicBezTo>
                    <a:pt x="10515" y="21600"/>
                    <a:pt x="11505" y="20672"/>
                    <a:pt x="11732" y="19439"/>
                  </a:cubicBezTo>
                  <a:lnTo>
                    <a:pt x="21109" y="19439"/>
                  </a:lnTo>
                  <a:cubicBezTo>
                    <a:pt x="21380" y="19439"/>
                    <a:pt x="21600" y="19198"/>
                    <a:pt x="21600" y="18899"/>
                  </a:cubicBezTo>
                  <a:cubicBezTo>
                    <a:pt x="21600" y="18602"/>
                    <a:pt x="21380" y="18359"/>
                    <a:pt x="21109" y="18359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  <p:sp>
          <p:nvSpPr>
            <p:cNvPr id="37" name="Shape 3695"/>
            <p:cNvSpPr>
              <a:spLocks/>
            </p:cNvSpPr>
            <p:nvPr/>
          </p:nvSpPr>
          <p:spPr bwMode="auto">
            <a:xfrm>
              <a:off x="8947479" y="1368559"/>
              <a:ext cx="360000" cy="360000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7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3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2"/>
                  </a:cubicBezTo>
                  <a:cubicBezTo>
                    <a:pt x="11048" y="15407"/>
                    <a:pt x="10935" y="14996"/>
                    <a:pt x="10708" y="14647"/>
                  </a:cubicBezTo>
                  <a:cubicBezTo>
                    <a:pt x="10481" y="14299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7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5"/>
                  </a:cubicBezTo>
                  <a:cubicBezTo>
                    <a:pt x="6459" y="11198"/>
                    <a:pt x="6309" y="11465"/>
                    <a:pt x="6204" y="11777"/>
                  </a:cubicBezTo>
                  <a:cubicBezTo>
                    <a:pt x="6100" y="12089"/>
                    <a:pt x="6040" y="12433"/>
                    <a:pt x="6026" y="12812"/>
                  </a:cubicBezTo>
                  <a:lnTo>
                    <a:pt x="6944" y="12812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8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6"/>
                  </a:cubicBezTo>
                  <a:cubicBezTo>
                    <a:pt x="9623" y="11626"/>
                    <a:pt x="9752" y="11944"/>
                    <a:pt x="9752" y="12366"/>
                  </a:cubicBezTo>
                  <a:cubicBezTo>
                    <a:pt x="9752" y="12574"/>
                    <a:pt x="9713" y="12760"/>
                    <a:pt x="9634" y="12922"/>
                  </a:cubicBezTo>
                  <a:cubicBezTo>
                    <a:pt x="9554" y="13086"/>
                    <a:pt x="9448" y="13221"/>
                    <a:pt x="9315" y="13328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8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6"/>
                  </a:cubicBezTo>
                  <a:lnTo>
                    <a:pt x="7895" y="14446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8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8"/>
                    <a:pt x="9860" y="15086"/>
                    <a:pt x="9947" y="15276"/>
                  </a:cubicBezTo>
                  <a:cubicBezTo>
                    <a:pt x="10033" y="15465"/>
                    <a:pt x="10076" y="15681"/>
                    <a:pt x="10076" y="15926"/>
                  </a:cubicBezTo>
                  <a:cubicBezTo>
                    <a:pt x="10076" y="16164"/>
                    <a:pt x="10031" y="16376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0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2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500"/>
                  </a:lnTo>
                  <a:lnTo>
                    <a:pt x="14257" y="12500"/>
                  </a:lnTo>
                  <a:cubicBezTo>
                    <a:pt x="14257" y="12500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6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6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  <p:sp>
          <p:nvSpPr>
            <p:cNvPr id="38" name="Shape 3665"/>
            <p:cNvSpPr>
              <a:spLocks/>
            </p:cNvSpPr>
            <p:nvPr/>
          </p:nvSpPr>
          <p:spPr bwMode="auto">
            <a:xfrm>
              <a:off x="8027636" y="2671831"/>
              <a:ext cx="360000" cy="360000"/>
            </a:xfrm>
            <a:custGeom>
              <a:avLst/>
              <a:gdLst>
                <a:gd name="T0" fmla="*/ 308833397 w 21600"/>
                <a:gd name="T1" fmla="*/ 308836604 h 21600"/>
                <a:gd name="T2" fmla="*/ 308833397 w 21600"/>
                <a:gd name="T3" fmla="*/ 308836604 h 21600"/>
                <a:gd name="T4" fmla="*/ 308833397 w 21600"/>
                <a:gd name="T5" fmla="*/ 308836604 h 21600"/>
                <a:gd name="T6" fmla="*/ 308833397 w 21600"/>
                <a:gd name="T7" fmla="*/ 30883660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618" y="12013"/>
                  </a:moveTo>
                  <a:cubicBezTo>
                    <a:pt x="20614" y="12014"/>
                    <a:pt x="20611" y="12016"/>
                    <a:pt x="20607" y="12017"/>
                  </a:cubicBezTo>
                  <a:lnTo>
                    <a:pt x="19602" y="12269"/>
                  </a:lnTo>
                  <a:cubicBezTo>
                    <a:pt x="19256" y="12354"/>
                    <a:pt x="18984" y="12622"/>
                    <a:pt x="18892" y="12966"/>
                  </a:cubicBezTo>
                  <a:cubicBezTo>
                    <a:pt x="18703" y="13673"/>
                    <a:pt x="18421" y="14351"/>
                    <a:pt x="18053" y="14986"/>
                  </a:cubicBezTo>
                  <a:cubicBezTo>
                    <a:pt x="17873" y="15295"/>
                    <a:pt x="17876" y="15677"/>
                    <a:pt x="18060" y="15984"/>
                  </a:cubicBezTo>
                  <a:lnTo>
                    <a:pt x="18601" y="16885"/>
                  </a:lnTo>
                  <a:lnTo>
                    <a:pt x="16886" y="18600"/>
                  </a:lnTo>
                  <a:cubicBezTo>
                    <a:pt x="16882" y="18599"/>
                    <a:pt x="16878" y="18597"/>
                    <a:pt x="16875" y="18595"/>
                  </a:cubicBezTo>
                  <a:lnTo>
                    <a:pt x="15978" y="18057"/>
                  </a:lnTo>
                  <a:cubicBezTo>
                    <a:pt x="15822" y="17964"/>
                    <a:pt x="15648" y="17917"/>
                    <a:pt x="15473" y="17917"/>
                  </a:cubicBezTo>
                  <a:cubicBezTo>
                    <a:pt x="15304" y="17917"/>
                    <a:pt x="15134" y="17961"/>
                    <a:pt x="14982" y="18049"/>
                  </a:cubicBezTo>
                  <a:cubicBezTo>
                    <a:pt x="14348" y="18415"/>
                    <a:pt x="13671" y="18696"/>
                    <a:pt x="12968" y="18884"/>
                  </a:cubicBezTo>
                  <a:cubicBezTo>
                    <a:pt x="12624" y="18976"/>
                    <a:pt x="12356" y="19248"/>
                    <a:pt x="12269" y="19594"/>
                  </a:cubicBezTo>
                  <a:lnTo>
                    <a:pt x="12016" y="20608"/>
                  </a:lnTo>
                  <a:cubicBezTo>
                    <a:pt x="12015" y="20611"/>
                    <a:pt x="12014" y="20614"/>
                    <a:pt x="12012" y="20619"/>
                  </a:cubicBezTo>
                  <a:lnTo>
                    <a:pt x="9587" y="20619"/>
                  </a:lnTo>
                  <a:lnTo>
                    <a:pt x="9331" y="19594"/>
                  </a:lnTo>
                  <a:cubicBezTo>
                    <a:pt x="9244" y="19248"/>
                    <a:pt x="8976" y="18976"/>
                    <a:pt x="8632" y="18884"/>
                  </a:cubicBezTo>
                  <a:cubicBezTo>
                    <a:pt x="7929" y="18696"/>
                    <a:pt x="7252" y="18415"/>
                    <a:pt x="6617" y="18049"/>
                  </a:cubicBezTo>
                  <a:cubicBezTo>
                    <a:pt x="6465" y="17961"/>
                    <a:pt x="6296" y="17917"/>
                    <a:pt x="6127" y="17917"/>
                  </a:cubicBezTo>
                  <a:cubicBezTo>
                    <a:pt x="5951" y="17917"/>
                    <a:pt x="5777" y="17964"/>
                    <a:pt x="5621" y="18057"/>
                  </a:cubicBezTo>
                  <a:lnTo>
                    <a:pt x="4725" y="18595"/>
                  </a:lnTo>
                  <a:cubicBezTo>
                    <a:pt x="4722" y="18597"/>
                    <a:pt x="4718" y="18599"/>
                    <a:pt x="4714" y="18600"/>
                  </a:cubicBezTo>
                  <a:lnTo>
                    <a:pt x="3000" y="16885"/>
                  </a:lnTo>
                  <a:lnTo>
                    <a:pt x="3540" y="15983"/>
                  </a:lnTo>
                  <a:cubicBezTo>
                    <a:pt x="3724" y="15677"/>
                    <a:pt x="3727" y="15295"/>
                    <a:pt x="3548" y="14986"/>
                  </a:cubicBezTo>
                  <a:cubicBezTo>
                    <a:pt x="3179" y="14351"/>
                    <a:pt x="2897" y="13672"/>
                    <a:pt x="2708" y="12966"/>
                  </a:cubicBezTo>
                  <a:cubicBezTo>
                    <a:pt x="2616" y="12622"/>
                    <a:pt x="2343" y="12354"/>
                    <a:pt x="1998" y="12269"/>
                  </a:cubicBezTo>
                  <a:lnTo>
                    <a:pt x="993" y="12017"/>
                  </a:lnTo>
                  <a:cubicBezTo>
                    <a:pt x="989" y="12016"/>
                    <a:pt x="986" y="12014"/>
                    <a:pt x="982" y="12013"/>
                  </a:cubicBezTo>
                  <a:lnTo>
                    <a:pt x="982" y="9587"/>
                  </a:lnTo>
                  <a:lnTo>
                    <a:pt x="1998" y="9333"/>
                  </a:lnTo>
                  <a:cubicBezTo>
                    <a:pt x="2343" y="9247"/>
                    <a:pt x="2616" y="8979"/>
                    <a:pt x="2708" y="8634"/>
                  </a:cubicBezTo>
                  <a:cubicBezTo>
                    <a:pt x="2897" y="7928"/>
                    <a:pt x="3179" y="7250"/>
                    <a:pt x="3548" y="6615"/>
                  </a:cubicBezTo>
                  <a:cubicBezTo>
                    <a:pt x="3727" y="6305"/>
                    <a:pt x="3724" y="5924"/>
                    <a:pt x="3540" y="5617"/>
                  </a:cubicBezTo>
                  <a:lnTo>
                    <a:pt x="3005" y="4725"/>
                  </a:lnTo>
                  <a:cubicBezTo>
                    <a:pt x="3004" y="4722"/>
                    <a:pt x="3002" y="4718"/>
                    <a:pt x="3000" y="4715"/>
                  </a:cubicBezTo>
                  <a:lnTo>
                    <a:pt x="4715" y="3000"/>
                  </a:lnTo>
                  <a:lnTo>
                    <a:pt x="5621" y="3544"/>
                  </a:lnTo>
                  <a:cubicBezTo>
                    <a:pt x="5777" y="3637"/>
                    <a:pt x="5951" y="3683"/>
                    <a:pt x="6127" y="3683"/>
                  </a:cubicBezTo>
                  <a:cubicBezTo>
                    <a:pt x="6296" y="3683"/>
                    <a:pt x="6465" y="3640"/>
                    <a:pt x="6618" y="3551"/>
                  </a:cubicBezTo>
                  <a:cubicBezTo>
                    <a:pt x="7251" y="3185"/>
                    <a:pt x="7929" y="2904"/>
                    <a:pt x="8632" y="2717"/>
                  </a:cubicBezTo>
                  <a:cubicBezTo>
                    <a:pt x="8976" y="2624"/>
                    <a:pt x="9244" y="2353"/>
                    <a:pt x="9331" y="2007"/>
                  </a:cubicBezTo>
                  <a:lnTo>
                    <a:pt x="9587" y="982"/>
                  </a:lnTo>
                  <a:lnTo>
                    <a:pt x="12012" y="982"/>
                  </a:lnTo>
                  <a:cubicBezTo>
                    <a:pt x="12014" y="986"/>
                    <a:pt x="12015" y="989"/>
                    <a:pt x="12016" y="993"/>
                  </a:cubicBezTo>
                  <a:lnTo>
                    <a:pt x="12269" y="2007"/>
                  </a:lnTo>
                  <a:cubicBezTo>
                    <a:pt x="12356" y="2353"/>
                    <a:pt x="12624" y="2624"/>
                    <a:pt x="12968" y="2717"/>
                  </a:cubicBezTo>
                  <a:cubicBezTo>
                    <a:pt x="13671" y="2904"/>
                    <a:pt x="14348" y="3185"/>
                    <a:pt x="14982" y="3551"/>
                  </a:cubicBezTo>
                  <a:cubicBezTo>
                    <a:pt x="15134" y="3640"/>
                    <a:pt x="15304" y="3683"/>
                    <a:pt x="15473" y="3683"/>
                  </a:cubicBezTo>
                  <a:cubicBezTo>
                    <a:pt x="15648" y="3683"/>
                    <a:pt x="15822" y="3637"/>
                    <a:pt x="15978" y="3544"/>
                  </a:cubicBezTo>
                  <a:lnTo>
                    <a:pt x="16884" y="3000"/>
                  </a:lnTo>
                  <a:lnTo>
                    <a:pt x="18600" y="4715"/>
                  </a:lnTo>
                  <a:cubicBezTo>
                    <a:pt x="18598" y="4718"/>
                    <a:pt x="18597" y="4722"/>
                    <a:pt x="18595" y="4726"/>
                  </a:cubicBezTo>
                  <a:lnTo>
                    <a:pt x="18060" y="5617"/>
                  </a:lnTo>
                  <a:cubicBezTo>
                    <a:pt x="17876" y="5924"/>
                    <a:pt x="17873" y="6305"/>
                    <a:pt x="18053" y="6615"/>
                  </a:cubicBezTo>
                  <a:cubicBezTo>
                    <a:pt x="18421" y="7249"/>
                    <a:pt x="18703" y="7928"/>
                    <a:pt x="18892" y="8634"/>
                  </a:cubicBezTo>
                  <a:cubicBezTo>
                    <a:pt x="18984" y="8979"/>
                    <a:pt x="19256" y="9247"/>
                    <a:pt x="19602" y="9333"/>
                  </a:cubicBezTo>
                  <a:lnTo>
                    <a:pt x="20618" y="9587"/>
                  </a:lnTo>
                  <a:cubicBezTo>
                    <a:pt x="20618" y="9587"/>
                    <a:pt x="20618" y="12013"/>
                    <a:pt x="20618" y="12013"/>
                  </a:cubicBezTo>
                  <a:close/>
                  <a:moveTo>
                    <a:pt x="20880" y="8641"/>
                  </a:moveTo>
                  <a:lnTo>
                    <a:pt x="19841" y="8380"/>
                  </a:lnTo>
                  <a:cubicBezTo>
                    <a:pt x="19626" y="7580"/>
                    <a:pt x="19308" y="6822"/>
                    <a:pt x="18902" y="6122"/>
                  </a:cubicBezTo>
                  <a:lnTo>
                    <a:pt x="19455" y="5201"/>
                  </a:lnTo>
                  <a:cubicBezTo>
                    <a:pt x="19625" y="4871"/>
                    <a:pt x="19736" y="4463"/>
                    <a:pt x="19455" y="4182"/>
                  </a:cubicBezTo>
                  <a:lnTo>
                    <a:pt x="17419" y="2146"/>
                  </a:lnTo>
                  <a:cubicBezTo>
                    <a:pt x="17292" y="2018"/>
                    <a:pt x="17136" y="1968"/>
                    <a:pt x="16975" y="1968"/>
                  </a:cubicBezTo>
                  <a:cubicBezTo>
                    <a:pt x="16778" y="1968"/>
                    <a:pt x="16572" y="2043"/>
                    <a:pt x="16400" y="2146"/>
                  </a:cubicBezTo>
                  <a:lnTo>
                    <a:pt x="15473" y="2702"/>
                  </a:lnTo>
                  <a:cubicBezTo>
                    <a:pt x="14775" y="2298"/>
                    <a:pt x="14020" y="1982"/>
                    <a:pt x="13222" y="1768"/>
                  </a:cubicBezTo>
                  <a:lnTo>
                    <a:pt x="12960" y="720"/>
                  </a:lnTo>
                  <a:cubicBezTo>
                    <a:pt x="12848" y="367"/>
                    <a:pt x="12638" y="0"/>
                    <a:pt x="12240" y="0"/>
                  </a:cubicBezTo>
                  <a:lnTo>
                    <a:pt x="9360" y="0"/>
                  </a:lnTo>
                  <a:cubicBezTo>
                    <a:pt x="8962" y="0"/>
                    <a:pt x="8730" y="367"/>
                    <a:pt x="8640" y="720"/>
                  </a:cubicBezTo>
                  <a:lnTo>
                    <a:pt x="8378" y="1768"/>
                  </a:lnTo>
                  <a:cubicBezTo>
                    <a:pt x="7580" y="1982"/>
                    <a:pt x="6825" y="2298"/>
                    <a:pt x="6127" y="2702"/>
                  </a:cubicBezTo>
                  <a:lnTo>
                    <a:pt x="5200" y="2146"/>
                  </a:lnTo>
                  <a:cubicBezTo>
                    <a:pt x="5028" y="2043"/>
                    <a:pt x="4822" y="1968"/>
                    <a:pt x="4625" y="1968"/>
                  </a:cubicBezTo>
                  <a:cubicBezTo>
                    <a:pt x="4464" y="1968"/>
                    <a:pt x="4308" y="2018"/>
                    <a:pt x="4181" y="2146"/>
                  </a:cubicBezTo>
                  <a:lnTo>
                    <a:pt x="2145" y="4182"/>
                  </a:lnTo>
                  <a:cubicBezTo>
                    <a:pt x="1864" y="4463"/>
                    <a:pt x="1975" y="4871"/>
                    <a:pt x="2145" y="5201"/>
                  </a:cubicBezTo>
                  <a:lnTo>
                    <a:pt x="2698" y="6122"/>
                  </a:lnTo>
                  <a:cubicBezTo>
                    <a:pt x="2292" y="6822"/>
                    <a:pt x="1973" y="7580"/>
                    <a:pt x="1759" y="8380"/>
                  </a:cubicBezTo>
                  <a:lnTo>
                    <a:pt x="720" y="8641"/>
                  </a:lnTo>
                  <a:cubicBezTo>
                    <a:pt x="367" y="8730"/>
                    <a:pt x="0" y="8963"/>
                    <a:pt x="0" y="9361"/>
                  </a:cubicBezTo>
                  <a:lnTo>
                    <a:pt x="0" y="12240"/>
                  </a:lnTo>
                  <a:cubicBezTo>
                    <a:pt x="0" y="12638"/>
                    <a:pt x="367" y="12848"/>
                    <a:pt x="720" y="12960"/>
                  </a:cubicBezTo>
                  <a:lnTo>
                    <a:pt x="1759" y="13220"/>
                  </a:lnTo>
                  <a:cubicBezTo>
                    <a:pt x="1973" y="14021"/>
                    <a:pt x="2292" y="14778"/>
                    <a:pt x="2698" y="15479"/>
                  </a:cubicBezTo>
                  <a:lnTo>
                    <a:pt x="2145" y="16400"/>
                  </a:lnTo>
                  <a:cubicBezTo>
                    <a:pt x="1959" y="16714"/>
                    <a:pt x="1864" y="17138"/>
                    <a:pt x="2145" y="17419"/>
                  </a:cubicBezTo>
                  <a:lnTo>
                    <a:pt x="4181" y="19455"/>
                  </a:lnTo>
                  <a:cubicBezTo>
                    <a:pt x="4305" y="19579"/>
                    <a:pt x="4454" y="19627"/>
                    <a:pt x="4610" y="19627"/>
                  </a:cubicBezTo>
                  <a:cubicBezTo>
                    <a:pt x="4807" y="19627"/>
                    <a:pt x="5016" y="19550"/>
                    <a:pt x="5200" y="19455"/>
                  </a:cubicBezTo>
                  <a:lnTo>
                    <a:pt x="6127" y="18899"/>
                  </a:lnTo>
                  <a:cubicBezTo>
                    <a:pt x="6825" y="19303"/>
                    <a:pt x="7580" y="19619"/>
                    <a:pt x="8378" y="19832"/>
                  </a:cubicBezTo>
                  <a:lnTo>
                    <a:pt x="8640" y="20880"/>
                  </a:lnTo>
                  <a:cubicBezTo>
                    <a:pt x="8730" y="21233"/>
                    <a:pt x="8962" y="21600"/>
                    <a:pt x="9360" y="21600"/>
                  </a:cubicBezTo>
                  <a:lnTo>
                    <a:pt x="12240" y="21600"/>
                  </a:lnTo>
                  <a:cubicBezTo>
                    <a:pt x="12638" y="21600"/>
                    <a:pt x="12848" y="21233"/>
                    <a:pt x="12960" y="20880"/>
                  </a:cubicBezTo>
                  <a:lnTo>
                    <a:pt x="13222" y="19832"/>
                  </a:lnTo>
                  <a:cubicBezTo>
                    <a:pt x="14020" y="19619"/>
                    <a:pt x="14775" y="19303"/>
                    <a:pt x="15473" y="18899"/>
                  </a:cubicBezTo>
                  <a:lnTo>
                    <a:pt x="16400" y="19455"/>
                  </a:lnTo>
                  <a:cubicBezTo>
                    <a:pt x="16584" y="19550"/>
                    <a:pt x="16793" y="19627"/>
                    <a:pt x="16990" y="19627"/>
                  </a:cubicBezTo>
                  <a:cubicBezTo>
                    <a:pt x="17146" y="19627"/>
                    <a:pt x="17294" y="19579"/>
                    <a:pt x="17419" y="19455"/>
                  </a:cubicBezTo>
                  <a:lnTo>
                    <a:pt x="19455" y="17419"/>
                  </a:lnTo>
                  <a:cubicBezTo>
                    <a:pt x="19736" y="17138"/>
                    <a:pt x="19641" y="16714"/>
                    <a:pt x="19455" y="16400"/>
                  </a:cubicBezTo>
                  <a:lnTo>
                    <a:pt x="18902" y="15479"/>
                  </a:lnTo>
                  <a:cubicBezTo>
                    <a:pt x="19308" y="14778"/>
                    <a:pt x="19626" y="14021"/>
                    <a:pt x="19841" y="13220"/>
                  </a:cubicBezTo>
                  <a:lnTo>
                    <a:pt x="20880" y="12960"/>
                  </a:lnTo>
                  <a:cubicBezTo>
                    <a:pt x="21233" y="12848"/>
                    <a:pt x="21600" y="12638"/>
                    <a:pt x="21600" y="12240"/>
                  </a:cubicBezTo>
                  <a:lnTo>
                    <a:pt x="21600" y="9361"/>
                  </a:lnTo>
                  <a:cubicBezTo>
                    <a:pt x="21600" y="8963"/>
                    <a:pt x="21233" y="8730"/>
                    <a:pt x="20880" y="8641"/>
                  </a:cubicBezTo>
                  <a:moveTo>
                    <a:pt x="15709" y="10800"/>
                  </a:moveTo>
                  <a:cubicBezTo>
                    <a:pt x="15709" y="13346"/>
                    <a:pt x="13771" y="15439"/>
                    <a:pt x="11291" y="15685"/>
                  </a:cubicBezTo>
                  <a:lnTo>
                    <a:pt x="11291" y="12695"/>
                  </a:lnTo>
                  <a:cubicBezTo>
                    <a:pt x="12137" y="12476"/>
                    <a:pt x="12764" y="11715"/>
                    <a:pt x="12764" y="10800"/>
                  </a:cubicBezTo>
                  <a:cubicBezTo>
                    <a:pt x="12764" y="10630"/>
                    <a:pt x="12735" y="10467"/>
                    <a:pt x="12694" y="10310"/>
                  </a:cubicBezTo>
                  <a:lnTo>
                    <a:pt x="15308" y="8857"/>
                  </a:lnTo>
                  <a:cubicBezTo>
                    <a:pt x="15565" y="9454"/>
                    <a:pt x="15709" y="10110"/>
                    <a:pt x="15709" y="10800"/>
                  </a:cubicBezTo>
                  <a:moveTo>
                    <a:pt x="9818" y="10800"/>
                  </a:moveTo>
                  <a:cubicBezTo>
                    <a:pt x="9818" y="10258"/>
                    <a:pt x="10258" y="9818"/>
                    <a:pt x="10800" y="9818"/>
                  </a:cubicBezTo>
                  <a:cubicBezTo>
                    <a:pt x="11342" y="9818"/>
                    <a:pt x="11782" y="10258"/>
                    <a:pt x="11782" y="10800"/>
                  </a:cubicBezTo>
                  <a:cubicBezTo>
                    <a:pt x="11782" y="11343"/>
                    <a:pt x="11342" y="11782"/>
                    <a:pt x="10800" y="11782"/>
                  </a:cubicBezTo>
                  <a:cubicBezTo>
                    <a:pt x="10258" y="11782"/>
                    <a:pt x="9818" y="11343"/>
                    <a:pt x="9818" y="10800"/>
                  </a:cubicBezTo>
                  <a:moveTo>
                    <a:pt x="10309" y="15685"/>
                  </a:moveTo>
                  <a:cubicBezTo>
                    <a:pt x="7829" y="15439"/>
                    <a:pt x="5891" y="13346"/>
                    <a:pt x="5891" y="10800"/>
                  </a:cubicBezTo>
                  <a:cubicBezTo>
                    <a:pt x="5891" y="10110"/>
                    <a:pt x="6035" y="9454"/>
                    <a:pt x="6292" y="8857"/>
                  </a:cubicBezTo>
                  <a:lnTo>
                    <a:pt x="8906" y="10310"/>
                  </a:lnTo>
                  <a:cubicBezTo>
                    <a:pt x="8865" y="10467"/>
                    <a:pt x="8836" y="10630"/>
                    <a:pt x="8836" y="10800"/>
                  </a:cubicBezTo>
                  <a:cubicBezTo>
                    <a:pt x="8836" y="11715"/>
                    <a:pt x="9463" y="12476"/>
                    <a:pt x="10309" y="12695"/>
                  </a:cubicBezTo>
                  <a:cubicBezTo>
                    <a:pt x="10309" y="12695"/>
                    <a:pt x="10309" y="15685"/>
                    <a:pt x="10309" y="15685"/>
                  </a:cubicBezTo>
                  <a:close/>
                  <a:moveTo>
                    <a:pt x="10800" y="5891"/>
                  </a:moveTo>
                  <a:cubicBezTo>
                    <a:pt x="12470" y="5891"/>
                    <a:pt x="13942" y="6727"/>
                    <a:pt x="14829" y="8000"/>
                  </a:cubicBezTo>
                  <a:lnTo>
                    <a:pt x="12220" y="9450"/>
                  </a:lnTo>
                  <a:cubicBezTo>
                    <a:pt x="11862" y="9074"/>
                    <a:pt x="11360" y="8836"/>
                    <a:pt x="10800" y="8836"/>
                  </a:cubicBezTo>
                  <a:cubicBezTo>
                    <a:pt x="10240" y="8836"/>
                    <a:pt x="9738" y="9074"/>
                    <a:pt x="9380" y="9450"/>
                  </a:cubicBezTo>
                  <a:lnTo>
                    <a:pt x="6771" y="8000"/>
                  </a:lnTo>
                  <a:cubicBezTo>
                    <a:pt x="7658" y="6727"/>
                    <a:pt x="9130" y="5891"/>
                    <a:pt x="10800" y="5891"/>
                  </a:cubicBezTo>
                  <a:moveTo>
                    <a:pt x="10800" y="4909"/>
                  </a:moveTo>
                  <a:cubicBezTo>
                    <a:pt x="7547" y="4909"/>
                    <a:pt x="4909" y="7547"/>
                    <a:pt x="4909" y="10800"/>
                  </a:cubicBezTo>
                  <a:cubicBezTo>
                    <a:pt x="4909" y="14054"/>
                    <a:pt x="7547" y="16691"/>
                    <a:pt x="10800" y="16691"/>
                  </a:cubicBezTo>
                  <a:cubicBezTo>
                    <a:pt x="14053" y="16691"/>
                    <a:pt x="16691" y="14054"/>
                    <a:pt x="16691" y="10800"/>
                  </a:cubicBezTo>
                  <a:cubicBezTo>
                    <a:pt x="16691" y="7547"/>
                    <a:pt x="14053" y="4909"/>
                    <a:pt x="10800" y="4909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  <p:sp>
          <p:nvSpPr>
            <p:cNvPr id="39" name="Shape 3840"/>
            <p:cNvSpPr>
              <a:spLocks/>
            </p:cNvSpPr>
            <p:nvPr/>
          </p:nvSpPr>
          <p:spPr bwMode="auto">
            <a:xfrm>
              <a:off x="8947479" y="5532642"/>
              <a:ext cx="360000" cy="288000"/>
            </a:xfrm>
            <a:custGeom>
              <a:avLst/>
              <a:gdLst>
                <a:gd name="T0" fmla="*/ 301956945 w 21600"/>
                <a:gd name="T1" fmla="*/ 82512351 h 21600"/>
                <a:gd name="T2" fmla="*/ 301956945 w 21600"/>
                <a:gd name="T3" fmla="*/ 82512351 h 21600"/>
                <a:gd name="T4" fmla="*/ 301956945 w 21600"/>
                <a:gd name="T5" fmla="*/ 82512351 h 21600"/>
                <a:gd name="T6" fmla="*/ 301956945 w 21600"/>
                <a:gd name="T7" fmla="*/ 82512351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0393" y="13692"/>
                  </a:moveTo>
                  <a:lnTo>
                    <a:pt x="10114" y="15238"/>
                  </a:lnTo>
                  <a:cubicBezTo>
                    <a:pt x="10458" y="15355"/>
                    <a:pt x="11518" y="15827"/>
                    <a:pt x="11675" y="14955"/>
                  </a:cubicBezTo>
                  <a:cubicBezTo>
                    <a:pt x="11839" y="14046"/>
                    <a:pt x="10737" y="13811"/>
                    <a:pt x="10393" y="13692"/>
                  </a:cubicBezTo>
                  <a:moveTo>
                    <a:pt x="12834" y="12706"/>
                  </a:moveTo>
                  <a:cubicBezTo>
                    <a:pt x="12767" y="13330"/>
                    <a:pt x="12517" y="13631"/>
                    <a:pt x="12186" y="13737"/>
                  </a:cubicBezTo>
                  <a:cubicBezTo>
                    <a:pt x="12641" y="14064"/>
                    <a:pt x="12873" y="14568"/>
                    <a:pt x="12652" y="15439"/>
                  </a:cubicBezTo>
                  <a:cubicBezTo>
                    <a:pt x="12378" y="16522"/>
                    <a:pt x="11728" y="16613"/>
                    <a:pt x="10863" y="16386"/>
                  </a:cubicBezTo>
                  <a:lnTo>
                    <a:pt x="10653" y="17550"/>
                  </a:lnTo>
                  <a:lnTo>
                    <a:pt x="10147" y="17375"/>
                  </a:lnTo>
                  <a:lnTo>
                    <a:pt x="10354" y="16228"/>
                  </a:lnTo>
                  <a:cubicBezTo>
                    <a:pt x="10222" y="16183"/>
                    <a:pt x="10088" y="16134"/>
                    <a:pt x="9950" y="16081"/>
                  </a:cubicBezTo>
                  <a:lnTo>
                    <a:pt x="9741" y="17235"/>
                  </a:lnTo>
                  <a:lnTo>
                    <a:pt x="9235" y="17061"/>
                  </a:lnTo>
                  <a:lnTo>
                    <a:pt x="9445" y="15894"/>
                  </a:lnTo>
                  <a:cubicBezTo>
                    <a:pt x="9326" y="15852"/>
                    <a:pt x="9206" y="15808"/>
                    <a:pt x="9083" y="15765"/>
                  </a:cubicBezTo>
                  <a:lnTo>
                    <a:pt x="8424" y="15538"/>
                  </a:lnTo>
                  <a:lnTo>
                    <a:pt x="8675" y="14735"/>
                  </a:lnTo>
                  <a:cubicBezTo>
                    <a:pt x="8675" y="14735"/>
                    <a:pt x="9049" y="14872"/>
                    <a:pt x="9044" y="14862"/>
                  </a:cubicBezTo>
                  <a:cubicBezTo>
                    <a:pt x="9187" y="14911"/>
                    <a:pt x="9251" y="14781"/>
                    <a:pt x="9276" y="14696"/>
                  </a:cubicBezTo>
                  <a:lnTo>
                    <a:pt x="9608" y="12855"/>
                  </a:lnTo>
                  <a:cubicBezTo>
                    <a:pt x="9626" y="12862"/>
                    <a:pt x="9645" y="12869"/>
                    <a:pt x="9661" y="12874"/>
                  </a:cubicBezTo>
                  <a:cubicBezTo>
                    <a:pt x="9641" y="12862"/>
                    <a:pt x="9623" y="12855"/>
                    <a:pt x="9609" y="12850"/>
                  </a:cubicBezTo>
                  <a:lnTo>
                    <a:pt x="9845" y="11537"/>
                  </a:lnTo>
                  <a:cubicBezTo>
                    <a:pt x="9852" y="11388"/>
                    <a:pt x="9814" y="11199"/>
                    <a:pt x="9609" y="11130"/>
                  </a:cubicBezTo>
                  <a:cubicBezTo>
                    <a:pt x="9617" y="11122"/>
                    <a:pt x="9241" y="11002"/>
                    <a:pt x="9241" y="11002"/>
                  </a:cubicBezTo>
                  <a:lnTo>
                    <a:pt x="9376" y="10253"/>
                  </a:lnTo>
                  <a:lnTo>
                    <a:pt x="10075" y="10494"/>
                  </a:lnTo>
                  <a:lnTo>
                    <a:pt x="10074" y="10498"/>
                  </a:lnTo>
                  <a:cubicBezTo>
                    <a:pt x="10180" y="10534"/>
                    <a:pt x="10288" y="10569"/>
                    <a:pt x="10398" y="10604"/>
                  </a:cubicBezTo>
                  <a:lnTo>
                    <a:pt x="10606" y="9451"/>
                  </a:lnTo>
                  <a:lnTo>
                    <a:pt x="11113" y="9625"/>
                  </a:lnTo>
                  <a:lnTo>
                    <a:pt x="10909" y="10755"/>
                  </a:lnTo>
                  <a:cubicBezTo>
                    <a:pt x="11045" y="10799"/>
                    <a:pt x="11182" y="10842"/>
                    <a:pt x="11316" y="10887"/>
                  </a:cubicBezTo>
                  <a:lnTo>
                    <a:pt x="11518" y="9765"/>
                  </a:lnTo>
                  <a:lnTo>
                    <a:pt x="12025" y="9940"/>
                  </a:lnTo>
                  <a:lnTo>
                    <a:pt x="11817" y="11093"/>
                  </a:lnTo>
                  <a:cubicBezTo>
                    <a:pt x="12457" y="11399"/>
                    <a:pt x="12926" y="11856"/>
                    <a:pt x="12834" y="12706"/>
                  </a:cubicBezTo>
                  <a:moveTo>
                    <a:pt x="10800" y="8100"/>
                  </a:moveTo>
                  <a:cubicBezTo>
                    <a:pt x="8631" y="8100"/>
                    <a:pt x="6873" y="10518"/>
                    <a:pt x="6873" y="13500"/>
                  </a:cubicBezTo>
                  <a:cubicBezTo>
                    <a:pt x="6873" y="16482"/>
                    <a:pt x="8631" y="18900"/>
                    <a:pt x="10800" y="18900"/>
                  </a:cubicBezTo>
                  <a:cubicBezTo>
                    <a:pt x="12969" y="18900"/>
                    <a:pt x="14727" y="16482"/>
                    <a:pt x="14727" y="13500"/>
                  </a:cubicBezTo>
                  <a:cubicBezTo>
                    <a:pt x="14727" y="10518"/>
                    <a:pt x="12969" y="8100"/>
                    <a:pt x="10800" y="8100"/>
                  </a:cubicBezTo>
                  <a:moveTo>
                    <a:pt x="5400" y="8100"/>
                  </a:moveTo>
                  <a:lnTo>
                    <a:pt x="4418" y="8100"/>
                  </a:lnTo>
                  <a:cubicBezTo>
                    <a:pt x="4147" y="8100"/>
                    <a:pt x="3927" y="8402"/>
                    <a:pt x="3927" y="8775"/>
                  </a:cubicBezTo>
                  <a:cubicBezTo>
                    <a:pt x="3927" y="9148"/>
                    <a:pt x="4147" y="9450"/>
                    <a:pt x="4418" y="9450"/>
                  </a:cubicBezTo>
                  <a:lnTo>
                    <a:pt x="5400" y="9450"/>
                  </a:lnTo>
                  <a:cubicBezTo>
                    <a:pt x="5671" y="9450"/>
                    <a:pt x="5891" y="9148"/>
                    <a:pt x="5891" y="8775"/>
                  </a:cubicBezTo>
                  <a:cubicBezTo>
                    <a:pt x="5891" y="8402"/>
                    <a:pt x="5671" y="8100"/>
                    <a:pt x="5400" y="8100"/>
                  </a:cubicBezTo>
                  <a:moveTo>
                    <a:pt x="17182" y="17550"/>
                  </a:moveTo>
                  <a:lnTo>
                    <a:pt x="16200" y="17550"/>
                  </a:lnTo>
                  <a:cubicBezTo>
                    <a:pt x="15929" y="17550"/>
                    <a:pt x="15709" y="17853"/>
                    <a:pt x="15709" y="18225"/>
                  </a:cubicBezTo>
                  <a:cubicBezTo>
                    <a:pt x="15709" y="18598"/>
                    <a:pt x="15929" y="18900"/>
                    <a:pt x="16200" y="18900"/>
                  </a:cubicBezTo>
                  <a:lnTo>
                    <a:pt x="17182" y="18900"/>
                  </a:lnTo>
                  <a:cubicBezTo>
                    <a:pt x="17453" y="18900"/>
                    <a:pt x="17673" y="18598"/>
                    <a:pt x="17673" y="18225"/>
                  </a:cubicBezTo>
                  <a:cubicBezTo>
                    <a:pt x="17673" y="17853"/>
                    <a:pt x="17453" y="17550"/>
                    <a:pt x="17182" y="17550"/>
                  </a:cubicBezTo>
                  <a:moveTo>
                    <a:pt x="20127" y="8100"/>
                  </a:moveTo>
                  <a:cubicBezTo>
                    <a:pt x="19856" y="8100"/>
                    <a:pt x="19636" y="7798"/>
                    <a:pt x="19636" y="7425"/>
                  </a:cubicBezTo>
                  <a:cubicBezTo>
                    <a:pt x="19636" y="7052"/>
                    <a:pt x="19856" y="6750"/>
                    <a:pt x="20127" y="6750"/>
                  </a:cubicBezTo>
                  <a:cubicBezTo>
                    <a:pt x="20399" y="6750"/>
                    <a:pt x="20618" y="7052"/>
                    <a:pt x="20618" y="7425"/>
                  </a:cubicBezTo>
                  <a:cubicBezTo>
                    <a:pt x="20618" y="7798"/>
                    <a:pt x="20399" y="8100"/>
                    <a:pt x="20127" y="8100"/>
                  </a:cubicBezTo>
                  <a:moveTo>
                    <a:pt x="20618" y="17674"/>
                  </a:moveTo>
                  <a:cubicBezTo>
                    <a:pt x="20464" y="17599"/>
                    <a:pt x="20300" y="17550"/>
                    <a:pt x="20127" y="17550"/>
                  </a:cubicBezTo>
                  <a:cubicBezTo>
                    <a:pt x="19314" y="17550"/>
                    <a:pt x="18655" y="18457"/>
                    <a:pt x="18655" y="19575"/>
                  </a:cubicBezTo>
                  <a:cubicBezTo>
                    <a:pt x="18655" y="19814"/>
                    <a:pt x="18690" y="20039"/>
                    <a:pt x="18745" y="20250"/>
                  </a:cubicBezTo>
                  <a:lnTo>
                    <a:pt x="2855" y="20250"/>
                  </a:lnTo>
                  <a:cubicBezTo>
                    <a:pt x="2910" y="20039"/>
                    <a:pt x="2945" y="19814"/>
                    <a:pt x="2945" y="19575"/>
                  </a:cubicBezTo>
                  <a:cubicBezTo>
                    <a:pt x="2945" y="18457"/>
                    <a:pt x="2286" y="17550"/>
                    <a:pt x="1473" y="17550"/>
                  </a:cubicBezTo>
                  <a:cubicBezTo>
                    <a:pt x="1300" y="17550"/>
                    <a:pt x="1136" y="17599"/>
                    <a:pt x="982" y="17674"/>
                  </a:cubicBezTo>
                  <a:lnTo>
                    <a:pt x="982" y="9326"/>
                  </a:lnTo>
                  <a:cubicBezTo>
                    <a:pt x="1136" y="9403"/>
                    <a:pt x="1300" y="9450"/>
                    <a:pt x="1473" y="9450"/>
                  </a:cubicBezTo>
                  <a:cubicBezTo>
                    <a:pt x="2286" y="9450"/>
                    <a:pt x="2945" y="8544"/>
                    <a:pt x="2945" y="7425"/>
                  </a:cubicBezTo>
                  <a:cubicBezTo>
                    <a:pt x="2945" y="7188"/>
                    <a:pt x="2910" y="6962"/>
                    <a:pt x="2855" y="6750"/>
                  </a:cubicBezTo>
                  <a:lnTo>
                    <a:pt x="18745" y="6750"/>
                  </a:lnTo>
                  <a:cubicBezTo>
                    <a:pt x="18690" y="6962"/>
                    <a:pt x="18655" y="7188"/>
                    <a:pt x="18655" y="7425"/>
                  </a:cubicBezTo>
                  <a:cubicBezTo>
                    <a:pt x="18655" y="8544"/>
                    <a:pt x="19314" y="9450"/>
                    <a:pt x="20127" y="9450"/>
                  </a:cubicBezTo>
                  <a:cubicBezTo>
                    <a:pt x="20300" y="9450"/>
                    <a:pt x="20464" y="9403"/>
                    <a:pt x="20618" y="9326"/>
                  </a:cubicBezTo>
                  <a:cubicBezTo>
                    <a:pt x="20618" y="9326"/>
                    <a:pt x="20618" y="17674"/>
                    <a:pt x="20618" y="17674"/>
                  </a:cubicBezTo>
                  <a:close/>
                  <a:moveTo>
                    <a:pt x="20127" y="20250"/>
                  </a:moveTo>
                  <a:cubicBezTo>
                    <a:pt x="19856" y="20250"/>
                    <a:pt x="19636" y="19948"/>
                    <a:pt x="19636" y="19575"/>
                  </a:cubicBezTo>
                  <a:cubicBezTo>
                    <a:pt x="19636" y="19203"/>
                    <a:pt x="19856" y="18900"/>
                    <a:pt x="20127" y="18900"/>
                  </a:cubicBezTo>
                  <a:cubicBezTo>
                    <a:pt x="20399" y="18900"/>
                    <a:pt x="20618" y="19203"/>
                    <a:pt x="20618" y="19575"/>
                  </a:cubicBezTo>
                  <a:cubicBezTo>
                    <a:pt x="20618" y="19948"/>
                    <a:pt x="20399" y="20250"/>
                    <a:pt x="20127" y="20250"/>
                  </a:cubicBezTo>
                  <a:moveTo>
                    <a:pt x="1473" y="20250"/>
                  </a:moveTo>
                  <a:cubicBezTo>
                    <a:pt x="1201" y="20250"/>
                    <a:pt x="982" y="19948"/>
                    <a:pt x="982" y="19575"/>
                  </a:cubicBezTo>
                  <a:cubicBezTo>
                    <a:pt x="982" y="19203"/>
                    <a:pt x="1201" y="18900"/>
                    <a:pt x="1473" y="18900"/>
                  </a:cubicBezTo>
                  <a:cubicBezTo>
                    <a:pt x="1744" y="18900"/>
                    <a:pt x="1964" y="19203"/>
                    <a:pt x="1964" y="19575"/>
                  </a:cubicBezTo>
                  <a:cubicBezTo>
                    <a:pt x="1964" y="19948"/>
                    <a:pt x="1744" y="20250"/>
                    <a:pt x="1473" y="20250"/>
                  </a:cubicBezTo>
                  <a:moveTo>
                    <a:pt x="1473" y="6750"/>
                  </a:moveTo>
                  <a:cubicBezTo>
                    <a:pt x="1744" y="6750"/>
                    <a:pt x="1964" y="7052"/>
                    <a:pt x="1964" y="7425"/>
                  </a:cubicBezTo>
                  <a:cubicBezTo>
                    <a:pt x="1964" y="7798"/>
                    <a:pt x="1744" y="8100"/>
                    <a:pt x="1473" y="8100"/>
                  </a:cubicBezTo>
                  <a:cubicBezTo>
                    <a:pt x="1201" y="8100"/>
                    <a:pt x="982" y="7798"/>
                    <a:pt x="982" y="7425"/>
                  </a:cubicBezTo>
                  <a:cubicBezTo>
                    <a:pt x="982" y="7052"/>
                    <a:pt x="1201" y="6750"/>
                    <a:pt x="1473" y="6750"/>
                  </a:cubicBezTo>
                  <a:moveTo>
                    <a:pt x="20618" y="5400"/>
                  </a:moveTo>
                  <a:lnTo>
                    <a:pt x="982" y="5400"/>
                  </a:lnTo>
                  <a:cubicBezTo>
                    <a:pt x="440" y="5400"/>
                    <a:pt x="0" y="6005"/>
                    <a:pt x="0" y="6750"/>
                  </a:cubicBezTo>
                  <a:lnTo>
                    <a:pt x="0" y="20250"/>
                  </a:lnTo>
                  <a:cubicBezTo>
                    <a:pt x="0" y="20996"/>
                    <a:pt x="440" y="21600"/>
                    <a:pt x="982" y="21600"/>
                  </a:cubicBezTo>
                  <a:lnTo>
                    <a:pt x="20618" y="21600"/>
                  </a:lnTo>
                  <a:cubicBezTo>
                    <a:pt x="21160" y="21600"/>
                    <a:pt x="21600" y="20996"/>
                    <a:pt x="21600" y="20250"/>
                  </a:cubicBezTo>
                  <a:lnTo>
                    <a:pt x="21600" y="6750"/>
                  </a:lnTo>
                  <a:cubicBezTo>
                    <a:pt x="21600" y="6005"/>
                    <a:pt x="21160" y="5400"/>
                    <a:pt x="20618" y="5400"/>
                  </a:cubicBezTo>
                  <a:moveTo>
                    <a:pt x="10773" y="11584"/>
                  </a:moveTo>
                  <a:lnTo>
                    <a:pt x="10520" y="12986"/>
                  </a:lnTo>
                  <a:cubicBezTo>
                    <a:pt x="10807" y="13085"/>
                    <a:pt x="11689" y="13487"/>
                    <a:pt x="11832" y="12694"/>
                  </a:cubicBezTo>
                  <a:cubicBezTo>
                    <a:pt x="11981" y="11868"/>
                    <a:pt x="11059" y="11683"/>
                    <a:pt x="10773" y="11584"/>
                  </a:cubicBezTo>
                  <a:moveTo>
                    <a:pt x="2455" y="4050"/>
                  </a:moveTo>
                  <a:lnTo>
                    <a:pt x="19145" y="4050"/>
                  </a:lnTo>
                  <a:cubicBezTo>
                    <a:pt x="19417" y="4050"/>
                    <a:pt x="19636" y="3748"/>
                    <a:pt x="19636" y="3375"/>
                  </a:cubicBezTo>
                  <a:cubicBezTo>
                    <a:pt x="19636" y="3002"/>
                    <a:pt x="19417" y="2700"/>
                    <a:pt x="19145" y="2700"/>
                  </a:cubicBezTo>
                  <a:lnTo>
                    <a:pt x="2455" y="2700"/>
                  </a:lnTo>
                  <a:cubicBezTo>
                    <a:pt x="2183" y="2700"/>
                    <a:pt x="1964" y="3002"/>
                    <a:pt x="1964" y="3375"/>
                  </a:cubicBezTo>
                  <a:cubicBezTo>
                    <a:pt x="1964" y="3748"/>
                    <a:pt x="2183" y="4050"/>
                    <a:pt x="2455" y="4050"/>
                  </a:cubicBezTo>
                  <a:moveTo>
                    <a:pt x="4418" y="1350"/>
                  </a:moveTo>
                  <a:lnTo>
                    <a:pt x="17182" y="1350"/>
                  </a:lnTo>
                  <a:cubicBezTo>
                    <a:pt x="17453" y="1350"/>
                    <a:pt x="17673" y="1048"/>
                    <a:pt x="17673" y="675"/>
                  </a:cubicBezTo>
                  <a:cubicBezTo>
                    <a:pt x="17673" y="302"/>
                    <a:pt x="17453" y="0"/>
                    <a:pt x="17182" y="0"/>
                  </a:cubicBezTo>
                  <a:lnTo>
                    <a:pt x="4418" y="0"/>
                  </a:lnTo>
                  <a:cubicBezTo>
                    <a:pt x="4147" y="0"/>
                    <a:pt x="3927" y="302"/>
                    <a:pt x="3927" y="675"/>
                  </a:cubicBezTo>
                  <a:cubicBezTo>
                    <a:pt x="3927" y="1048"/>
                    <a:pt x="4147" y="1350"/>
                    <a:pt x="4418" y="135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  <p:sp>
          <p:nvSpPr>
            <p:cNvPr id="40" name="Shape 3698"/>
            <p:cNvSpPr>
              <a:spLocks/>
            </p:cNvSpPr>
            <p:nvPr/>
          </p:nvSpPr>
          <p:spPr bwMode="auto">
            <a:xfrm>
              <a:off x="10387965" y="6047987"/>
              <a:ext cx="360000" cy="288000"/>
            </a:xfrm>
            <a:custGeom>
              <a:avLst/>
              <a:gdLst>
                <a:gd name="T0" fmla="*/ 308833397 w 21600"/>
                <a:gd name="T1" fmla="*/ 138919822 h 21600"/>
                <a:gd name="T2" fmla="*/ 308833397 w 21600"/>
                <a:gd name="T3" fmla="*/ 138919822 h 21600"/>
                <a:gd name="T4" fmla="*/ 308833397 w 21600"/>
                <a:gd name="T5" fmla="*/ 138919822 h 21600"/>
                <a:gd name="T6" fmla="*/ 308833397 w 21600"/>
                <a:gd name="T7" fmla="*/ 138919822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5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4"/>
                    <a:pt x="9957" y="1784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5"/>
                    <a:pt x="11617" y="1719"/>
                  </a:cubicBezTo>
                  <a:cubicBezTo>
                    <a:pt x="11641" y="1793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1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5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5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  <a:headEnd/>
              <a:tailEnd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  <p:sp>
          <p:nvSpPr>
            <p:cNvPr id="42" name="Conector 41"/>
            <p:cNvSpPr/>
            <p:nvPr/>
          </p:nvSpPr>
          <p:spPr>
            <a:xfrm>
              <a:off x="7842476" y="3916155"/>
              <a:ext cx="720000" cy="720000"/>
            </a:xfrm>
            <a:prstGeom prst="flowChartConnector">
              <a:avLst/>
            </a:prstGeom>
            <a:solidFill>
              <a:srgbClr val="138F7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Shape 3962"/>
            <p:cNvSpPr>
              <a:spLocks/>
            </p:cNvSpPr>
            <p:nvPr/>
          </p:nvSpPr>
          <p:spPr bwMode="auto">
            <a:xfrm>
              <a:off x="7968476" y="4114155"/>
              <a:ext cx="468000" cy="324000"/>
            </a:xfrm>
            <a:custGeom>
              <a:avLst/>
              <a:gdLst>
                <a:gd name="T0" fmla="*/ 301956945 w 21600"/>
                <a:gd name="T1" fmla="*/ 49518650 h 21600"/>
                <a:gd name="T2" fmla="*/ 301956945 w 21600"/>
                <a:gd name="T3" fmla="*/ 49518650 h 21600"/>
                <a:gd name="T4" fmla="*/ 301956945 w 21600"/>
                <a:gd name="T5" fmla="*/ 49518650 h 21600"/>
                <a:gd name="T6" fmla="*/ 301956945 w 21600"/>
                <a:gd name="T7" fmla="*/ 4951865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5955" y="1543"/>
                  </a:moveTo>
                  <a:cubicBezTo>
                    <a:pt x="12837" y="1543"/>
                    <a:pt x="10309" y="5516"/>
                    <a:pt x="10309" y="10414"/>
                  </a:cubicBezTo>
                  <a:lnTo>
                    <a:pt x="10309" y="11186"/>
                  </a:lnTo>
                  <a:cubicBezTo>
                    <a:pt x="10309" y="15234"/>
                    <a:pt x="8221" y="18514"/>
                    <a:pt x="5645" y="18514"/>
                  </a:cubicBezTo>
                  <a:cubicBezTo>
                    <a:pt x="3070" y="18514"/>
                    <a:pt x="982" y="15234"/>
                    <a:pt x="982" y="11186"/>
                  </a:cubicBezTo>
                  <a:lnTo>
                    <a:pt x="982" y="10414"/>
                  </a:lnTo>
                  <a:cubicBezTo>
                    <a:pt x="982" y="6367"/>
                    <a:pt x="3070" y="3086"/>
                    <a:pt x="5645" y="3086"/>
                  </a:cubicBezTo>
                  <a:cubicBezTo>
                    <a:pt x="6670" y="3086"/>
                    <a:pt x="7575" y="3630"/>
                    <a:pt x="8321" y="4629"/>
                  </a:cubicBezTo>
                  <a:lnTo>
                    <a:pt x="6382" y="4629"/>
                  </a:lnTo>
                  <a:cubicBezTo>
                    <a:pt x="6110" y="4629"/>
                    <a:pt x="5891" y="4975"/>
                    <a:pt x="5891" y="5400"/>
                  </a:cubicBezTo>
                  <a:cubicBezTo>
                    <a:pt x="5891" y="5826"/>
                    <a:pt x="6110" y="6171"/>
                    <a:pt x="6382" y="6171"/>
                  </a:cubicBezTo>
                  <a:lnTo>
                    <a:pt x="9327" y="6171"/>
                  </a:lnTo>
                  <a:cubicBezTo>
                    <a:pt x="9599" y="6171"/>
                    <a:pt x="9818" y="5826"/>
                    <a:pt x="9818" y="5400"/>
                  </a:cubicBezTo>
                  <a:lnTo>
                    <a:pt x="9818" y="771"/>
                  </a:lnTo>
                  <a:cubicBezTo>
                    <a:pt x="9818" y="347"/>
                    <a:pt x="9599" y="0"/>
                    <a:pt x="9327" y="0"/>
                  </a:cubicBezTo>
                  <a:cubicBezTo>
                    <a:pt x="9056" y="0"/>
                    <a:pt x="8836" y="347"/>
                    <a:pt x="8836" y="771"/>
                  </a:cubicBezTo>
                  <a:lnTo>
                    <a:pt x="8836" y="3321"/>
                  </a:lnTo>
                  <a:cubicBezTo>
                    <a:pt x="7879" y="2161"/>
                    <a:pt x="6706" y="1543"/>
                    <a:pt x="5645" y="1543"/>
                  </a:cubicBezTo>
                  <a:cubicBezTo>
                    <a:pt x="2527" y="1543"/>
                    <a:pt x="0" y="5516"/>
                    <a:pt x="0" y="10414"/>
                  </a:cubicBezTo>
                  <a:lnTo>
                    <a:pt x="0" y="11186"/>
                  </a:lnTo>
                  <a:cubicBezTo>
                    <a:pt x="0" y="16085"/>
                    <a:pt x="2527" y="20057"/>
                    <a:pt x="5645" y="20057"/>
                  </a:cubicBezTo>
                  <a:cubicBezTo>
                    <a:pt x="8763" y="20057"/>
                    <a:pt x="11291" y="16085"/>
                    <a:pt x="11291" y="11186"/>
                  </a:cubicBezTo>
                  <a:lnTo>
                    <a:pt x="11291" y="10414"/>
                  </a:lnTo>
                  <a:cubicBezTo>
                    <a:pt x="11291" y="6367"/>
                    <a:pt x="13379" y="3086"/>
                    <a:pt x="15955" y="3086"/>
                  </a:cubicBezTo>
                  <a:cubicBezTo>
                    <a:pt x="18530" y="3086"/>
                    <a:pt x="20618" y="6367"/>
                    <a:pt x="20618" y="10414"/>
                  </a:cubicBezTo>
                  <a:lnTo>
                    <a:pt x="20618" y="11186"/>
                  </a:lnTo>
                  <a:cubicBezTo>
                    <a:pt x="20618" y="15234"/>
                    <a:pt x="18530" y="18514"/>
                    <a:pt x="15955" y="18514"/>
                  </a:cubicBezTo>
                  <a:cubicBezTo>
                    <a:pt x="14930" y="18514"/>
                    <a:pt x="14025" y="17970"/>
                    <a:pt x="13279" y="16971"/>
                  </a:cubicBezTo>
                  <a:lnTo>
                    <a:pt x="15218" y="16971"/>
                  </a:lnTo>
                  <a:cubicBezTo>
                    <a:pt x="15490" y="16971"/>
                    <a:pt x="15709" y="16626"/>
                    <a:pt x="15709" y="16200"/>
                  </a:cubicBezTo>
                  <a:cubicBezTo>
                    <a:pt x="15709" y="15775"/>
                    <a:pt x="15490" y="15429"/>
                    <a:pt x="15218" y="15429"/>
                  </a:cubicBezTo>
                  <a:lnTo>
                    <a:pt x="12273" y="15429"/>
                  </a:lnTo>
                  <a:cubicBezTo>
                    <a:pt x="12001" y="15429"/>
                    <a:pt x="11782" y="15775"/>
                    <a:pt x="11782" y="16200"/>
                  </a:cubicBezTo>
                  <a:lnTo>
                    <a:pt x="11782" y="20829"/>
                  </a:lnTo>
                  <a:cubicBezTo>
                    <a:pt x="11782" y="21255"/>
                    <a:pt x="12001" y="21600"/>
                    <a:pt x="12273" y="21600"/>
                  </a:cubicBezTo>
                  <a:cubicBezTo>
                    <a:pt x="12544" y="21600"/>
                    <a:pt x="12764" y="21255"/>
                    <a:pt x="12764" y="20829"/>
                  </a:cubicBezTo>
                  <a:lnTo>
                    <a:pt x="12764" y="18279"/>
                  </a:lnTo>
                  <a:cubicBezTo>
                    <a:pt x="13721" y="19441"/>
                    <a:pt x="14894" y="20057"/>
                    <a:pt x="15955" y="20057"/>
                  </a:cubicBezTo>
                  <a:cubicBezTo>
                    <a:pt x="19073" y="20057"/>
                    <a:pt x="21600" y="16085"/>
                    <a:pt x="21600" y="11186"/>
                  </a:cubicBezTo>
                  <a:lnTo>
                    <a:pt x="21600" y="10414"/>
                  </a:lnTo>
                  <a:cubicBezTo>
                    <a:pt x="21600" y="5516"/>
                    <a:pt x="19073" y="1543"/>
                    <a:pt x="15955" y="154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100" tIns="38100" rIns="38100" bIns="38100" anchor="ctr"/>
            <a:lstStyle/>
            <a:p>
              <a:endParaRPr lang="es-ES"/>
            </a:p>
          </p:txBody>
        </p:sp>
        <p:grpSp>
          <p:nvGrpSpPr>
            <p:cNvPr id="11" name="Grupo 10"/>
            <p:cNvGrpSpPr/>
            <p:nvPr/>
          </p:nvGrpSpPr>
          <p:grpSpPr>
            <a:xfrm>
              <a:off x="9235442" y="2758634"/>
              <a:ext cx="2160005" cy="1440000"/>
              <a:chOff x="2881441" y="2249572"/>
              <a:chExt cx="2870369" cy="1889292"/>
            </a:xfrm>
          </p:grpSpPr>
          <p:sp>
            <p:nvSpPr>
              <p:cNvPr id="2" name="Rectángulo redondeado 1"/>
              <p:cNvSpPr/>
              <p:nvPr/>
            </p:nvSpPr>
            <p:spPr>
              <a:xfrm>
                <a:off x="2918789" y="2310063"/>
                <a:ext cx="2831507" cy="173254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" name="Shape 3870"/>
              <p:cNvSpPr>
                <a:spLocks/>
              </p:cNvSpPr>
              <p:nvPr/>
            </p:nvSpPr>
            <p:spPr bwMode="auto">
              <a:xfrm>
                <a:off x="2881441" y="2249572"/>
                <a:ext cx="2870369" cy="1889292"/>
              </a:xfrm>
              <a:custGeom>
                <a:avLst/>
                <a:gdLst>
                  <a:gd name="T0" fmla="*/ 296840850 w 21600"/>
                  <a:gd name="T1" fmla="*/ 84476223 h 21600"/>
                  <a:gd name="T2" fmla="*/ 296840850 w 21600"/>
                  <a:gd name="T3" fmla="*/ 84476223 h 21600"/>
                  <a:gd name="T4" fmla="*/ 296840850 w 21600"/>
                  <a:gd name="T5" fmla="*/ 84476223 h 21600"/>
                  <a:gd name="T6" fmla="*/ 296840850 w 21600"/>
                  <a:gd name="T7" fmla="*/ 84476223 h 21600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 extrusionOk="0">
                    <a:moveTo>
                      <a:pt x="20618" y="18900"/>
                    </a:moveTo>
                    <a:cubicBezTo>
                      <a:pt x="20618" y="18980"/>
                      <a:pt x="20611" y="19058"/>
                      <a:pt x="20601" y="19135"/>
                    </a:cubicBezTo>
                    <a:lnTo>
                      <a:pt x="14539" y="10800"/>
                    </a:lnTo>
                    <a:lnTo>
                      <a:pt x="20601" y="2465"/>
                    </a:lnTo>
                    <a:cubicBezTo>
                      <a:pt x="20611" y="2542"/>
                      <a:pt x="20618" y="2620"/>
                      <a:pt x="20618" y="2700"/>
                    </a:cubicBezTo>
                    <a:cubicBezTo>
                      <a:pt x="20618" y="2700"/>
                      <a:pt x="20618" y="18900"/>
                      <a:pt x="20618" y="18900"/>
                    </a:cubicBezTo>
                    <a:close/>
                    <a:moveTo>
                      <a:pt x="19636" y="20250"/>
                    </a:moveTo>
                    <a:lnTo>
                      <a:pt x="1964" y="20250"/>
                    </a:lnTo>
                    <a:cubicBezTo>
                      <a:pt x="1849" y="20250"/>
                      <a:pt x="1739" y="20218"/>
                      <a:pt x="1637" y="20168"/>
                    </a:cubicBezTo>
                    <a:lnTo>
                      <a:pt x="7755" y="11754"/>
                    </a:lnTo>
                    <a:lnTo>
                      <a:pt x="9440" y="14072"/>
                    </a:lnTo>
                    <a:cubicBezTo>
                      <a:pt x="9816" y="14589"/>
                      <a:pt x="10308" y="14847"/>
                      <a:pt x="10800" y="14847"/>
                    </a:cubicBezTo>
                    <a:cubicBezTo>
                      <a:pt x="11292" y="14847"/>
                      <a:pt x="11784" y="14589"/>
                      <a:pt x="12159" y="14072"/>
                    </a:cubicBezTo>
                    <a:lnTo>
                      <a:pt x="13845" y="11754"/>
                    </a:lnTo>
                    <a:lnTo>
                      <a:pt x="19964" y="20168"/>
                    </a:lnTo>
                    <a:cubicBezTo>
                      <a:pt x="19861" y="20218"/>
                      <a:pt x="19752" y="20250"/>
                      <a:pt x="19636" y="20250"/>
                    </a:cubicBezTo>
                    <a:moveTo>
                      <a:pt x="982" y="18900"/>
                    </a:moveTo>
                    <a:lnTo>
                      <a:pt x="982" y="2700"/>
                    </a:lnTo>
                    <a:cubicBezTo>
                      <a:pt x="982" y="2620"/>
                      <a:pt x="989" y="2542"/>
                      <a:pt x="999" y="2465"/>
                    </a:cubicBezTo>
                    <a:lnTo>
                      <a:pt x="7061" y="10800"/>
                    </a:lnTo>
                    <a:lnTo>
                      <a:pt x="999" y="19135"/>
                    </a:lnTo>
                    <a:cubicBezTo>
                      <a:pt x="989" y="19058"/>
                      <a:pt x="982" y="18980"/>
                      <a:pt x="982" y="18900"/>
                    </a:cubicBezTo>
                    <a:moveTo>
                      <a:pt x="1964" y="1350"/>
                    </a:moveTo>
                    <a:lnTo>
                      <a:pt x="19636" y="1350"/>
                    </a:lnTo>
                    <a:cubicBezTo>
                      <a:pt x="19752" y="1350"/>
                      <a:pt x="19861" y="1383"/>
                      <a:pt x="19964" y="1433"/>
                    </a:cubicBezTo>
                    <a:lnTo>
                      <a:pt x="11465" y="13118"/>
                    </a:lnTo>
                    <a:cubicBezTo>
                      <a:pt x="11288" y="13363"/>
                      <a:pt x="11051" y="13497"/>
                      <a:pt x="10800" y="13497"/>
                    </a:cubicBezTo>
                    <a:cubicBezTo>
                      <a:pt x="10549" y="13497"/>
                      <a:pt x="10312" y="13363"/>
                      <a:pt x="10134" y="13118"/>
                    </a:cubicBezTo>
                    <a:lnTo>
                      <a:pt x="1637" y="1433"/>
                    </a:lnTo>
                    <a:cubicBezTo>
                      <a:pt x="1739" y="1383"/>
                      <a:pt x="1849" y="1350"/>
                      <a:pt x="1964" y="1350"/>
                    </a:cubicBezTo>
                    <a:moveTo>
                      <a:pt x="19636" y="0"/>
                    </a:moveTo>
                    <a:lnTo>
                      <a:pt x="1964" y="0"/>
                    </a:lnTo>
                    <a:cubicBezTo>
                      <a:pt x="879" y="0"/>
                      <a:pt x="0" y="1209"/>
                      <a:pt x="0" y="2700"/>
                    </a:cubicBezTo>
                    <a:lnTo>
                      <a:pt x="0" y="18900"/>
                    </a:lnTo>
                    <a:cubicBezTo>
                      <a:pt x="0" y="20391"/>
                      <a:pt x="879" y="21600"/>
                      <a:pt x="1964" y="21600"/>
                    </a:cubicBezTo>
                    <a:lnTo>
                      <a:pt x="19636" y="21600"/>
                    </a:lnTo>
                    <a:cubicBezTo>
                      <a:pt x="20721" y="21600"/>
                      <a:pt x="21600" y="20391"/>
                      <a:pt x="21600" y="18900"/>
                    </a:cubicBezTo>
                    <a:lnTo>
                      <a:pt x="21600" y="2700"/>
                    </a:lnTo>
                    <a:cubicBezTo>
                      <a:pt x="21600" y="1209"/>
                      <a:pt x="20721" y="0"/>
                      <a:pt x="19636" y="0"/>
                    </a:cubicBezTo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noFill/>
                <a:miter lim="400000"/>
                <a:headEnd/>
                <a:tailEnd/>
              </a:ln>
            </p:spPr>
            <p:txBody>
              <a:bodyPr lIns="38100" tIns="38100" rIns="38100" bIns="38100" anchor="ctr"/>
              <a:lstStyle/>
              <a:p>
                <a:endParaRPr lang="es-ES"/>
              </a:p>
            </p:txBody>
          </p:sp>
        </p:grpSp>
      </p:grpSp>
      <p:sp>
        <p:nvSpPr>
          <p:cNvPr id="62" name="Shape 3661"/>
          <p:cNvSpPr>
            <a:spLocks/>
          </p:cNvSpPr>
          <p:nvPr/>
        </p:nvSpPr>
        <p:spPr bwMode="auto">
          <a:xfrm>
            <a:off x="1261276" y="2483683"/>
            <a:ext cx="432000" cy="432000"/>
          </a:xfrm>
          <a:custGeom>
            <a:avLst/>
            <a:gdLst>
              <a:gd name="T0" fmla="*/ 303629969 w 21600"/>
              <a:gd name="T1" fmla="*/ 211308397 h 21600"/>
              <a:gd name="T2" fmla="*/ 303629969 w 21600"/>
              <a:gd name="T3" fmla="*/ 211308397 h 21600"/>
              <a:gd name="T4" fmla="*/ 303629969 w 21600"/>
              <a:gd name="T5" fmla="*/ 211308397 h 21600"/>
              <a:gd name="T6" fmla="*/ 303629969 w 21600"/>
              <a:gd name="T7" fmla="*/ 211308397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7182" y="12419"/>
                </a:moveTo>
                <a:cubicBezTo>
                  <a:pt x="16368" y="12419"/>
                  <a:pt x="15709" y="11695"/>
                  <a:pt x="15709" y="10799"/>
                </a:cubicBezTo>
                <a:cubicBezTo>
                  <a:pt x="15709" y="9905"/>
                  <a:pt x="16368" y="9180"/>
                  <a:pt x="17182" y="9180"/>
                </a:cubicBezTo>
                <a:cubicBezTo>
                  <a:pt x="17995" y="9180"/>
                  <a:pt x="18655" y="9905"/>
                  <a:pt x="18655" y="10799"/>
                </a:cubicBezTo>
                <a:cubicBezTo>
                  <a:pt x="18655" y="11695"/>
                  <a:pt x="17995" y="12419"/>
                  <a:pt x="17182" y="12419"/>
                </a:cubicBezTo>
                <a:moveTo>
                  <a:pt x="21109" y="10261"/>
                </a:moveTo>
                <a:lnTo>
                  <a:pt x="19587" y="10261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1"/>
                </a:cubicBezTo>
                <a:lnTo>
                  <a:pt x="491" y="10261"/>
                </a:lnTo>
                <a:cubicBezTo>
                  <a:pt x="220" y="10261"/>
                  <a:pt x="0" y="10502"/>
                  <a:pt x="0" y="10799"/>
                </a:cubicBezTo>
                <a:cubicBezTo>
                  <a:pt x="0" y="11098"/>
                  <a:pt x="220" y="11339"/>
                  <a:pt x="491" y="11339"/>
                </a:cubicBezTo>
                <a:lnTo>
                  <a:pt x="14777" y="11339"/>
                </a:lnTo>
                <a:cubicBezTo>
                  <a:pt x="15004" y="12572"/>
                  <a:pt x="15994" y="13499"/>
                  <a:pt x="17182" y="13499"/>
                </a:cubicBezTo>
                <a:cubicBezTo>
                  <a:pt x="18369" y="13499"/>
                  <a:pt x="19360" y="12572"/>
                  <a:pt x="19587" y="11339"/>
                </a:cubicBezTo>
                <a:lnTo>
                  <a:pt x="21109" y="11339"/>
                </a:lnTo>
                <a:cubicBezTo>
                  <a:pt x="21380" y="11339"/>
                  <a:pt x="21600" y="11098"/>
                  <a:pt x="21600" y="10799"/>
                </a:cubicBezTo>
                <a:cubicBezTo>
                  <a:pt x="21600" y="10502"/>
                  <a:pt x="21380" y="10261"/>
                  <a:pt x="21109" y="10261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3"/>
                  <a:pt x="4213" y="5400"/>
                  <a:pt x="5400" y="5400"/>
                </a:cubicBezTo>
                <a:cubicBezTo>
                  <a:pt x="6587" y="5400"/>
                  <a:pt x="7578" y="4473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8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8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2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2"/>
                  <a:pt x="21380" y="18359"/>
                  <a:pt x="21109" y="18359"/>
                </a:cubicBezTo>
              </a:path>
            </a:pathLst>
          </a:custGeom>
          <a:solidFill>
            <a:srgbClr val="A03024"/>
          </a:solidFill>
          <a:ln>
            <a:solidFill>
              <a:srgbClr val="A03024"/>
            </a:solidFill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64" name="Shape 3665"/>
          <p:cNvSpPr>
            <a:spLocks/>
          </p:cNvSpPr>
          <p:nvPr/>
        </p:nvSpPr>
        <p:spPr bwMode="auto">
          <a:xfrm>
            <a:off x="2042366" y="3766239"/>
            <a:ext cx="432000" cy="432000"/>
          </a:xfrm>
          <a:custGeom>
            <a:avLst/>
            <a:gdLst>
              <a:gd name="T0" fmla="*/ 308833397 w 21600"/>
              <a:gd name="T1" fmla="*/ 308836604 h 21600"/>
              <a:gd name="T2" fmla="*/ 308833397 w 21600"/>
              <a:gd name="T3" fmla="*/ 308836604 h 21600"/>
              <a:gd name="T4" fmla="*/ 308833397 w 21600"/>
              <a:gd name="T5" fmla="*/ 308836604 h 21600"/>
              <a:gd name="T6" fmla="*/ 308833397 w 21600"/>
              <a:gd name="T7" fmla="*/ 30883660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618" y="12013"/>
                </a:moveTo>
                <a:cubicBezTo>
                  <a:pt x="20614" y="12014"/>
                  <a:pt x="20611" y="12016"/>
                  <a:pt x="20607" y="12017"/>
                </a:cubicBezTo>
                <a:lnTo>
                  <a:pt x="19602" y="12269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3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8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3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9"/>
                </a:cubicBezTo>
                <a:lnTo>
                  <a:pt x="993" y="12017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7"/>
                  <a:pt x="2616" y="8979"/>
                  <a:pt x="2708" y="8634"/>
                </a:cubicBezTo>
                <a:cubicBezTo>
                  <a:pt x="2897" y="7928"/>
                  <a:pt x="3179" y="7250"/>
                  <a:pt x="3548" y="6615"/>
                </a:cubicBezTo>
                <a:cubicBezTo>
                  <a:pt x="3727" y="6305"/>
                  <a:pt x="3724" y="5924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40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40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7"/>
                </a:lnTo>
                <a:cubicBezTo>
                  <a:pt x="17876" y="5924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7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1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6"/>
                </a:lnTo>
                <a:cubicBezTo>
                  <a:pt x="17292" y="2018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6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6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8"/>
                  <a:pt x="4181" y="2146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1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4"/>
                  <a:pt x="1864" y="17138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3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3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8"/>
                  <a:pt x="19641" y="16714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3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9"/>
                  <a:pt x="11291" y="15685"/>
                </a:cubicBezTo>
                <a:lnTo>
                  <a:pt x="11291" y="12695"/>
                </a:lnTo>
                <a:cubicBezTo>
                  <a:pt x="12137" y="12476"/>
                  <a:pt x="12764" y="11715"/>
                  <a:pt x="12764" y="10800"/>
                </a:cubicBezTo>
                <a:cubicBezTo>
                  <a:pt x="12764" y="10630"/>
                  <a:pt x="12735" y="10467"/>
                  <a:pt x="12694" y="10310"/>
                </a:cubicBezTo>
                <a:lnTo>
                  <a:pt x="15308" y="8857"/>
                </a:lnTo>
                <a:cubicBezTo>
                  <a:pt x="15565" y="9454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3"/>
                  <a:pt x="11342" y="11782"/>
                  <a:pt x="10800" y="11782"/>
                </a:cubicBezTo>
                <a:cubicBezTo>
                  <a:pt x="10258" y="11782"/>
                  <a:pt x="9818" y="11343"/>
                  <a:pt x="9818" y="10800"/>
                </a:cubicBezTo>
                <a:moveTo>
                  <a:pt x="10309" y="15685"/>
                </a:moveTo>
                <a:cubicBezTo>
                  <a:pt x="7829" y="15439"/>
                  <a:pt x="5891" y="13346"/>
                  <a:pt x="5891" y="10800"/>
                </a:cubicBezTo>
                <a:cubicBezTo>
                  <a:pt x="5891" y="10110"/>
                  <a:pt x="6035" y="9454"/>
                  <a:pt x="6292" y="8857"/>
                </a:cubicBezTo>
                <a:lnTo>
                  <a:pt x="8906" y="10310"/>
                </a:lnTo>
                <a:cubicBezTo>
                  <a:pt x="8865" y="10467"/>
                  <a:pt x="8836" y="10630"/>
                  <a:pt x="8836" y="10800"/>
                </a:cubicBezTo>
                <a:cubicBezTo>
                  <a:pt x="8836" y="11715"/>
                  <a:pt x="9463" y="12476"/>
                  <a:pt x="10309" y="12695"/>
                </a:cubicBezTo>
                <a:cubicBezTo>
                  <a:pt x="10309" y="12695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138F71"/>
          </a:solidFill>
          <a:ln w="12700">
            <a:noFill/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66" name="Shape 3840"/>
          <p:cNvSpPr>
            <a:spLocks/>
          </p:cNvSpPr>
          <p:nvPr/>
        </p:nvSpPr>
        <p:spPr bwMode="auto">
          <a:xfrm>
            <a:off x="2987562" y="5019079"/>
            <a:ext cx="432000" cy="360000"/>
          </a:xfrm>
          <a:custGeom>
            <a:avLst/>
            <a:gdLst>
              <a:gd name="T0" fmla="*/ 301956945 w 21600"/>
              <a:gd name="T1" fmla="*/ 82512351 h 21600"/>
              <a:gd name="T2" fmla="*/ 301956945 w 21600"/>
              <a:gd name="T3" fmla="*/ 82512351 h 21600"/>
              <a:gd name="T4" fmla="*/ 301956945 w 21600"/>
              <a:gd name="T5" fmla="*/ 82512351 h 21600"/>
              <a:gd name="T6" fmla="*/ 301956945 w 21600"/>
              <a:gd name="T7" fmla="*/ 8251235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393" y="13692"/>
                </a:moveTo>
                <a:lnTo>
                  <a:pt x="10114" y="15238"/>
                </a:lnTo>
                <a:cubicBezTo>
                  <a:pt x="10458" y="15355"/>
                  <a:pt x="11518" y="15827"/>
                  <a:pt x="11675" y="14955"/>
                </a:cubicBezTo>
                <a:cubicBezTo>
                  <a:pt x="11839" y="14046"/>
                  <a:pt x="10737" y="13811"/>
                  <a:pt x="10393" y="13692"/>
                </a:cubicBezTo>
                <a:moveTo>
                  <a:pt x="12834" y="12706"/>
                </a:moveTo>
                <a:cubicBezTo>
                  <a:pt x="12767" y="13330"/>
                  <a:pt x="12517" y="13631"/>
                  <a:pt x="12186" y="13737"/>
                </a:cubicBezTo>
                <a:cubicBezTo>
                  <a:pt x="12641" y="14064"/>
                  <a:pt x="12873" y="14568"/>
                  <a:pt x="12652" y="15439"/>
                </a:cubicBezTo>
                <a:cubicBezTo>
                  <a:pt x="12378" y="16522"/>
                  <a:pt x="11728" y="16613"/>
                  <a:pt x="10863" y="16386"/>
                </a:cubicBezTo>
                <a:lnTo>
                  <a:pt x="10653" y="17550"/>
                </a:lnTo>
                <a:lnTo>
                  <a:pt x="10147" y="17375"/>
                </a:lnTo>
                <a:lnTo>
                  <a:pt x="10354" y="16228"/>
                </a:lnTo>
                <a:cubicBezTo>
                  <a:pt x="10222" y="16183"/>
                  <a:pt x="10088" y="16134"/>
                  <a:pt x="9950" y="16081"/>
                </a:cubicBezTo>
                <a:lnTo>
                  <a:pt x="9741" y="17235"/>
                </a:lnTo>
                <a:lnTo>
                  <a:pt x="9235" y="17061"/>
                </a:lnTo>
                <a:lnTo>
                  <a:pt x="9445" y="15894"/>
                </a:lnTo>
                <a:cubicBezTo>
                  <a:pt x="9326" y="15852"/>
                  <a:pt x="9206" y="15808"/>
                  <a:pt x="9083" y="15765"/>
                </a:cubicBezTo>
                <a:lnTo>
                  <a:pt x="8424" y="15538"/>
                </a:lnTo>
                <a:lnTo>
                  <a:pt x="8675" y="14735"/>
                </a:lnTo>
                <a:cubicBezTo>
                  <a:pt x="8675" y="14735"/>
                  <a:pt x="9049" y="14872"/>
                  <a:pt x="9044" y="14862"/>
                </a:cubicBezTo>
                <a:cubicBezTo>
                  <a:pt x="9187" y="14911"/>
                  <a:pt x="9251" y="14781"/>
                  <a:pt x="9276" y="14696"/>
                </a:cubicBezTo>
                <a:lnTo>
                  <a:pt x="9608" y="12855"/>
                </a:lnTo>
                <a:cubicBezTo>
                  <a:pt x="9626" y="12862"/>
                  <a:pt x="9645" y="12869"/>
                  <a:pt x="9661" y="12874"/>
                </a:cubicBezTo>
                <a:cubicBezTo>
                  <a:pt x="9641" y="12862"/>
                  <a:pt x="9623" y="12855"/>
                  <a:pt x="9609" y="12850"/>
                </a:cubicBezTo>
                <a:lnTo>
                  <a:pt x="9845" y="11537"/>
                </a:lnTo>
                <a:cubicBezTo>
                  <a:pt x="9852" y="11388"/>
                  <a:pt x="9814" y="11199"/>
                  <a:pt x="9609" y="11130"/>
                </a:cubicBezTo>
                <a:cubicBezTo>
                  <a:pt x="9617" y="11122"/>
                  <a:pt x="9241" y="11002"/>
                  <a:pt x="9241" y="11002"/>
                </a:cubicBezTo>
                <a:lnTo>
                  <a:pt x="9376" y="10253"/>
                </a:lnTo>
                <a:lnTo>
                  <a:pt x="10075" y="10494"/>
                </a:lnTo>
                <a:lnTo>
                  <a:pt x="10074" y="10498"/>
                </a:lnTo>
                <a:cubicBezTo>
                  <a:pt x="10180" y="10534"/>
                  <a:pt x="10288" y="10569"/>
                  <a:pt x="10398" y="10604"/>
                </a:cubicBezTo>
                <a:lnTo>
                  <a:pt x="10606" y="9451"/>
                </a:lnTo>
                <a:lnTo>
                  <a:pt x="11113" y="9625"/>
                </a:lnTo>
                <a:lnTo>
                  <a:pt x="10909" y="10755"/>
                </a:lnTo>
                <a:cubicBezTo>
                  <a:pt x="11045" y="10799"/>
                  <a:pt x="11182" y="10842"/>
                  <a:pt x="11316" y="10887"/>
                </a:cubicBezTo>
                <a:lnTo>
                  <a:pt x="11518" y="9765"/>
                </a:lnTo>
                <a:lnTo>
                  <a:pt x="12025" y="9940"/>
                </a:lnTo>
                <a:lnTo>
                  <a:pt x="11817" y="11093"/>
                </a:lnTo>
                <a:cubicBezTo>
                  <a:pt x="12457" y="11399"/>
                  <a:pt x="12926" y="11856"/>
                  <a:pt x="12834" y="12706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2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2"/>
                  <a:pt x="5671" y="8100"/>
                  <a:pt x="54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3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3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4"/>
                  <a:pt x="18690" y="20039"/>
                  <a:pt x="18745" y="20250"/>
                </a:cubicBezTo>
                <a:lnTo>
                  <a:pt x="2855" y="20250"/>
                </a:lnTo>
                <a:cubicBezTo>
                  <a:pt x="2910" y="20039"/>
                  <a:pt x="2945" y="19814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3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8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8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3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5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5"/>
                  <a:pt x="21160" y="5400"/>
                  <a:pt x="20618" y="5400"/>
                </a:cubicBezTo>
                <a:moveTo>
                  <a:pt x="10773" y="11584"/>
                </a:moveTo>
                <a:lnTo>
                  <a:pt x="10520" y="12986"/>
                </a:lnTo>
                <a:cubicBezTo>
                  <a:pt x="10807" y="13085"/>
                  <a:pt x="11689" y="13487"/>
                  <a:pt x="11832" y="12694"/>
                </a:cubicBezTo>
                <a:cubicBezTo>
                  <a:pt x="11981" y="11868"/>
                  <a:pt x="11059" y="11683"/>
                  <a:pt x="10773" y="11584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5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5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</a:path>
            </a:pathLst>
          </a:custGeom>
          <a:solidFill>
            <a:srgbClr val="F0980A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FDD375EA-70E5-4607-9183-704FB7978E43}"/>
              </a:ext>
            </a:extLst>
          </p:cNvPr>
          <p:cNvSpPr txBox="1">
            <a:spLocks/>
          </p:cNvSpPr>
          <p:nvPr/>
        </p:nvSpPr>
        <p:spPr>
          <a:xfrm>
            <a:off x="1034740" y="1188559"/>
            <a:ext cx="6405092" cy="900000"/>
          </a:xfrm>
          <a:prstGeom prst="rect">
            <a:avLst/>
          </a:prstGeom>
        </p:spPr>
        <p:txBody>
          <a:bodyPr lIns="0" tIns="0" rIns="0" bIns="0"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1200"/>
              </a:spcBef>
              <a:buNone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  <a:ea typeface="Lato" charset="0"/>
                <a:cs typeface="Lato" charset="0"/>
              </a:rPr>
              <a:t>La </a:t>
            </a: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  <a:ea typeface="Lato" charset="0"/>
                <a:cs typeface="Lato" charset="0"/>
              </a:rPr>
              <a:t>empresa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  <a:ea typeface="Lato" charset="0"/>
                <a:cs typeface="Lato" charset="0"/>
              </a:rPr>
              <a:t> </a:t>
            </a: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  <a:ea typeface="Lato" charset="0"/>
                <a:cs typeface="Lato" charset="0"/>
              </a:rPr>
              <a:t>contará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  <a:ea typeface="Lato" charset="0"/>
                <a:cs typeface="Lato" charset="0"/>
              </a:rPr>
              <a:t> con una </a:t>
            </a: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  <a:ea typeface="Lato" charset="0"/>
                <a:cs typeface="Lato" charset="0"/>
              </a:rPr>
              <a:t>cuenta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  <a:ea typeface="Lato" charset="0"/>
                <a:cs typeface="Lato" charset="0"/>
              </a:rPr>
              <a:t> para acceder a: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Roboto Thin"/>
              <a:ea typeface="Lato" charset="0"/>
              <a:cs typeface="La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251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8"/>
          <p:cNvSpPr/>
          <p:nvPr/>
        </p:nvSpPr>
        <p:spPr>
          <a:xfrm>
            <a:off x="836415" y="2603236"/>
            <a:ext cx="1728000" cy="870911"/>
          </a:xfrm>
          <a:prstGeom prst="rect">
            <a:avLst/>
          </a:prstGeom>
          <a:solidFill>
            <a:srgbClr val="16A9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Isosceles Triangle 19"/>
          <p:cNvSpPr/>
          <p:nvPr/>
        </p:nvSpPr>
        <p:spPr>
          <a:xfrm flipV="1">
            <a:off x="1556399" y="3474148"/>
            <a:ext cx="304800" cy="16625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 Placeholder 23"/>
          <p:cNvSpPr txBox="1">
            <a:spLocks/>
          </p:cNvSpPr>
          <p:nvPr/>
        </p:nvSpPr>
        <p:spPr>
          <a:xfrm>
            <a:off x="836415" y="4330562"/>
            <a:ext cx="1728000" cy="180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MODIFICACIÓN DE COMBOS PARA REGISTROS DE FORMULARIOS Y VISTAS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cxnSp>
        <p:nvCxnSpPr>
          <p:cNvPr id="29" name="Conector recto 28"/>
          <p:cNvCxnSpPr/>
          <p:nvPr/>
        </p:nvCxnSpPr>
        <p:spPr>
          <a:xfrm>
            <a:off x="836415" y="3728285"/>
            <a:ext cx="1728000" cy="0"/>
          </a:xfrm>
          <a:prstGeom prst="line">
            <a:avLst/>
          </a:prstGeom>
          <a:ln w="12700">
            <a:solidFill>
              <a:srgbClr val="16A98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ecisión 49"/>
          <p:cNvSpPr/>
          <p:nvPr/>
        </p:nvSpPr>
        <p:spPr>
          <a:xfrm>
            <a:off x="1250415" y="2587109"/>
            <a:ext cx="900000" cy="900000"/>
          </a:xfrm>
          <a:prstGeom prst="flowChartDecision">
            <a:avLst/>
          </a:prstGeom>
          <a:solidFill>
            <a:schemeClr val="bg1"/>
          </a:solidFill>
          <a:ln w="19050">
            <a:solidFill>
              <a:srgbClr val="16A9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Shape 3598"/>
          <p:cNvSpPr>
            <a:spLocks/>
          </p:cNvSpPr>
          <p:nvPr/>
        </p:nvSpPr>
        <p:spPr bwMode="auto">
          <a:xfrm>
            <a:off x="1491581" y="2821768"/>
            <a:ext cx="417668" cy="407568"/>
          </a:xfrm>
          <a:custGeom>
            <a:avLst/>
            <a:gdLst>
              <a:gd name="T0" fmla="*/ 1824985 w 21600"/>
              <a:gd name="T1" fmla="*/ 1814677 h 21600"/>
              <a:gd name="T2" fmla="*/ 1824985 w 21600"/>
              <a:gd name="T3" fmla="*/ 1814677 h 21600"/>
              <a:gd name="T4" fmla="*/ 1824985 w 21600"/>
              <a:gd name="T5" fmla="*/ 1814677 h 21600"/>
              <a:gd name="T6" fmla="*/ 1824985 w 21600"/>
              <a:gd name="T7" fmla="*/ 1814677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16A986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42" name="Rectangle 22"/>
          <p:cNvSpPr/>
          <p:nvPr/>
        </p:nvSpPr>
        <p:spPr>
          <a:xfrm>
            <a:off x="3034208" y="2603236"/>
            <a:ext cx="1728000" cy="870912"/>
          </a:xfrm>
          <a:prstGeom prst="rect">
            <a:avLst/>
          </a:prstGeom>
          <a:solidFill>
            <a:srgbClr val="F6A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Isosceles Triangle 23"/>
          <p:cNvSpPr/>
          <p:nvPr/>
        </p:nvSpPr>
        <p:spPr>
          <a:xfrm flipV="1">
            <a:off x="3754192" y="3474148"/>
            <a:ext cx="304800" cy="166255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Decisión 1"/>
          <p:cNvSpPr/>
          <p:nvPr/>
        </p:nvSpPr>
        <p:spPr>
          <a:xfrm>
            <a:off x="3448208" y="2587109"/>
            <a:ext cx="900000" cy="900000"/>
          </a:xfrm>
          <a:prstGeom prst="flowChartDecision">
            <a:avLst/>
          </a:prstGeom>
          <a:solidFill>
            <a:schemeClr val="bg1"/>
          </a:solidFill>
          <a:ln w="19050">
            <a:solidFill>
              <a:srgbClr val="F6AA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ext Placeholder 23"/>
          <p:cNvSpPr txBox="1">
            <a:spLocks/>
          </p:cNvSpPr>
          <p:nvPr/>
        </p:nvSpPr>
        <p:spPr>
          <a:xfrm>
            <a:off x="3034208" y="4330562"/>
            <a:ext cx="1728000" cy="12701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MODIFICACIÓN DE LOS DATOS DE REGISTROS EN BD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52" name="Shape 3647"/>
          <p:cNvSpPr>
            <a:spLocks/>
          </p:cNvSpPr>
          <p:nvPr/>
        </p:nvSpPr>
        <p:spPr bwMode="auto">
          <a:xfrm>
            <a:off x="3700208" y="2885561"/>
            <a:ext cx="396000" cy="396000"/>
          </a:xfrm>
          <a:custGeom>
            <a:avLst/>
            <a:gdLst>
              <a:gd name="T0" fmla="*/ 1509117 w 21600"/>
              <a:gd name="T1" fmla="*/ 1824985 h 21600"/>
              <a:gd name="T2" fmla="*/ 1509117 w 21600"/>
              <a:gd name="T3" fmla="*/ 1824985 h 21600"/>
              <a:gd name="T4" fmla="*/ 1509117 w 21600"/>
              <a:gd name="T5" fmla="*/ 1824985 h 21600"/>
              <a:gd name="T6" fmla="*/ 1509117 w 21600"/>
              <a:gd name="T7" fmla="*/ 1824985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F6AA30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cxnSp>
        <p:nvCxnSpPr>
          <p:cNvPr id="56" name="Conector recto 55"/>
          <p:cNvCxnSpPr/>
          <p:nvPr/>
        </p:nvCxnSpPr>
        <p:spPr>
          <a:xfrm>
            <a:off x="3034208" y="3728285"/>
            <a:ext cx="1728000" cy="0"/>
          </a:xfrm>
          <a:prstGeom prst="line">
            <a:avLst/>
          </a:prstGeom>
          <a:ln w="12700">
            <a:solidFill>
              <a:srgbClr val="F6AA3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25"/>
          <p:cNvSpPr/>
          <p:nvPr/>
        </p:nvSpPr>
        <p:spPr>
          <a:xfrm>
            <a:off x="5232001" y="2603236"/>
            <a:ext cx="1728000" cy="870912"/>
          </a:xfrm>
          <a:prstGeom prst="rect">
            <a:avLst/>
          </a:prstGeom>
          <a:solidFill>
            <a:srgbClr val="C139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Isosceles Triangle 26"/>
          <p:cNvSpPr/>
          <p:nvPr/>
        </p:nvSpPr>
        <p:spPr>
          <a:xfrm flipV="1">
            <a:off x="5951985" y="3474148"/>
            <a:ext cx="304800" cy="16625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Decisión 77"/>
          <p:cNvSpPr/>
          <p:nvPr/>
        </p:nvSpPr>
        <p:spPr>
          <a:xfrm>
            <a:off x="5646001" y="2587109"/>
            <a:ext cx="900000" cy="900000"/>
          </a:xfrm>
          <a:prstGeom prst="flowChartDecision">
            <a:avLst/>
          </a:prstGeom>
          <a:solidFill>
            <a:schemeClr val="bg1"/>
          </a:solidFill>
          <a:ln w="19050">
            <a:solidFill>
              <a:srgbClr val="C13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Text Placeholder 23"/>
          <p:cNvSpPr txBox="1">
            <a:spLocks/>
          </p:cNvSpPr>
          <p:nvPr/>
        </p:nvSpPr>
        <p:spPr>
          <a:xfrm>
            <a:off x="5232001" y="4330562"/>
            <a:ext cx="1728000" cy="99469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ACTUALIZACIÓN DE DATOS DE CLIENTES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53" name="Shape 3749"/>
          <p:cNvSpPr>
            <a:spLocks/>
          </p:cNvSpPr>
          <p:nvPr/>
        </p:nvSpPr>
        <p:spPr bwMode="auto">
          <a:xfrm>
            <a:off x="5861581" y="2813561"/>
            <a:ext cx="468840" cy="468000"/>
          </a:xfrm>
          <a:custGeom>
            <a:avLst/>
            <a:gdLst>
              <a:gd name="T0" fmla="*/ 1824991 w 21600"/>
              <a:gd name="T1" fmla="*/ 1824985 h 21600"/>
              <a:gd name="T2" fmla="*/ 1824991 w 21600"/>
              <a:gd name="T3" fmla="*/ 1824985 h 21600"/>
              <a:gd name="T4" fmla="*/ 1824991 w 21600"/>
              <a:gd name="T5" fmla="*/ 1824985 h 21600"/>
              <a:gd name="T6" fmla="*/ 1824991 w 21600"/>
              <a:gd name="T7" fmla="*/ 1824985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800" y="20122"/>
                </a:moveTo>
                <a:cubicBezTo>
                  <a:pt x="10800" y="20393"/>
                  <a:pt x="10579" y="20612"/>
                  <a:pt x="10306" y="20612"/>
                </a:cubicBezTo>
                <a:cubicBezTo>
                  <a:pt x="10165" y="20612"/>
                  <a:pt x="10039" y="20552"/>
                  <a:pt x="9949" y="20457"/>
                </a:cubicBezTo>
                <a:lnTo>
                  <a:pt x="9947" y="20459"/>
                </a:lnTo>
                <a:lnTo>
                  <a:pt x="9818" y="20342"/>
                </a:lnTo>
                <a:lnTo>
                  <a:pt x="9818" y="1256"/>
                </a:lnTo>
                <a:lnTo>
                  <a:pt x="9962" y="1126"/>
                </a:lnTo>
                <a:lnTo>
                  <a:pt x="9963" y="1128"/>
                </a:lnTo>
                <a:cubicBezTo>
                  <a:pt x="10053" y="1042"/>
                  <a:pt x="10172" y="988"/>
                  <a:pt x="10306" y="988"/>
                </a:cubicBezTo>
                <a:cubicBezTo>
                  <a:pt x="10579" y="988"/>
                  <a:pt x="10800" y="1208"/>
                  <a:pt x="10800" y="1479"/>
                </a:cubicBezTo>
                <a:cubicBezTo>
                  <a:pt x="10800" y="1479"/>
                  <a:pt x="10800" y="20122"/>
                  <a:pt x="10800" y="20122"/>
                </a:cubicBezTo>
                <a:close/>
                <a:moveTo>
                  <a:pt x="8836" y="19448"/>
                </a:moveTo>
                <a:lnTo>
                  <a:pt x="3927" y="14979"/>
                </a:lnTo>
                <a:lnTo>
                  <a:pt x="3927" y="6607"/>
                </a:lnTo>
                <a:lnTo>
                  <a:pt x="4146" y="6408"/>
                </a:lnTo>
                <a:lnTo>
                  <a:pt x="4144" y="6406"/>
                </a:lnTo>
                <a:lnTo>
                  <a:pt x="8836" y="2148"/>
                </a:lnTo>
                <a:cubicBezTo>
                  <a:pt x="8836" y="2148"/>
                  <a:pt x="8836" y="19448"/>
                  <a:pt x="8836" y="19448"/>
                </a:cubicBezTo>
                <a:close/>
                <a:moveTo>
                  <a:pt x="2945" y="14649"/>
                </a:moveTo>
                <a:cubicBezTo>
                  <a:pt x="1825" y="14285"/>
                  <a:pt x="982" y="12700"/>
                  <a:pt x="982" y="10800"/>
                </a:cubicBezTo>
                <a:cubicBezTo>
                  <a:pt x="982" y="8901"/>
                  <a:pt x="1825" y="7316"/>
                  <a:pt x="2945" y="6952"/>
                </a:cubicBezTo>
                <a:cubicBezTo>
                  <a:pt x="2945" y="6952"/>
                  <a:pt x="2945" y="14649"/>
                  <a:pt x="2945" y="14649"/>
                </a:cubicBezTo>
                <a:close/>
                <a:moveTo>
                  <a:pt x="11787" y="1472"/>
                </a:moveTo>
                <a:cubicBezTo>
                  <a:pt x="11787" y="659"/>
                  <a:pt x="11126" y="0"/>
                  <a:pt x="10308" y="0"/>
                </a:cubicBezTo>
                <a:cubicBezTo>
                  <a:pt x="9891" y="0"/>
                  <a:pt x="9515" y="175"/>
                  <a:pt x="9246" y="452"/>
                </a:cubicBezTo>
                <a:lnTo>
                  <a:pt x="3241" y="5905"/>
                </a:lnTo>
                <a:cubicBezTo>
                  <a:pt x="1434" y="6051"/>
                  <a:pt x="0" y="8183"/>
                  <a:pt x="0" y="10800"/>
                </a:cubicBezTo>
                <a:cubicBezTo>
                  <a:pt x="0" y="13426"/>
                  <a:pt x="1443" y="15563"/>
                  <a:pt x="3259" y="15697"/>
                </a:cubicBezTo>
                <a:lnTo>
                  <a:pt x="9245" y="21148"/>
                </a:lnTo>
                <a:cubicBezTo>
                  <a:pt x="9514" y="21426"/>
                  <a:pt x="9891" y="21600"/>
                  <a:pt x="10308" y="21600"/>
                </a:cubicBezTo>
                <a:cubicBezTo>
                  <a:pt x="11126" y="21600"/>
                  <a:pt x="11787" y="20941"/>
                  <a:pt x="11787" y="20129"/>
                </a:cubicBezTo>
                <a:cubicBezTo>
                  <a:pt x="11787" y="20110"/>
                  <a:pt x="11782" y="20093"/>
                  <a:pt x="11782" y="20074"/>
                </a:cubicBezTo>
                <a:lnTo>
                  <a:pt x="11782" y="1527"/>
                </a:lnTo>
                <a:cubicBezTo>
                  <a:pt x="11782" y="1508"/>
                  <a:pt x="11787" y="1491"/>
                  <a:pt x="11787" y="1472"/>
                </a:cubicBezTo>
                <a:moveTo>
                  <a:pt x="13255" y="7855"/>
                </a:moveTo>
                <a:cubicBezTo>
                  <a:pt x="12984" y="7855"/>
                  <a:pt x="12764" y="8075"/>
                  <a:pt x="12764" y="8345"/>
                </a:cubicBezTo>
                <a:cubicBezTo>
                  <a:pt x="12764" y="8617"/>
                  <a:pt x="12984" y="8836"/>
                  <a:pt x="13255" y="8836"/>
                </a:cubicBezTo>
                <a:cubicBezTo>
                  <a:pt x="14068" y="8836"/>
                  <a:pt x="14727" y="9716"/>
                  <a:pt x="14727" y="10800"/>
                </a:cubicBezTo>
                <a:cubicBezTo>
                  <a:pt x="14727" y="11884"/>
                  <a:pt x="14068" y="12764"/>
                  <a:pt x="13255" y="12764"/>
                </a:cubicBezTo>
                <a:cubicBezTo>
                  <a:pt x="12984" y="12764"/>
                  <a:pt x="12764" y="12984"/>
                  <a:pt x="12764" y="13255"/>
                </a:cubicBezTo>
                <a:cubicBezTo>
                  <a:pt x="12764" y="13526"/>
                  <a:pt x="12984" y="13745"/>
                  <a:pt x="13255" y="13745"/>
                </a:cubicBezTo>
                <a:cubicBezTo>
                  <a:pt x="14610" y="13745"/>
                  <a:pt x="15709" y="12427"/>
                  <a:pt x="15709" y="10800"/>
                </a:cubicBezTo>
                <a:cubicBezTo>
                  <a:pt x="15709" y="9174"/>
                  <a:pt x="14610" y="7855"/>
                  <a:pt x="13255" y="7855"/>
                </a:cubicBezTo>
                <a:moveTo>
                  <a:pt x="17948" y="3495"/>
                </a:moveTo>
                <a:lnTo>
                  <a:pt x="17938" y="3509"/>
                </a:lnTo>
                <a:cubicBezTo>
                  <a:pt x="17860" y="3458"/>
                  <a:pt x="17773" y="3421"/>
                  <a:pt x="17674" y="3421"/>
                </a:cubicBezTo>
                <a:cubicBezTo>
                  <a:pt x="17403" y="3421"/>
                  <a:pt x="17184" y="3642"/>
                  <a:pt x="17184" y="3912"/>
                </a:cubicBezTo>
                <a:cubicBezTo>
                  <a:pt x="17184" y="4073"/>
                  <a:pt x="17266" y="4209"/>
                  <a:pt x="17386" y="4298"/>
                </a:cubicBezTo>
                <a:cubicBezTo>
                  <a:pt x="19337" y="5712"/>
                  <a:pt x="20618" y="8096"/>
                  <a:pt x="20618" y="10800"/>
                </a:cubicBezTo>
                <a:cubicBezTo>
                  <a:pt x="20618" y="13505"/>
                  <a:pt x="19336" y="15889"/>
                  <a:pt x="17385" y="17303"/>
                </a:cubicBezTo>
                <a:lnTo>
                  <a:pt x="17389" y="17309"/>
                </a:lnTo>
                <a:cubicBezTo>
                  <a:pt x="17275" y="17399"/>
                  <a:pt x="17197" y="17532"/>
                  <a:pt x="17197" y="17688"/>
                </a:cubicBezTo>
                <a:cubicBezTo>
                  <a:pt x="17197" y="17959"/>
                  <a:pt x="17417" y="18179"/>
                  <a:pt x="17688" y="18179"/>
                </a:cubicBezTo>
                <a:cubicBezTo>
                  <a:pt x="17787" y="18179"/>
                  <a:pt x="17875" y="18143"/>
                  <a:pt x="17952" y="18092"/>
                </a:cubicBezTo>
                <a:lnTo>
                  <a:pt x="17957" y="18098"/>
                </a:lnTo>
                <a:cubicBezTo>
                  <a:pt x="17982" y="18080"/>
                  <a:pt x="18004" y="18058"/>
                  <a:pt x="18029" y="18040"/>
                </a:cubicBezTo>
                <a:cubicBezTo>
                  <a:pt x="18031" y="18037"/>
                  <a:pt x="18034" y="18036"/>
                  <a:pt x="18037" y="18033"/>
                </a:cubicBezTo>
                <a:cubicBezTo>
                  <a:pt x="20189" y="16435"/>
                  <a:pt x="21600" y="13794"/>
                  <a:pt x="21600" y="10800"/>
                </a:cubicBezTo>
                <a:cubicBezTo>
                  <a:pt x="21600" y="7763"/>
                  <a:pt x="20152" y="5086"/>
                  <a:pt x="17948" y="3495"/>
                </a:cubicBezTo>
                <a:moveTo>
                  <a:pt x="15811" y="5611"/>
                </a:moveTo>
                <a:lnTo>
                  <a:pt x="15803" y="5625"/>
                </a:lnTo>
                <a:cubicBezTo>
                  <a:pt x="15730" y="5584"/>
                  <a:pt x="15651" y="5553"/>
                  <a:pt x="15562" y="5553"/>
                </a:cubicBezTo>
                <a:cubicBezTo>
                  <a:pt x="15292" y="5553"/>
                  <a:pt x="15072" y="5774"/>
                  <a:pt x="15072" y="6044"/>
                </a:cubicBezTo>
                <a:cubicBezTo>
                  <a:pt x="15072" y="6217"/>
                  <a:pt x="15166" y="6361"/>
                  <a:pt x="15300" y="6449"/>
                </a:cubicBezTo>
                <a:lnTo>
                  <a:pt x="15299" y="6451"/>
                </a:lnTo>
                <a:cubicBezTo>
                  <a:pt x="16709" y="7271"/>
                  <a:pt x="17673" y="8909"/>
                  <a:pt x="17673" y="10800"/>
                </a:cubicBezTo>
                <a:cubicBezTo>
                  <a:pt x="17673" y="12689"/>
                  <a:pt x="16712" y="14326"/>
                  <a:pt x="15305" y="15146"/>
                </a:cubicBezTo>
                <a:lnTo>
                  <a:pt x="15309" y="15152"/>
                </a:lnTo>
                <a:cubicBezTo>
                  <a:pt x="15174" y="15239"/>
                  <a:pt x="15080" y="15384"/>
                  <a:pt x="15080" y="15556"/>
                </a:cubicBezTo>
                <a:cubicBezTo>
                  <a:pt x="15080" y="15827"/>
                  <a:pt x="15300" y="16047"/>
                  <a:pt x="15571" y="16047"/>
                </a:cubicBezTo>
                <a:cubicBezTo>
                  <a:pt x="15661" y="16047"/>
                  <a:pt x="15739" y="16017"/>
                  <a:pt x="15812" y="15975"/>
                </a:cubicBezTo>
                <a:lnTo>
                  <a:pt x="15819" y="15985"/>
                </a:lnTo>
                <a:cubicBezTo>
                  <a:pt x="17507" y="14990"/>
                  <a:pt x="18655" y="13042"/>
                  <a:pt x="18655" y="10800"/>
                </a:cubicBezTo>
                <a:cubicBezTo>
                  <a:pt x="18655" y="8556"/>
                  <a:pt x="17503" y="6606"/>
                  <a:pt x="15811" y="5611"/>
                </a:cubicBezTo>
              </a:path>
            </a:pathLst>
          </a:custGeom>
          <a:solidFill>
            <a:srgbClr val="C1392B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cxnSp>
        <p:nvCxnSpPr>
          <p:cNvPr id="57" name="Conector recto 56"/>
          <p:cNvCxnSpPr/>
          <p:nvPr/>
        </p:nvCxnSpPr>
        <p:spPr>
          <a:xfrm>
            <a:off x="5232001" y="3728285"/>
            <a:ext cx="1728000" cy="0"/>
          </a:xfrm>
          <a:prstGeom prst="line">
            <a:avLst/>
          </a:prstGeom>
          <a:ln w="12700">
            <a:solidFill>
              <a:srgbClr val="C1392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28"/>
          <p:cNvSpPr/>
          <p:nvPr/>
        </p:nvSpPr>
        <p:spPr>
          <a:xfrm>
            <a:off x="7429794" y="2603236"/>
            <a:ext cx="1728000" cy="870912"/>
          </a:xfrm>
          <a:prstGeom prst="rect">
            <a:avLst/>
          </a:prstGeom>
          <a:solidFill>
            <a:srgbClr val="2C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Isosceles Triangle 29"/>
          <p:cNvSpPr/>
          <p:nvPr/>
        </p:nvSpPr>
        <p:spPr>
          <a:xfrm flipV="1">
            <a:off x="8149778" y="3474148"/>
            <a:ext cx="304800" cy="166255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9" name="Decisión 78"/>
          <p:cNvSpPr/>
          <p:nvPr/>
        </p:nvSpPr>
        <p:spPr>
          <a:xfrm>
            <a:off x="7843794" y="2587109"/>
            <a:ext cx="900000" cy="900000"/>
          </a:xfrm>
          <a:prstGeom prst="flowChartDecision">
            <a:avLst/>
          </a:prstGeom>
          <a:solidFill>
            <a:schemeClr val="bg1"/>
          </a:solidFill>
          <a:ln w="19050">
            <a:solidFill>
              <a:srgbClr val="2C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Text Placeholder 23"/>
          <p:cNvSpPr txBox="1">
            <a:spLocks/>
          </p:cNvSpPr>
          <p:nvPr/>
        </p:nvSpPr>
        <p:spPr>
          <a:xfrm>
            <a:off x="7429794" y="4330562"/>
            <a:ext cx="1728000" cy="180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CARGA MASVA DE DATOS DE CLIENTES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  <p:sp>
        <p:nvSpPr>
          <p:cNvPr id="54" name="Shape 3661"/>
          <p:cNvSpPr>
            <a:spLocks/>
          </p:cNvSpPr>
          <p:nvPr/>
        </p:nvSpPr>
        <p:spPr bwMode="auto">
          <a:xfrm>
            <a:off x="8077794" y="2845547"/>
            <a:ext cx="432000" cy="432000"/>
          </a:xfrm>
          <a:custGeom>
            <a:avLst/>
            <a:gdLst>
              <a:gd name="T0" fmla="*/ 1814677 w 21600"/>
              <a:gd name="T1" fmla="*/ 1509188 h 21600"/>
              <a:gd name="T2" fmla="*/ 1814677 w 21600"/>
              <a:gd name="T3" fmla="*/ 1509188 h 21600"/>
              <a:gd name="T4" fmla="*/ 1814677 w 21600"/>
              <a:gd name="T5" fmla="*/ 1509188 h 21600"/>
              <a:gd name="T6" fmla="*/ 1814677 w 21600"/>
              <a:gd name="T7" fmla="*/ 1509188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7182" y="12419"/>
                </a:moveTo>
                <a:cubicBezTo>
                  <a:pt x="16368" y="12419"/>
                  <a:pt x="15709" y="11695"/>
                  <a:pt x="15709" y="10799"/>
                </a:cubicBezTo>
                <a:cubicBezTo>
                  <a:pt x="15709" y="9905"/>
                  <a:pt x="16368" y="9180"/>
                  <a:pt x="17182" y="9180"/>
                </a:cubicBezTo>
                <a:cubicBezTo>
                  <a:pt x="17995" y="9180"/>
                  <a:pt x="18655" y="9905"/>
                  <a:pt x="18655" y="10799"/>
                </a:cubicBezTo>
                <a:cubicBezTo>
                  <a:pt x="18655" y="11695"/>
                  <a:pt x="17995" y="12419"/>
                  <a:pt x="17182" y="12419"/>
                </a:cubicBezTo>
                <a:moveTo>
                  <a:pt x="21109" y="10261"/>
                </a:moveTo>
                <a:lnTo>
                  <a:pt x="19587" y="10261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1"/>
                </a:cubicBezTo>
                <a:lnTo>
                  <a:pt x="491" y="10261"/>
                </a:lnTo>
                <a:cubicBezTo>
                  <a:pt x="220" y="10261"/>
                  <a:pt x="0" y="10502"/>
                  <a:pt x="0" y="10799"/>
                </a:cubicBezTo>
                <a:cubicBezTo>
                  <a:pt x="0" y="11098"/>
                  <a:pt x="220" y="11339"/>
                  <a:pt x="491" y="11339"/>
                </a:cubicBezTo>
                <a:lnTo>
                  <a:pt x="14777" y="11339"/>
                </a:lnTo>
                <a:cubicBezTo>
                  <a:pt x="15004" y="12572"/>
                  <a:pt x="15994" y="13499"/>
                  <a:pt x="17182" y="13499"/>
                </a:cubicBezTo>
                <a:cubicBezTo>
                  <a:pt x="18369" y="13499"/>
                  <a:pt x="19360" y="12572"/>
                  <a:pt x="19587" y="11339"/>
                </a:cubicBezTo>
                <a:lnTo>
                  <a:pt x="21109" y="11339"/>
                </a:lnTo>
                <a:cubicBezTo>
                  <a:pt x="21380" y="11339"/>
                  <a:pt x="21600" y="11098"/>
                  <a:pt x="21600" y="10799"/>
                </a:cubicBezTo>
                <a:cubicBezTo>
                  <a:pt x="21600" y="10502"/>
                  <a:pt x="21380" y="10261"/>
                  <a:pt x="21109" y="10261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3"/>
                  <a:pt x="4213" y="5400"/>
                  <a:pt x="5400" y="5400"/>
                </a:cubicBezTo>
                <a:cubicBezTo>
                  <a:pt x="6587" y="5400"/>
                  <a:pt x="7578" y="4473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8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8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2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2"/>
                  <a:pt x="21380" y="18359"/>
                  <a:pt x="21109" y="18359"/>
                </a:cubicBezTo>
              </a:path>
            </a:pathLst>
          </a:custGeom>
          <a:solidFill>
            <a:srgbClr val="2C3F50"/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cxnSp>
        <p:nvCxnSpPr>
          <p:cNvPr id="58" name="Conector recto 57"/>
          <p:cNvCxnSpPr/>
          <p:nvPr/>
        </p:nvCxnSpPr>
        <p:spPr>
          <a:xfrm>
            <a:off x="7429794" y="3728285"/>
            <a:ext cx="1728000" cy="0"/>
          </a:xfrm>
          <a:prstGeom prst="line">
            <a:avLst/>
          </a:prstGeom>
          <a:ln w="12700">
            <a:solidFill>
              <a:srgbClr val="2C3F5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28"/>
          <p:cNvSpPr/>
          <p:nvPr/>
        </p:nvSpPr>
        <p:spPr>
          <a:xfrm>
            <a:off x="9627585" y="2603236"/>
            <a:ext cx="1728000" cy="8709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7" name="Isosceles Triangle 29"/>
          <p:cNvSpPr/>
          <p:nvPr/>
        </p:nvSpPr>
        <p:spPr>
          <a:xfrm flipV="1">
            <a:off x="10347569" y="3474148"/>
            <a:ext cx="304800" cy="166255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Decisión 79"/>
          <p:cNvSpPr/>
          <p:nvPr/>
        </p:nvSpPr>
        <p:spPr>
          <a:xfrm>
            <a:off x="10041585" y="2604110"/>
            <a:ext cx="900000" cy="900000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Text Placeholder 23"/>
          <p:cNvSpPr txBox="1">
            <a:spLocks/>
          </p:cNvSpPr>
          <p:nvPr/>
        </p:nvSpPr>
        <p:spPr>
          <a:xfrm>
            <a:off x="9627585" y="4330562"/>
            <a:ext cx="1728000" cy="180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CARGA INDIVIDUA Y MASIVA DE PRÉSTAMOS Y DOCUMENTOS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.</a:t>
            </a:r>
          </a:p>
        </p:txBody>
      </p:sp>
      <p:sp>
        <p:nvSpPr>
          <p:cNvPr id="55" name="Shape 3706"/>
          <p:cNvSpPr>
            <a:spLocks/>
          </p:cNvSpPr>
          <p:nvPr/>
        </p:nvSpPr>
        <p:spPr bwMode="auto">
          <a:xfrm>
            <a:off x="10275585" y="2826725"/>
            <a:ext cx="432000" cy="432000"/>
          </a:xfrm>
          <a:custGeom>
            <a:avLst/>
            <a:gdLst>
              <a:gd name="T0" fmla="*/ 1824985 w 21600"/>
              <a:gd name="T1" fmla="*/ 1824991 h 21600"/>
              <a:gd name="T2" fmla="*/ 1824985 w 21600"/>
              <a:gd name="T3" fmla="*/ 1824991 h 21600"/>
              <a:gd name="T4" fmla="*/ 1824985 w 21600"/>
              <a:gd name="T5" fmla="*/ 1824991 h 21600"/>
              <a:gd name="T6" fmla="*/ 1824985 w 21600"/>
              <a:gd name="T7" fmla="*/ 182499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2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2"/>
                  <a:pt x="10800" y="19402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7"/>
                </a:lnTo>
                <a:lnTo>
                  <a:pt x="21471" y="6057"/>
                </a:lnTo>
                <a:cubicBezTo>
                  <a:pt x="21459" y="6043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3"/>
                  <a:pt x="129" y="6057"/>
                </a:cubicBezTo>
                <a:lnTo>
                  <a:pt x="98" y="6087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1"/>
                  <a:pt x="115" y="6686"/>
                </a:cubicBezTo>
                <a:lnTo>
                  <a:pt x="109" y="6691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1"/>
                </a:lnTo>
                <a:lnTo>
                  <a:pt x="21485" y="6686"/>
                </a:lnTo>
                <a:cubicBezTo>
                  <a:pt x="21553" y="6601"/>
                  <a:pt x="21600" y="6499"/>
                  <a:pt x="21600" y="6382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cxnSp>
        <p:nvCxnSpPr>
          <p:cNvPr id="59" name="Conector recto 58"/>
          <p:cNvCxnSpPr/>
          <p:nvPr/>
        </p:nvCxnSpPr>
        <p:spPr>
          <a:xfrm>
            <a:off x="9627585" y="3728285"/>
            <a:ext cx="1728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13 CuadroTexto"/>
          <p:cNvSpPr txBox="1">
            <a:spLocks noChangeArrowheads="1"/>
          </p:cNvSpPr>
          <p:nvPr/>
        </p:nvSpPr>
        <p:spPr bwMode="auto">
          <a:xfrm>
            <a:off x="523875" y="531444"/>
            <a:ext cx="5806546" cy="4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500"/>
              </a:lnSpc>
              <a:spcBef>
                <a:spcPct val="0"/>
              </a:spcBef>
              <a:buNone/>
              <a:defRPr/>
            </a:pPr>
            <a:r>
              <a:rPr lang="es-E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 Thin"/>
              </a:rPr>
              <a:t>MÓDULO ADMINISTRADOR</a:t>
            </a:r>
          </a:p>
        </p:txBody>
      </p:sp>
      <p:sp>
        <p:nvSpPr>
          <p:cNvPr id="89" name="Shape 3934"/>
          <p:cNvSpPr>
            <a:spLocks/>
          </p:cNvSpPr>
          <p:nvPr/>
        </p:nvSpPr>
        <p:spPr bwMode="auto">
          <a:xfrm>
            <a:off x="2672310" y="2933696"/>
            <a:ext cx="127000" cy="254000"/>
          </a:xfrm>
          <a:custGeom>
            <a:avLst/>
            <a:gdLst>
              <a:gd name="T0" fmla="*/ 372868 w 21600"/>
              <a:gd name="T1" fmla="*/ 1491474 h 21600"/>
              <a:gd name="T2" fmla="*/ 372868 w 21600"/>
              <a:gd name="T3" fmla="*/ 1491474 h 21600"/>
              <a:gd name="T4" fmla="*/ 372868 w 21600"/>
              <a:gd name="T5" fmla="*/ 1491474 h 21600"/>
              <a:gd name="T6" fmla="*/ 372868 w 21600"/>
              <a:gd name="T7" fmla="*/ 149147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90"/>
                  <a:pt x="121" y="825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5"/>
                  <a:pt x="21600" y="10950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90" name="Shape 3934"/>
          <p:cNvSpPr>
            <a:spLocks/>
          </p:cNvSpPr>
          <p:nvPr/>
        </p:nvSpPr>
        <p:spPr bwMode="auto">
          <a:xfrm>
            <a:off x="2799310" y="2933696"/>
            <a:ext cx="127000" cy="254000"/>
          </a:xfrm>
          <a:custGeom>
            <a:avLst/>
            <a:gdLst>
              <a:gd name="T0" fmla="*/ 372868 w 21600"/>
              <a:gd name="T1" fmla="*/ 1491474 h 21600"/>
              <a:gd name="T2" fmla="*/ 372868 w 21600"/>
              <a:gd name="T3" fmla="*/ 1491474 h 21600"/>
              <a:gd name="T4" fmla="*/ 372868 w 21600"/>
              <a:gd name="T5" fmla="*/ 1491474 h 21600"/>
              <a:gd name="T6" fmla="*/ 372868 w 21600"/>
              <a:gd name="T7" fmla="*/ 149147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90"/>
                  <a:pt x="121" y="825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5"/>
                  <a:pt x="21600" y="10950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92" name="Shape 3934"/>
          <p:cNvSpPr>
            <a:spLocks/>
          </p:cNvSpPr>
          <p:nvPr/>
        </p:nvSpPr>
        <p:spPr bwMode="auto">
          <a:xfrm>
            <a:off x="4865253" y="2948454"/>
            <a:ext cx="127000" cy="254000"/>
          </a:xfrm>
          <a:custGeom>
            <a:avLst/>
            <a:gdLst>
              <a:gd name="T0" fmla="*/ 372868 w 21600"/>
              <a:gd name="T1" fmla="*/ 1491474 h 21600"/>
              <a:gd name="T2" fmla="*/ 372868 w 21600"/>
              <a:gd name="T3" fmla="*/ 1491474 h 21600"/>
              <a:gd name="T4" fmla="*/ 372868 w 21600"/>
              <a:gd name="T5" fmla="*/ 1491474 h 21600"/>
              <a:gd name="T6" fmla="*/ 372868 w 21600"/>
              <a:gd name="T7" fmla="*/ 149147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90"/>
                  <a:pt x="121" y="825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5"/>
                  <a:pt x="21600" y="10950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93" name="Shape 3934"/>
          <p:cNvSpPr>
            <a:spLocks/>
          </p:cNvSpPr>
          <p:nvPr/>
        </p:nvSpPr>
        <p:spPr bwMode="auto">
          <a:xfrm>
            <a:off x="4992253" y="2948454"/>
            <a:ext cx="127000" cy="254000"/>
          </a:xfrm>
          <a:custGeom>
            <a:avLst/>
            <a:gdLst>
              <a:gd name="T0" fmla="*/ 372868 w 21600"/>
              <a:gd name="T1" fmla="*/ 1491474 h 21600"/>
              <a:gd name="T2" fmla="*/ 372868 w 21600"/>
              <a:gd name="T3" fmla="*/ 1491474 h 21600"/>
              <a:gd name="T4" fmla="*/ 372868 w 21600"/>
              <a:gd name="T5" fmla="*/ 1491474 h 21600"/>
              <a:gd name="T6" fmla="*/ 372868 w 21600"/>
              <a:gd name="T7" fmla="*/ 149147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90"/>
                  <a:pt x="121" y="825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5"/>
                  <a:pt x="21600" y="10950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95" name="Shape 3934"/>
          <p:cNvSpPr>
            <a:spLocks/>
          </p:cNvSpPr>
          <p:nvPr/>
        </p:nvSpPr>
        <p:spPr bwMode="auto">
          <a:xfrm>
            <a:off x="7072749" y="2933696"/>
            <a:ext cx="127000" cy="254000"/>
          </a:xfrm>
          <a:custGeom>
            <a:avLst/>
            <a:gdLst>
              <a:gd name="T0" fmla="*/ 372868 w 21600"/>
              <a:gd name="T1" fmla="*/ 1491474 h 21600"/>
              <a:gd name="T2" fmla="*/ 372868 w 21600"/>
              <a:gd name="T3" fmla="*/ 1491474 h 21600"/>
              <a:gd name="T4" fmla="*/ 372868 w 21600"/>
              <a:gd name="T5" fmla="*/ 1491474 h 21600"/>
              <a:gd name="T6" fmla="*/ 372868 w 21600"/>
              <a:gd name="T7" fmla="*/ 149147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90"/>
                  <a:pt x="121" y="825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5"/>
                  <a:pt x="21600" y="10950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96" name="Shape 3934"/>
          <p:cNvSpPr>
            <a:spLocks/>
          </p:cNvSpPr>
          <p:nvPr/>
        </p:nvSpPr>
        <p:spPr bwMode="auto">
          <a:xfrm>
            <a:off x="7199749" y="2933696"/>
            <a:ext cx="127000" cy="254000"/>
          </a:xfrm>
          <a:custGeom>
            <a:avLst/>
            <a:gdLst>
              <a:gd name="T0" fmla="*/ 372868 w 21600"/>
              <a:gd name="T1" fmla="*/ 1491474 h 21600"/>
              <a:gd name="T2" fmla="*/ 372868 w 21600"/>
              <a:gd name="T3" fmla="*/ 1491474 h 21600"/>
              <a:gd name="T4" fmla="*/ 372868 w 21600"/>
              <a:gd name="T5" fmla="*/ 1491474 h 21600"/>
              <a:gd name="T6" fmla="*/ 372868 w 21600"/>
              <a:gd name="T7" fmla="*/ 149147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90"/>
                  <a:pt x="121" y="825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5"/>
                  <a:pt x="21600" y="10950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98" name="Shape 3934"/>
          <p:cNvSpPr>
            <a:spLocks/>
          </p:cNvSpPr>
          <p:nvPr/>
        </p:nvSpPr>
        <p:spPr bwMode="auto">
          <a:xfrm>
            <a:off x="9269907" y="2933696"/>
            <a:ext cx="127000" cy="254000"/>
          </a:xfrm>
          <a:custGeom>
            <a:avLst/>
            <a:gdLst>
              <a:gd name="T0" fmla="*/ 372868 w 21600"/>
              <a:gd name="T1" fmla="*/ 1491474 h 21600"/>
              <a:gd name="T2" fmla="*/ 372868 w 21600"/>
              <a:gd name="T3" fmla="*/ 1491474 h 21600"/>
              <a:gd name="T4" fmla="*/ 372868 w 21600"/>
              <a:gd name="T5" fmla="*/ 1491474 h 21600"/>
              <a:gd name="T6" fmla="*/ 372868 w 21600"/>
              <a:gd name="T7" fmla="*/ 149147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90"/>
                  <a:pt x="121" y="825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5"/>
                  <a:pt x="21600" y="10950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99" name="Shape 3934"/>
          <p:cNvSpPr>
            <a:spLocks/>
          </p:cNvSpPr>
          <p:nvPr/>
        </p:nvSpPr>
        <p:spPr bwMode="auto">
          <a:xfrm>
            <a:off x="9396907" y="2933696"/>
            <a:ext cx="127000" cy="254000"/>
          </a:xfrm>
          <a:custGeom>
            <a:avLst/>
            <a:gdLst>
              <a:gd name="T0" fmla="*/ 372868 w 21600"/>
              <a:gd name="T1" fmla="*/ 1491474 h 21600"/>
              <a:gd name="T2" fmla="*/ 372868 w 21600"/>
              <a:gd name="T3" fmla="*/ 1491474 h 21600"/>
              <a:gd name="T4" fmla="*/ 372868 w 21600"/>
              <a:gd name="T5" fmla="*/ 1491474 h 21600"/>
              <a:gd name="T6" fmla="*/ 372868 w 21600"/>
              <a:gd name="T7" fmla="*/ 149147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90"/>
                  <a:pt x="121" y="825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5"/>
                  <a:pt x="21600" y="10950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miter lim="400000"/>
            <a:headEnd/>
            <a:tailEnd/>
          </a:ln>
        </p:spPr>
        <p:txBody>
          <a:bodyPr lIns="38100" tIns="38100" rIns="38100" bIns="38100" anchor="ctr"/>
          <a:lstStyle/>
          <a:p>
            <a:endParaRPr lang="es-ES"/>
          </a:p>
        </p:txBody>
      </p:sp>
      <p:sp>
        <p:nvSpPr>
          <p:cNvPr id="100" name="Rectangle 18">
            <a:extLst>
              <a:ext uri="{FF2B5EF4-FFF2-40B4-BE49-F238E27FC236}">
                <a16:creationId xmlns:a16="http://schemas.microsoft.com/office/drawing/2014/main" id="{5CE49990-FAB4-489D-A8B7-D0A0D0B634EA}"/>
              </a:ext>
            </a:extLst>
          </p:cNvPr>
          <p:cNvSpPr/>
          <p:nvPr/>
        </p:nvSpPr>
        <p:spPr>
          <a:xfrm>
            <a:off x="836415" y="1532741"/>
            <a:ext cx="10519170" cy="756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El modulo de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administrador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permitirá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 realizer las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modificaciones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 de los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campos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/>
                <a:ea typeface="Lato" charset="0"/>
                <a:cs typeface="Lato" charset="0"/>
              </a:rPr>
              <a:t> de las vistas.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/>
              <a:ea typeface="Lato" charset="0"/>
              <a:cs typeface="La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4512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243</Words>
  <Application>Microsoft Office PowerPoint</Application>
  <PresentationFormat>Panorámica</PresentationFormat>
  <Paragraphs>58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Raleway Black</vt:lpstr>
      <vt:lpstr>Raleway Light</vt:lpstr>
      <vt:lpstr>Roboto</vt:lpstr>
      <vt:lpstr>Roboto Thin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Soporte ACG</dc:creator>
  <cp:lastModifiedBy>Soporte ACG</cp:lastModifiedBy>
  <cp:revision>7</cp:revision>
  <dcterms:created xsi:type="dcterms:W3CDTF">2020-02-20T20:51:24Z</dcterms:created>
  <dcterms:modified xsi:type="dcterms:W3CDTF">2020-02-20T21:54:49Z</dcterms:modified>
</cp:coreProperties>
</file>